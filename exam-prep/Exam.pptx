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da-D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 autoAdjust="0"/>
    <p:restoredTop sz="94660"/>
  </p:normalViewPr>
  <p:slideViewPr>
    <p:cSldViewPr snapToGrid="0">
      <p:cViewPr varScale="1">
        <p:scale>
          <a:sx n="151" d="100"/>
          <a:sy n="151" d="100"/>
        </p:scale>
        <p:origin x="47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C9018D-6CA0-E267-108D-FCCA2366DC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53E9C0-AE40-6248-9C73-71CA73D542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9076731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E6340-4888-D119-EFA0-369DB9F5B2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48058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CE1B6-9375-755B-7444-299A956BA2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9345" y="1119809"/>
            <a:ext cx="11813310" cy="53256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798361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6C7E7565-8EEB-84C8-C6F9-6A9064A4CF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48058"/>
          </a:xfrm>
        </p:spPr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5502216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8985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07AC21F-9D32-06D9-AAD3-2C19062DB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da-D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052988-1649-E760-A1E1-BABF20F824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185730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5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a-D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0952A7-4143-E76F-1702-F1C34D46BF8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a-DK" dirty="0" err="1"/>
              <a:t>Exam</a:t>
            </a:r>
            <a:endParaRPr lang="da-DK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F9EBBC-C628-BB1A-177C-1D830D087A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29346465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28D8C-2C4E-580F-4984-B6158DDC95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Format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E5C251-0672-A97C-25F0-B7799856AA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/>
              <a:t>20 </a:t>
            </a:r>
            <a:r>
              <a:rPr lang="da-DK" dirty="0" err="1"/>
              <a:t>minutes</a:t>
            </a:r>
            <a:r>
              <a:rPr lang="da-DK" dirty="0"/>
              <a:t> in total</a:t>
            </a:r>
          </a:p>
          <a:p>
            <a:pPr lvl="1"/>
            <a:r>
              <a:rPr lang="da-DK" dirty="0" err="1"/>
              <a:t>Setting</a:t>
            </a:r>
            <a:r>
              <a:rPr lang="da-DK" dirty="0"/>
              <a:t> up, </a:t>
            </a:r>
            <a:r>
              <a:rPr lang="da-DK" dirty="0" err="1"/>
              <a:t>finding</a:t>
            </a:r>
            <a:r>
              <a:rPr lang="da-DK" dirty="0"/>
              <a:t> </a:t>
            </a:r>
            <a:r>
              <a:rPr lang="da-DK" dirty="0" err="1"/>
              <a:t>stuff</a:t>
            </a:r>
            <a:r>
              <a:rPr lang="da-DK" dirty="0"/>
              <a:t>, </a:t>
            </a:r>
            <a:r>
              <a:rPr lang="da-DK" dirty="0" err="1"/>
              <a:t>powerpoints</a:t>
            </a:r>
            <a:r>
              <a:rPr lang="da-DK" dirty="0"/>
              <a:t>, </a:t>
            </a:r>
            <a:r>
              <a:rPr lang="da-DK" dirty="0" err="1"/>
              <a:t>code</a:t>
            </a:r>
            <a:r>
              <a:rPr lang="da-DK" dirty="0"/>
              <a:t>, </a:t>
            </a:r>
            <a:r>
              <a:rPr lang="da-DK" dirty="0" err="1"/>
              <a:t>etc</a:t>
            </a:r>
            <a:endParaRPr lang="da-DK" dirty="0"/>
          </a:p>
          <a:p>
            <a:pPr lvl="1"/>
            <a:r>
              <a:rPr lang="da-DK" dirty="0" err="1"/>
              <a:t>Voting</a:t>
            </a:r>
            <a:r>
              <a:rPr lang="da-DK" dirty="0"/>
              <a:t> on grade</a:t>
            </a:r>
          </a:p>
          <a:p>
            <a:pPr lvl="1"/>
            <a:r>
              <a:rPr lang="da-DK" dirty="0"/>
              <a:t>Feedback and </a:t>
            </a:r>
            <a:r>
              <a:rPr lang="da-DK" dirty="0" err="1"/>
              <a:t>giving</a:t>
            </a:r>
            <a:r>
              <a:rPr lang="da-DK" dirty="0"/>
              <a:t> grade</a:t>
            </a:r>
          </a:p>
          <a:p>
            <a:pPr lvl="1"/>
            <a:endParaRPr lang="da-DK" dirty="0"/>
          </a:p>
          <a:p>
            <a:r>
              <a:rPr lang="da-DK" dirty="0" err="1"/>
              <a:t>Expect</a:t>
            </a:r>
            <a:r>
              <a:rPr lang="da-DK" dirty="0"/>
              <a:t> </a:t>
            </a:r>
            <a:r>
              <a:rPr lang="da-DK" dirty="0" err="1"/>
              <a:t>about</a:t>
            </a:r>
            <a:r>
              <a:rPr lang="da-DK" dirty="0"/>
              <a:t> 14 </a:t>
            </a:r>
            <a:r>
              <a:rPr lang="da-DK" dirty="0" err="1"/>
              <a:t>minutes</a:t>
            </a:r>
            <a:r>
              <a:rPr lang="da-DK" dirty="0"/>
              <a:t> ”</a:t>
            </a:r>
            <a:r>
              <a:rPr lang="da-DK" dirty="0" err="1"/>
              <a:t>actual</a:t>
            </a:r>
            <a:r>
              <a:rPr lang="da-DK" dirty="0"/>
              <a:t>” </a:t>
            </a:r>
            <a:r>
              <a:rPr lang="da-DK" dirty="0" err="1"/>
              <a:t>examination</a:t>
            </a:r>
            <a:endParaRPr lang="da-DK" dirty="0"/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7278656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BD2178-BAD8-33A4-FF56-D65BD61568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 err="1"/>
              <a:t>Questions</a:t>
            </a:r>
            <a:endParaRPr lang="da-D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535B28-6229-3C3B-8EC3-F984FFE40F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da-DK" dirty="0" err="1"/>
              <a:t>Questions</a:t>
            </a:r>
            <a:r>
              <a:rPr lang="da-DK" dirty="0"/>
              <a:t> </a:t>
            </a:r>
            <a:r>
              <a:rPr lang="da-DK" dirty="0" err="1"/>
              <a:t>revealed</a:t>
            </a:r>
            <a:r>
              <a:rPr lang="da-DK" dirty="0"/>
              <a:t> </a:t>
            </a:r>
            <a:r>
              <a:rPr lang="da-DK" dirty="0" err="1"/>
              <a:t>shortly</a:t>
            </a:r>
            <a:endParaRPr lang="da-DK" dirty="0"/>
          </a:p>
          <a:p>
            <a:r>
              <a:rPr lang="da-DK" dirty="0"/>
              <a:t>Draw </a:t>
            </a:r>
            <a:r>
              <a:rPr lang="da-DK" dirty="0" err="1"/>
              <a:t>question</a:t>
            </a:r>
            <a:endParaRPr lang="da-DK" dirty="0"/>
          </a:p>
          <a:p>
            <a:r>
              <a:rPr lang="da-DK" dirty="0"/>
              <a:t>Present </a:t>
            </a:r>
            <a:r>
              <a:rPr lang="da-DK" dirty="0" err="1"/>
              <a:t>stuff</a:t>
            </a:r>
            <a:endParaRPr lang="da-DK" dirty="0"/>
          </a:p>
          <a:p>
            <a:endParaRPr lang="da-DK" dirty="0"/>
          </a:p>
          <a:p>
            <a:r>
              <a:rPr lang="da-DK" dirty="0"/>
              <a:t>If </a:t>
            </a:r>
            <a:r>
              <a:rPr lang="da-DK" dirty="0" err="1"/>
              <a:t>we</a:t>
            </a:r>
            <a:r>
              <a:rPr lang="da-DK" dirty="0"/>
              <a:t> run out of </a:t>
            </a:r>
            <a:r>
              <a:rPr lang="da-DK" dirty="0" err="1"/>
              <a:t>stuff</a:t>
            </a:r>
            <a:r>
              <a:rPr lang="da-DK" dirty="0"/>
              <a:t> to talk </a:t>
            </a:r>
            <a:r>
              <a:rPr lang="da-DK" dirty="0" err="1"/>
              <a:t>about</a:t>
            </a:r>
            <a:r>
              <a:rPr lang="da-DK" dirty="0"/>
              <a:t> </a:t>
            </a:r>
            <a:r>
              <a:rPr lang="da-DK" dirty="0" err="1"/>
              <a:t>related</a:t>
            </a:r>
            <a:r>
              <a:rPr lang="da-DK" dirty="0"/>
              <a:t> to the </a:t>
            </a:r>
            <a:r>
              <a:rPr lang="da-DK" dirty="0" err="1"/>
              <a:t>drawn</a:t>
            </a:r>
            <a:r>
              <a:rPr lang="da-DK" dirty="0"/>
              <a:t> </a:t>
            </a:r>
            <a:r>
              <a:rPr lang="da-DK" dirty="0" err="1"/>
              <a:t>question</a:t>
            </a:r>
            <a:r>
              <a:rPr lang="da-DK" dirty="0"/>
              <a:t>, </a:t>
            </a:r>
            <a:r>
              <a:rPr lang="da-DK" dirty="0" err="1"/>
              <a:t>we</a:t>
            </a:r>
            <a:r>
              <a:rPr lang="da-DK" dirty="0"/>
              <a:t> talk </a:t>
            </a:r>
            <a:r>
              <a:rPr lang="da-DK" dirty="0" err="1"/>
              <a:t>about</a:t>
            </a:r>
            <a:r>
              <a:rPr lang="da-DK" dirty="0"/>
              <a:t> </a:t>
            </a:r>
            <a:r>
              <a:rPr lang="da-DK" dirty="0" err="1"/>
              <a:t>something</a:t>
            </a:r>
            <a:r>
              <a:rPr lang="da-DK" dirty="0"/>
              <a:t> </a:t>
            </a:r>
            <a:r>
              <a:rPr lang="da-DK" dirty="0" err="1"/>
              <a:t>else</a:t>
            </a:r>
            <a:r>
              <a:rPr lang="da-DK" dirty="0"/>
              <a:t> in </a:t>
            </a:r>
            <a:r>
              <a:rPr lang="da-DK" dirty="0" err="1"/>
              <a:t>that</a:t>
            </a:r>
            <a:r>
              <a:rPr lang="da-DK" dirty="0"/>
              <a:t> </a:t>
            </a:r>
            <a:r>
              <a:rPr lang="da-DK" dirty="0" err="1"/>
              <a:t>area</a:t>
            </a:r>
            <a:r>
              <a:rPr lang="da-DK" dirty="0"/>
              <a:t> of </a:t>
            </a:r>
            <a:r>
              <a:rPr lang="da-DK" dirty="0" err="1"/>
              <a:t>your</a:t>
            </a:r>
            <a:r>
              <a:rPr lang="da-DK" dirty="0"/>
              <a:t> </a:t>
            </a:r>
            <a:r>
              <a:rPr lang="da-DK" dirty="0" err="1"/>
              <a:t>application</a:t>
            </a:r>
            <a:endParaRPr lang="da-DK" dirty="0"/>
          </a:p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541785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AC7EB89-31F2-B4FD-1FBA-929D43601E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da-DK" dirty="0" err="1"/>
              <a:t>Your</a:t>
            </a:r>
            <a:r>
              <a:rPr lang="da-DK" dirty="0"/>
              <a:t> ”</a:t>
            </a:r>
            <a:r>
              <a:rPr lang="da-DK" dirty="0" err="1"/>
              <a:t>presentation</a:t>
            </a:r>
            <a:r>
              <a:rPr lang="da-DK" dirty="0"/>
              <a:t>” is just to have a </a:t>
            </a:r>
            <a:r>
              <a:rPr lang="da-DK" dirty="0" err="1"/>
              <a:t>starting</a:t>
            </a:r>
            <a:r>
              <a:rPr lang="da-DK" dirty="0"/>
              <a:t> point for a </a:t>
            </a:r>
            <a:r>
              <a:rPr lang="da-DK" dirty="0" err="1"/>
              <a:t>dialogue</a:t>
            </a:r>
            <a:endParaRPr lang="da-DK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324DF072-6896-ADFB-EDB1-70E9D66B1C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da-DK" dirty="0" err="1"/>
              <a:t>Don’t</a:t>
            </a:r>
            <a:r>
              <a:rPr lang="da-DK" dirty="0"/>
              <a:t> </a:t>
            </a:r>
            <a:r>
              <a:rPr lang="da-DK" dirty="0" err="1"/>
              <a:t>expect</a:t>
            </a:r>
            <a:r>
              <a:rPr lang="da-DK" dirty="0"/>
              <a:t> to </a:t>
            </a:r>
            <a:r>
              <a:rPr lang="da-DK" dirty="0" err="1"/>
              <a:t>be</a:t>
            </a:r>
            <a:r>
              <a:rPr lang="da-DK" dirty="0"/>
              <a:t> </a:t>
            </a:r>
            <a:r>
              <a:rPr lang="da-DK" dirty="0" err="1"/>
              <a:t>able</a:t>
            </a:r>
            <a:r>
              <a:rPr lang="da-DK" dirty="0"/>
              <a:t> to present </a:t>
            </a:r>
            <a:r>
              <a:rPr lang="da-DK" dirty="0" err="1"/>
              <a:t>uninterrupted</a:t>
            </a:r>
            <a:r>
              <a:rPr lang="da-DK" dirty="0"/>
              <a:t> for long.</a:t>
            </a:r>
          </a:p>
          <a:p>
            <a:r>
              <a:rPr lang="da-DK" dirty="0"/>
              <a:t>I </a:t>
            </a:r>
            <a:r>
              <a:rPr lang="da-DK" dirty="0" err="1"/>
              <a:t>will</a:t>
            </a:r>
            <a:r>
              <a:rPr lang="da-DK" dirty="0"/>
              <a:t> ask </a:t>
            </a:r>
            <a:r>
              <a:rPr lang="da-DK" dirty="0" err="1"/>
              <a:t>questions</a:t>
            </a:r>
            <a:r>
              <a:rPr lang="da-DK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21722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2DE51700-1F66-45D6-A810-4649A0C5E7AE}" vid="{01BB361F-B1D9-43E5-9560-86843EEC1C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MyOwnCustomTemplate</Template>
  <TotalTime>85</TotalTime>
  <Words>96</Words>
  <Application>Microsoft Office PowerPoint</Application>
  <PresentationFormat>Widescreen</PresentationFormat>
  <Paragraphs>17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 Theme</vt:lpstr>
      <vt:lpstr>Exam</vt:lpstr>
      <vt:lpstr>Format</vt:lpstr>
      <vt:lpstr>Questions</vt:lpstr>
      <vt:lpstr>Your ”presentation” is just to have a starting point for a dialogue</vt:lpstr>
    </vt:vector>
  </TitlesOfParts>
  <Company>VIA University College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Troels Mortensen (TRMO) | VIA</dc:creator>
  <cp:lastModifiedBy>Troels Mortensen (TRMO) | VIA</cp:lastModifiedBy>
  <cp:revision>1</cp:revision>
  <dcterms:created xsi:type="dcterms:W3CDTF">2026-04-27T06:14:07Z</dcterms:created>
  <dcterms:modified xsi:type="dcterms:W3CDTF">2026-04-27T07:42:24Z</dcterms:modified>
</cp:coreProperties>
</file>