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89" r:id="rId11"/>
    <p:sldId id="265" r:id="rId12"/>
    <p:sldId id="266" r:id="rId13"/>
    <p:sldId id="271" r:id="rId14"/>
    <p:sldId id="267" r:id="rId15"/>
    <p:sldId id="268" r:id="rId16"/>
    <p:sldId id="270" r:id="rId17"/>
    <p:sldId id="269" r:id="rId18"/>
    <p:sldId id="272" r:id="rId19"/>
    <p:sldId id="273" r:id="rId20"/>
    <p:sldId id="274" r:id="rId21"/>
    <p:sldId id="275" r:id="rId22"/>
    <p:sldId id="288" r:id="rId23"/>
    <p:sldId id="276" r:id="rId24"/>
    <p:sldId id="277" r:id="rId25"/>
    <p:sldId id="278" r:id="rId26"/>
    <p:sldId id="282" r:id="rId27"/>
    <p:sldId id="283" r:id="rId28"/>
    <p:sldId id="284" r:id="rId29"/>
    <p:sldId id="280" r:id="rId30"/>
    <p:sldId id="287" r:id="rId31"/>
    <p:sldId id="285" r:id="rId3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7FA37-5680-4D66-8205-A4E5FEBB629C}" v="3" dt="2026-04-24T06:58:08.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2" autoAdjust="0"/>
    <p:restoredTop sz="94660"/>
  </p:normalViewPr>
  <p:slideViewPr>
    <p:cSldViewPr snapToGrid="0">
      <p:cViewPr varScale="1">
        <p:scale>
          <a:sx n="139" d="100"/>
          <a:sy n="139" d="100"/>
        </p:scale>
        <p:origin x="10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oels Mortensen (TRMO) | VIA" userId="48eeef65-5bf8-474b-9082-b56af31dd25e" providerId="ADAL" clId="{D1D70EA8-438A-4B0D-A7BB-B5EC525C22B7}"/>
    <pc:docChg chg="undo custSel addSld delSld modSld sldOrd">
      <pc:chgData name="Troels Mortensen (TRMO) | VIA" userId="48eeef65-5bf8-474b-9082-b56af31dd25e" providerId="ADAL" clId="{D1D70EA8-438A-4B0D-A7BB-B5EC525C22B7}" dt="2026-04-24T06:58:08.693" v="3932"/>
      <pc:docMkLst>
        <pc:docMk/>
      </pc:docMkLst>
      <pc:sldChg chg="modSp new mod">
        <pc:chgData name="Troels Mortensen (TRMO) | VIA" userId="48eeef65-5bf8-474b-9082-b56af31dd25e" providerId="ADAL" clId="{D1D70EA8-438A-4B0D-A7BB-B5EC525C22B7}" dt="2026-04-14T06:47:03.098" v="106" actId="20577"/>
        <pc:sldMkLst>
          <pc:docMk/>
          <pc:sldMk cId="1316601105" sldId="257"/>
        </pc:sldMkLst>
        <pc:spChg chg="mod">
          <ac:chgData name="Troels Mortensen (TRMO) | VIA" userId="48eeef65-5bf8-474b-9082-b56af31dd25e" providerId="ADAL" clId="{D1D70EA8-438A-4B0D-A7BB-B5EC525C22B7}" dt="2026-04-14T06:46:41.213" v="6" actId="20577"/>
          <ac:spMkLst>
            <pc:docMk/>
            <pc:sldMk cId="1316601105" sldId="257"/>
            <ac:spMk id="2" creationId="{7D6AC9DC-89A4-DD68-9685-D84944449DE6}"/>
          </ac:spMkLst>
        </pc:spChg>
        <pc:spChg chg="mod">
          <ac:chgData name="Troels Mortensen (TRMO) | VIA" userId="48eeef65-5bf8-474b-9082-b56af31dd25e" providerId="ADAL" clId="{D1D70EA8-438A-4B0D-A7BB-B5EC525C22B7}" dt="2026-04-14T06:47:03.098" v="106" actId="20577"/>
          <ac:spMkLst>
            <pc:docMk/>
            <pc:sldMk cId="1316601105" sldId="257"/>
            <ac:spMk id="3" creationId="{832A2850-CDAA-D74B-33DF-05905433306F}"/>
          </ac:spMkLst>
        </pc:spChg>
      </pc:sldChg>
      <pc:sldChg chg="addSp delSp modSp new mod modClrScheme chgLayout">
        <pc:chgData name="Troels Mortensen (TRMO) | VIA" userId="48eeef65-5bf8-474b-9082-b56af31dd25e" providerId="ADAL" clId="{D1D70EA8-438A-4B0D-A7BB-B5EC525C22B7}" dt="2026-04-14T07:09:34.917" v="149" actId="20577"/>
        <pc:sldMkLst>
          <pc:docMk/>
          <pc:sldMk cId="1613210260" sldId="258"/>
        </pc:sldMkLst>
        <pc:spChg chg="add mod ord">
          <ac:chgData name="Troels Mortensen (TRMO) | VIA" userId="48eeef65-5bf8-474b-9082-b56af31dd25e" providerId="ADAL" clId="{D1D70EA8-438A-4B0D-A7BB-B5EC525C22B7}" dt="2026-04-14T07:09:26.795" v="117" actId="20577"/>
          <ac:spMkLst>
            <pc:docMk/>
            <pc:sldMk cId="1613210260" sldId="258"/>
            <ac:spMk id="4" creationId="{1E49E609-7860-FE36-0BB2-D772E3994527}"/>
          </ac:spMkLst>
        </pc:spChg>
        <pc:spChg chg="add mod ord">
          <ac:chgData name="Troels Mortensen (TRMO) | VIA" userId="48eeef65-5bf8-474b-9082-b56af31dd25e" providerId="ADAL" clId="{D1D70EA8-438A-4B0D-A7BB-B5EC525C22B7}" dt="2026-04-14T07:09:34.917" v="149" actId="20577"/>
          <ac:spMkLst>
            <pc:docMk/>
            <pc:sldMk cId="1613210260" sldId="258"/>
            <ac:spMk id="5" creationId="{8BC2A674-0DC6-9DB2-5CB7-EC826FFB1615}"/>
          </ac:spMkLst>
        </pc:spChg>
      </pc:sldChg>
      <pc:sldChg chg="modSp new mod">
        <pc:chgData name="Troels Mortensen (TRMO) | VIA" userId="48eeef65-5bf8-474b-9082-b56af31dd25e" providerId="ADAL" clId="{D1D70EA8-438A-4B0D-A7BB-B5EC525C22B7}" dt="2026-04-14T07:24:23.887" v="751" actId="20577"/>
        <pc:sldMkLst>
          <pc:docMk/>
          <pc:sldMk cId="60696620" sldId="259"/>
        </pc:sldMkLst>
        <pc:spChg chg="mod">
          <ac:chgData name="Troels Mortensen (TRMO) | VIA" userId="48eeef65-5bf8-474b-9082-b56af31dd25e" providerId="ADAL" clId="{D1D70EA8-438A-4B0D-A7BB-B5EC525C22B7}" dt="2026-04-14T07:15:25.466" v="165" actId="20577"/>
          <ac:spMkLst>
            <pc:docMk/>
            <pc:sldMk cId="60696620" sldId="259"/>
            <ac:spMk id="2" creationId="{011A2FD8-9B40-7156-89F3-921B9EE77BD6}"/>
          </ac:spMkLst>
        </pc:spChg>
        <pc:spChg chg="mod">
          <ac:chgData name="Troels Mortensen (TRMO) | VIA" userId="48eeef65-5bf8-474b-9082-b56af31dd25e" providerId="ADAL" clId="{D1D70EA8-438A-4B0D-A7BB-B5EC525C22B7}" dt="2026-04-14T07:24:23.887" v="751" actId="20577"/>
          <ac:spMkLst>
            <pc:docMk/>
            <pc:sldMk cId="60696620" sldId="259"/>
            <ac:spMk id="3" creationId="{B8E51D9F-600D-E5AD-B47D-1D4E54095597}"/>
          </ac:spMkLst>
        </pc:spChg>
      </pc:sldChg>
      <pc:sldChg chg="modSp new mod">
        <pc:chgData name="Troels Mortensen (TRMO) | VIA" userId="48eeef65-5bf8-474b-9082-b56af31dd25e" providerId="ADAL" clId="{D1D70EA8-438A-4B0D-A7BB-B5EC525C22B7}" dt="2026-04-14T07:24:56.223" v="822" actId="20577"/>
        <pc:sldMkLst>
          <pc:docMk/>
          <pc:sldMk cId="3342838668" sldId="260"/>
        </pc:sldMkLst>
        <pc:spChg chg="mod">
          <ac:chgData name="Troels Mortensen (TRMO) | VIA" userId="48eeef65-5bf8-474b-9082-b56af31dd25e" providerId="ADAL" clId="{D1D70EA8-438A-4B0D-A7BB-B5EC525C22B7}" dt="2026-04-14T07:24:40.370" v="762" actId="20577"/>
          <ac:spMkLst>
            <pc:docMk/>
            <pc:sldMk cId="3342838668" sldId="260"/>
            <ac:spMk id="2" creationId="{C530712F-5EDA-81C8-AE9E-0ACAC7EA41F6}"/>
          </ac:spMkLst>
        </pc:spChg>
        <pc:spChg chg="mod">
          <ac:chgData name="Troels Mortensen (TRMO) | VIA" userId="48eeef65-5bf8-474b-9082-b56af31dd25e" providerId="ADAL" clId="{D1D70EA8-438A-4B0D-A7BB-B5EC525C22B7}" dt="2026-04-14T07:24:56.223" v="822" actId="20577"/>
          <ac:spMkLst>
            <pc:docMk/>
            <pc:sldMk cId="3342838668" sldId="260"/>
            <ac:spMk id="3" creationId="{03E4F8DF-B78F-F156-0DCA-F3C00CF1AC66}"/>
          </ac:spMkLst>
        </pc:spChg>
      </pc:sldChg>
      <pc:sldChg chg="addSp delSp modSp new mod modClrScheme chgLayout">
        <pc:chgData name="Troels Mortensen (TRMO) | VIA" userId="48eeef65-5bf8-474b-9082-b56af31dd25e" providerId="ADAL" clId="{D1D70EA8-438A-4B0D-A7BB-B5EC525C22B7}" dt="2026-04-14T07:25:32.253" v="849" actId="20577"/>
        <pc:sldMkLst>
          <pc:docMk/>
          <pc:sldMk cId="2747883906" sldId="261"/>
        </pc:sldMkLst>
        <pc:spChg chg="add mod ord">
          <ac:chgData name="Troels Mortensen (TRMO) | VIA" userId="48eeef65-5bf8-474b-9082-b56af31dd25e" providerId="ADAL" clId="{D1D70EA8-438A-4B0D-A7BB-B5EC525C22B7}" dt="2026-04-14T07:25:26.675" v="833" actId="20577"/>
          <ac:spMkLst>
            <pc:docMk/>
            <pc:sldMk cId="2747883906" sldId="261"/>
            <ac:spMk id="4" creationId="{174597A5-763D-F62D-ABD9-0DAD645C0F5C}"/>
          </ac:spMkLst>
        </pc:spChg>
        <pc:spChg chg="add mod ord">
          <ac:chgData name="Troels Mortensen (TRMO) | VIA" userId="48eeef65-5bf8-474b-9082-b56af31dd25e" providerId="ADAL" clId="{D1D70EA8-438A-4B0D-A7BB-B5EC525C22B7}" dt="2026-04-14T07:25:32.253" v="849" actId="20577"/>
          <ac:spMkLst>
            <pc:docMk/>
            <pc:sldMk cId="2747883906" sldId="261"/>
            <ac:spMk id="5" creationId="{1AEF017C-1996-A0F1-CEB7-CBD5946D81DC}"/>
          </ac:spMkLst>
        </pc:spChg>
      </pc:sldChg>
      <pc:sldChg chg="addSp delSp modSp new mod">
        <pc:chgData name="Troels Mortensen (TRMO) | VIA" userId="48eeef65-5bf8-474b-9082-b56af31dd25e" providerId="ADAL" clId="{D1D70EA8-438A-4B0D-A7BB-B5EC525C22B7}" dt="2026-04-14T08:06:59.885" v="1427" actId="1076"/>
        <pc:sldMkLst>
          <pc:docMk/>
          <pc:sldMk cId="2403951150" sldId="262"/>
        </pc:sldMkLst>
        <pc:spChg chg="mod">
          <ac:chgData name="Troels Mortensen (TRMO) | VIA" userId="48eeef65-5bf8-474b-9082-b56af31dd25e" providerId="ADAL" clId="{D1D70EA8-438A-4B0D-A7BB-B5EC525C22B7}" dt="2026-04-14T07:25:36.441" v="857" actId="20577"/>
          <ac:spMkLst>
            <pc:docMk/>
            <pc:sldMk cId="2403951150" sldId="262"/>
            <ac:spMk id="2" creationId="{4C5E4017-45E8-8652-1D7F-566F2378E873}"/>
          </ac:spMkLst>
        </pc:spChg>
        <pc:spChg chg="mod">
          <ac:chgData name="Troels Mortensen (TRMO) | VIA" userId="48eeef65-5bf8-474b-9082-b56af31dd25e" providerId="ADAL" clId="{D1D70EA8-438A-4B0D-A7BB-B5EC525C22B7}" dt="2026-04-14T08:06:56.045" v="1426" actId="27636"/>
          <ac:spMkLst>
            <pc:docMk/>
            <pc:sldMk cId="2403951150" sldId="262"/>
            <ac:spMk id="3" creationId="{5C7C6D74-8A5E-3B47-BE22-A951F19B32BB}"/>
          </ac:spMkLst>
        </pc:spChg>
        <pc:spChg chg="add mod topLvl">
          <ac:chgData name="Troels Mortensen (TRMO) | VIA" userId="48eeef65-5bf8-474b-9082-b56af31dd25e" providerId="ADAL" clId="{D1D70EA8-438A-4B0D-A7BB-B5EC525C22B7}" dt="2026-04-14T08:06:59.885" v="1427" actId="1076"/>
          <ac:spMkLst>
            <pc:docMk/>
            <pc:sldMk cId="2403951150" sldId="262"/>
            <ac:spMk id="5" creationId="{D62117D7-B4FB-DD30-E339-6DACD23D58E8}"/>
          </ac:spMkLst>
        </pc:spChg>
        <pc:spChg chg="add mod topLvl">
          <ac:chgData name="Troels Mortensen (TRMO) | VIA" userId="48eeef65-5bf8-474b-9082-b56af31dd25e" providerId="ADAL" clId="{D1D70EA8-438A-4B0D-A7BB-B5EC525C22B7}" dt="2026-04-14T08:06:59.885" v="1427" actId="1076"/>
          <ac:spMkLst>
            <pc:docMk/>
            <pc:sldMk cId="2403951150" sldId="262"/>
            <ac:spMk id="7" creationId="{B8B73F60-F6BD-7EDC-52A0-89010B262441}"/>
          </ac:spMkLst>
        </pc:spChg>
        <pc:spChg chg="add mod topLvl">
          <ac:chgData name="Troels Mortensen (TRMO) | VIA" userId="48eeef65-5bf8-474b-9082-b56af31dd25e" providerId="ADAL" clId="{D1D70EA8-438A-4B0D-A7BB-B5EC525C22B7}" dt="2026-04-14T08:06:59.885" v="1427" actId="1076"/>
          <ac:spMkLst>
            <pc:docMk/>
            <pc:sldMk cId="2403951150" sldId="262"/>
            <ac:spMk id="9" creationId="{E86C5FE7-1D7A-B134-BFB8-35C84C07EB34}"/>
          </ac:spMkLst>
        </pc:spChg>
        <pc:spChg chg="add mod topLvl">
          <ac:chgData name="Troels Mortensen (TRMO) | VIA" userId="48eeef65-5bf8-474b-9082-b56af31dd25e" providerId="ADAL" clId="{D1D70EA8-438A-4B0D-A7BB-B5EC525C22B7}" dt="2026-04-14T08:06:59.885" v="1427" actId="1076"/>
          <ac:spMkLst>
            <pc:docMk/>
            <pc:sldMk cId="2403951150" sldId="262"/>
            <ac:spMk id="11" creationId="{D275B057-0A49-5B21-86AE-D3DC7A3E867F}"/>
          </ac:spMkLst>
        </pc:spChg>
      </pc:sldChg>
      <pc:sldChg chg="addSp delSp modSp new mod modClrScheme chgLayout">
        <pc:chgData name="Troels Mortensen (TRMO) | VIA" userId="48eeef65-5bf8-474b-9082-b56af31dd25e" providerId="ADAL" clId="{D1D70EA8-438A-4B0D-A7BB-B5EC525C22B7}" dt="2026-04-14T07:56:52.287" v="1051" actId="20577"/>
        <pc:sldMkLst>
          <pc:docMk/>
          <pc:sldMk cId="532887699" sldId="263"/>
        </pc:sldMkLst>
        <pc:spChg chg="add mod ord">
          <ac:chgData name="Troels Mortensen (TRMO) | VIA" userId="48eeef65-5bf8-474b-9082-b56af31dd25e" providerId="ADAL" clId="{D1D70EA8-438A-4B0D-A7BB-B5EC525C22B7}" dt="2026-04-14T07:56:43.932" v="1042" actId="20577"/>
          <ac:spMkLst>
            <pc:docMk/>
            <pc:sldMk cId="532887699" sldId="263"/>
            <ac:spMk id="4" creationId="{082F7AC1-DA43-FE86-C366-FC0A6DCF83A7}"/>
          </ac:spMkLst>
        </pc:spChg>
        <pc:spChg chg="add mod ord">
          <ac:chgData name="Troels Mortensen (TRMO) | VIA" userId="48eeef65-5bf8-474b-9082-b56af31dd25e" providerId="ADAL" clId="{D1D70EA8-438A-4B0D-A7BB-B5EC525C22B7}" dt="2026-04-14T07:56:52.287" v="1051" actId="20577"/>
          <ac:spMkLst>
            <pc:docMk/>
            <pc:sldMk cId="532887699" sldId="263"/>
            <ac:spMk id="5" creationId="{514CCF18-9EF9-3E9D-6242-37DFA5D56CCF}"/>
          </ac:spMkLst>
        </pc:spChg>
      </pc:sldChg>
      <pc:sldChg chg="addSp modSp new mod">
        <pc:chgData name="Troels Mortensen (TRMO) | VIA" userId="48eeef65-5bf8-474b-9082-b56af31dd25e" providerId="ADAL" clId="{D1D70EA8-438A-4B0D-A7BB-B5EC525C22B7}" dt="2026-04-14T08:02:01.354" v="1391" actId="20577"/>
        <pc:sldMkLst>
          <pc:docMk/>
          <pc:sldMk cId="3441112840" sldId="264"/>
        </pc:sldMkLst>
        <pc:spChg chg="mod">
          <ac:chgData name="Troels Mortensen (TRMO) | VIA" userId="48eeef65-5bf8-474b-9082-b56af31dd25e" providerId="ADAL" clId="{D1D70EA8-438A-4B0D-A7BB-B5EC525C22B7}" dt="2026-04-14T07:56:58.327" v="1061" actId="20577"/>
          <ac:spMkLst>
            <pc:docMk/>
            <pc:sldMk cId="3441112840" sldId="264"/>
            <ac:spMk id="2" creationId="{077C1EB4-8364-FD64-94F9-74B443CBDA09}"/>
          </ac:spMkLst>
        </pc:spChg>
        <pc:spChg chg="mod">
          <ac:chgData name="Troels Mortensen (TRMO) | VIA" userId="48eeef65-5bf8-474b-9082-b56af31dd25e" providerId="ADAL" clId="{D1D70EA8-438A-4B0D-A7BB-B5EC525C22B7}" dt="2026-04-14T08:02:01.354" v="1391" actId="20577"/>
          <ac:spMkLst>
            <pc:docMk/>
            <pc:sldMk cId="3441112840" sldId="264"/>
            <ac:spMk id="3" creationId="{DE41C982-6FC7-1CC0-4CFF-91DFC0F8CB95}"/>
          </ac:spMkLst>
        </pc:spChg>
        <pc:spChg chg="add mod">
          <ac:chgData name="Troels Mortensen (TRMO) | VIA" userId="48eeef65-5bf8-474b-9082-b56af31dd25e" providerId="ADAL" clId="{D1D70EA8-438A-4B0D-A7BB-B5EC525C22B7}" dt="2026-04-14T08:01:40.305" v="1316" actId="1076"/>
          <ac:spMkLst>
            <pc:docMk/>
            <pc:sldMk cId="3441112840" sldId="264"/>
            <ac:spMk id="5" creationId="{9CBC1593-819E-7EB1-629C-485745947B64}"/>
          </ac:spMkLst>
        </pc:spChg>
      </pc:sldChg>
      <pc:sldChg chg="addSp delSp modSp new mod modClrScheme chgLayout">
        <pc:chgData name="Troels Mortensen (TRMO) | VIA" userId="48eeef65-5bf8-474b-9082-b56af31dd25e" providerId="ADAL" clId="{D1D70EA8-438A-4B0D-A7BB-B5EC525C22B7}" dt="2026-04-14T08:08:25.417" v="1447" actId="20577"/>
        <pc:sldMkLst>
          <pc:docMk/>
          <pc:sldMk cId="2199192475" sldId="265"/>
        </pc:sldMkLst>
        <pc:spChg chg="add mod ord">
          <ac:chgData name="Troels Mortensen (TRMO) | VIA" userId="48eeef65-5bf8-474b-9082-b56af31dd25e" providerId="ADAL" clId="{D1D70EA8-438A-4B0D-A7BB-B5EC525C22B7}" dt="2026-04-14T08:08:25.417" v="1447" actId="20577"/>
          <ac:spMkLst>
            <pc:docMk/>
            <pc:sldMk cId="2199192475" sldId="265"/>
            <ac:spMk id="4" creationId="{83B3CBF6-158F-F186-2BAA-ABDE2CAB6E88}"/>
          </ac:spMkLst>
        </pc:spChg>
        <pc:spChg chg="add mod ord">
          <ac:chgData name="Troels Mortensen (TRMO) | VIA" userId="48eeef65-5bf8-474b-9082-b56af31dd25e" providerId="ADAL" clId="{D1D70EA8-438A-4B0D-A7BB-B5EC525C22B7}" dt="2026-04-14T08:08:22.182" v="1429" actId="700"/>
          <ac:spMkLst>
            <pc:docMk/>
            <pc:sldMk cId="2199192475" sldId="265"/>
            <ac:spMk id="5" creationId="{F2761E4C-EF67-CEDA-BD75-1603D0F0DB92}"/>
          </ac:spMkLst>
        </pc:spChg>
      </pc:sldChg>
      <pc:sldChg chg="modSp new mod">
        <pc:chgData name="Troels Mortensen (TRMO) | VIA" userId="48eeef65-5bf8-474b-9082-b56af31dd25e" providerId="ADAL" clId="{D1D70EA8-438A-4B0D-A7BB-B5EC525C22B7}" dt="2026-04-14T08:18:55.907" v="1708" actId="20577"/>
        <pc:sldMkLst>
          <pc:docMk/>
          <pc:sldMk cId="2529961458" sldId="266"/>
        </pc:sldMkLst>
        <pc:spChg chg="mod">
          <ac:chgData name="Troels Mortensen (TRMO) | VIA" userId="48eeef65-5bf8-474b-9082-b56af31dd25e" providerId="ADAL" clId="{D1D70EA8-438A-4B0D-A7BB-B5EC525C22B7}" dt="2026-04-14T08:08:29.742" v="1456" actId="20577"/>
          <ac:spMkLst>
            <pc:docMk/>
            <pc:sldMk cId="2529961458" sldId="266"/>
            <ac:spMk id="2" creationId="{3CB7E5B7-6E13-8C79-F021-A7E3DD06B16B}"/>
          </ac:spMkLst>
        </pc:spChg>
        <pc:spChg chg="mod">
          <ac:chgData name="Troels Mortensen (TRMO) | VIA" userId="48eeef65-5bf8-474b-9082-b56af31dd25e" providerId="ADAL" clId="{D1D70EA8-438A-4B0D-A7BB-B5EC525C22B7}" dt="2026-04-14T08:18:55.907" v="1708" actId="20577"/>
          <ac:spMkLst>
            <pc:docMk/>
            <pc:sldMk cId="2529961458" sldId="266"/>
            <ac:spMk id="3" creationId="{81C3850F-6B91-0453-4687-7823C0E5A8AE}"/>
          </ac:spMkLst>
        </pc:spChg>
      </pc:sldChg>
      <pc:sldChg chg="addSp delSp modSp new mod addAnim delAnim modAnim">
        <pc:chgData name="Troels Mortensen (TRMO) | VIA" userId="48eeef65-5bf8-474b-9082-b56af31dd25e" providerId="ADAL" clId="{D1D70EA8-438A-4B0D-A7BB-B5EC525C22B7}" dt="2026-04-14T08:27:51.108" v="1797"/>
        <pc:sldMkLst>
          <pc:docMk/>
          <pc:sldMk cId="3046262646" sldId="267"/>
        </pc:sldMkLst>
        <pc:spChg chg="add mod topLvl">
          <ac:chgData name="Troels Mortensen (TRMO) | VIA" userId="48eeef65-5bf8-474b-9082-b56af31dd25e" providerId="ADAL" clId="{D1D70EA8-438A-4B0D-A7BB-B5EC525C22B7}" dt="2026-04-14T08:23:42.393" v="1749" actId="165"/>
          <ac:spMkLst>
            <pc:docMk/>
            <pc:sldMk cId="3046262646" sldId="267"/>
            <ac:spMk id="2" creationId="{41D0A5BE-9DDA-EA90-026E-E9E32C23F9AD}"/>
          </ac:spMkLst>
        </pc:spChg>
        <pc:spChg chg="add mod">
          <ac:chgData name="Troels Mortensen (TRMO) | VIA" userId="48eeef65-5bf8-474b-9082-b56af31dd25e" providerId="ADAL" clId="{D1D70EA8-438A-4B0D-A7BB-B5EC525C22B7}" dt="2026-04-14T08:22:50.577" v="1734" actId="13822"/>
          <ac:spMkLst>
            <pc:docMk/>
            <pc:sldMk cId="3046262646" sldId="267"/>
            <ac:spMk id="3" creationId="{56D2A61B-FDD0-8C7F-E80D-3CDB548266A9}"/>
          </ac:spMkLst>
        </pc:spChg>
        <pc:spChg chg="add mod topLvl">
          <ac:chgData name="Troels Mortensen (TRMO) | VIA" userId="48eeef65-5bf8-474b-9082-b56af31dd25e" providerId="ADAL" clId="{D1D70EA8-438A-4B0D-A7BB-B5EC525C22B7}" dt="2026-04-14T08:23:42.393" v="1749" actId="165"/>
          <ac:spMkLst>
            <pc:docMk/>
            <pc:sldMk cId="3046262646" sldId="267"/>
            <ac:spMk id="4" creationId="{09AA18C3-EA1C-D4B4-FA8C-1DE8A77410DF}"/>
          </ac:spMkLst>
        </pc:spChg>
        <pc:spChg chg="add mod topLvl">
          <ac:chgData name="Troels Mortensen (TRMO) | VIA" userId="48eeef65-5bf8-474b-9082-b56af31dd25e" providerId="ADAL" clId="{D1D70EA8-438A-4B0D-A7BB-B5EC525C22B7}" dt="2026-04-14T08:23:42.393" v="1749" actId="165"/>
          <ac:spMkLst>
            <pc:docMk/>
            <pc:sldMk cId="3046262646" sldId="267"/>
            <ac:spMk id="5" creationId="{ED348FEE-FD36-D8B0-D4AB-E1F361E3887D}"/>
          </ac:spMkLst>
        </pc:spChg>
        <pc:spChg chg="add mod topLvl">
          <ac:chgData name="Troels Mortensen (TRMO) | VIA" userId="48eeef65-5bf8-474b-9082-b56af31dd25e" providerId="ADAL" clId="{D1D70EA8-438A-4B0D-A7BB-B5EC525C22B7}" dt="2026-04-14T08:23:42.393" v="1749" actId="165"/>
          <ac:spMkLst>
            <pc:docMk/>
            <pc:sldMk cId="3046262646" sldId="267"/>
            <ac:spMk id="6" creationId="{6D51112A-96AD-1232-8ABB-9CF8DA631CA3}"/>
          </ac:spMkLst>
        </pc:spChg>
        <pc:spChg chg="add mod">
          <ac:chgData name="Troels Mortensen (TRMO) | VIA" userId="48eeef65-5bf8-474b-9082-b56af31dd25e" providerId="ADAL" clId="{D1D70EA8-438A-4B0D-A7BB-B5EC525C22B7}" dt="2026-04-14T08:22:55.134" v="1737" actId="571"/>
          <ac:spMkLst>
            <pc:docMk/>
            <pc:sldMk cId="3046262646" sldId="267"/>
            <ac:spMk id="7" creationId="{BBD28321-4625-3EF3-82CD-573ACC788A1C}"/>
          </ac:spMkLst>
        </pc:spChg>
        <pc:spChg chg="add mod topLvl">
          <ac:chgData name="Troels Mortensen (TRMO) | VIA" userId="48eeef65-5bf8-474b-9082-b56af31dd25e" providerId="ADAL" clId="{D1D70EA8-438A-4B0D-A7BB-B5EC525C22B7}" dt="2026-04-14T08:23:42.393" v="1749" actId="165"/>
          <ac:spMkLst>
            <pc:docMk/>
            <pc:sldMk cId="3046262646" sldId="267"/>
            <ac:spMk id="8" creationId="{80413BCD-7A1A-2143-1D30-13C0CFBD9DD3}"/>
          </ac:spMkLst>
        </pc:spChg>
        <pc:spChg chg="add mod topLvl">
          <ac:chgData name="Troels Mortensen (TRMO) | VIA" userId="48eeef65-5bf8-474b-9082-b56af31dd25e" providerId="ADAL" clId="{D1D70EA8-438A-4B0D-A7BB-B5EC525C22B7}" dt="2026-04-14T08:23:42.393" v="1749" actId="165"/>
          <ac:spMkLst>
            <pc:docMk/>
            <pc:sldMk cId="3046262646" sldId="267"/>
            <ac:spMk id="9" creationId="{CD2EB8A6-A0FF-D0AA-8851-D28B22B64416}"/>
          </ac:spMkLst>
        </pc:spChg>
        <pc:spChg chg="add mod topLvl">
          <ac:chgData name="Troels Mortensen (TRMO) | VIA" userId="48eeef65-5bf8-474b-9082-b56af31dd25e" providerId="ADAL" clId="{D1D70EA8-438A-4B0D-A7BB-B5EC525C22B7}" dt="2026-04-14T08:23:42.393" v="1749" actId="165"/>
          <ac:spMkLst>
            <pc:docMk/>
            <pc:sldMk cId="3046262646" sldId="267"/>
            <ac:spMk id="10" creationId="{9EE1D7E8-FC7E-4260-A6A5-D656A0F9CFC8}"/>
          </ac:spMkLst>
        </pc:spChg>
        <pc:spChg chg="add mod topLvl">
          <ac:chgData name="Troels Mortensen (TRMO) | VIA" userId="48eeef65-5bf8-474b-9082-b56af31dd25e" providerId="ADAL" clId="{D1D70EA8-438A-4B0D-A7BB-B5EC525C22B7}" dt="2026-04-14T08:23:42.393" v="1749" actId="165"/>
          <ac:spMkLst>
            <pc:docMk/>
            <pc:sldMk cId="3046262646" sldId="267"/>
            <ac:spMk id="11" creationId="{A06C36E3-17B0-EC6B-6E76-82AC1B1E63B1}"/>
          </ac:spMkLst>
        </pc:spChg>
        <pc:spChg chg="add mod">
          <ac:chgData name="Troels Mortensen (TRMO) | VIA" userId="48eeef65-5bf8-474b-9082-b56af31dd25e" providerId="ADAL" clId="{D1D70EA8-438A-4B0D-A7BB-B5EC525C22B7}" dt="2026-04-14T08:23:06.230" v="1742" actId="571"/>
          <ac:spMkLst>
            <pc:docMk/>
            <pc:sldMk cId="3046262646" sldId="267"/>
            <ac:spMk id="12" creationId="{A9C177D9-8D06-6F0A-1D49-87613DFF0CB4}"/>
          </ac:spMkLst>
        </pc:spChg>
        <pc:spChg chg="add mod topLvl">
          <ac:chgData name="Troels Mortensen (TRMO) | VIA" userId="48eeef65-5bf8-474b-9082-b56af31dd25e" providerId="ADAL" clId="{D1D70EA8-438A-4B0D-A7BB-B5EC525C22B7}" dt="2026-04-14T08:23:42.393" v="1749" actId="165"/>
          <ac:spMkLst>
            <pc:docMk/>
            <pc:sldMk cId="3046262646" sldId="267"/>
            <ac:spMk id="13" creationId="{1100FF2D-8027-B85B-568D-845A90462444}"/>
          </ac:spMkLst>
        </pc:spChg>
        <pc:spChg chg="add mod topLvl">
          <ac:chgData name="Troels Mortensen (TRMO) | VIA" userId="48eeef65-5bf8-474b-9082-b56af31dd25e" providerId="ADAL" clId="{D1D70EA8-438A-4B0D-A7BB-B5EC525C22B7}" dt="2026-04-14T08:23:42.393" v="1749" actId="165"/>
          <ac:spMkLst>
            <pc:docMk/>
            <pc:sldMk cId="3046262646" sldId="267"/>
            <ac:spMk id="14" creationId="{99557432-8B4D-4AAA-AB78-AB816D0CDC62}"/>
          </ac:spMkLst>
        </pc:spChg>
        <pc:spChg chg="add mod">
          <ac:chgData name="Troels Mortensen (TRMO) | VIA" userId="48eeef65-5bf8-474b-9082-b56af31dd25e" providerId="ADAL" clId="{D1D70EA8-438A-4B0D-A7BB-B5EC525C22B7}" dt="2026-04-14T08:24:45.527" v="1757" actId="196"/>
          <ac:spMkLst>
            <pc:docMk/>
            <pc:sldMk cId="3046262646" sldId="267"/>
            <ac:spMk id="16" creationId="{CCC5AEC2-127B-42AE-3D94-736A21935733}"/>
          </ac:spMkLst>
        </pc:spChg>
        <pc:spChg chg="add mod">
          <ac:chgData name="Troels Mortensen (TRMO) | VIA" userId="48eeef65-5bf8-474b-9082-b56af31dd25e" providerId="ADAL" clId="{D1D70EA8-438A-4B0D-A7BB-B5EC525C22B7}" dt="2026-04-14T08:27:47.570" v="1795" actId="1076"/>
          <ac:spMkLst>
            <pc:docMk/>
            <pc:sldMk cId="3046262646" sldId="267"/>
            <ac:spMk id="17" creationId="{4C29EB23-2781-E5AA-2F82-070426A4F25D}"/>
          </ac:spMkLst>
        </pc:spChg>
      </pc:sldChg>
      <pc:sldChg chg="addSp delSp modSp add mod modTransition addAnim delAnim modAnim">
        <pc:chgData name="Troels Mortensen (TRMO) | VIA" userId="48eeef65-5bf8-474b-9082-b56af31dd25e" providerId="ADAL" clId="{D1D70EA8-438A-4B0D-A7BB-B5EC525C22B7}" dt="2026-04-24T06:39:11.105" v="3930"/>
        <pc:sldMkLst>
          <pc:docMk/>
          <pc:sldMk cId="806801912" sldId="268"/>
        </pc:sldMkLst>
        <pc:spChg chg="mod">
          <ac:chgData name="Troels Mortensen (TRMO) | VIA" userId="48eeef65-5bf8-474b-9082-b56af31dd25e" providerId="ADAL" clId="{D1D70EA8-438A-4B0D-A7BB-B5EC525C22B7}" dt="2026-04-14T08:29:16.765" v="1803" actId="1076"/>
          <ac:spMkLst>
            <pc:docMk/>
            <pc:sldMk cId="806801912" sldId="268"/>
            <ac:spMk id="2" creationId="{A5F54DC3-59EA-0E0F-D649-52E5F9FCB23C}"/>
          </ac:spMkLst>
        </pc:spChg>
        <pc:spChg chg="ord">
          <ac:chgData name="Troels Mortensen (TRMO) | VIA" userId="48eeef65-5bf8-474b-9082-b56af31dd25e" providerId="ADAL" clId="{D1D70EA8-438A-4B0D-A7BB-B5EC525C22B7}" dt="2026-04-14T08:31:44.507" v="1850" actId="166"/>
          <ac:spMkLst>
            <pc:docMk/>
            <pc:sldMk cId="806801912" sldId="268"/>
            <ac:spMk id="3" creationId="{97AAEC68-7FF9-11DE-9510-D7FFA7A75FFA}"/>
          </ac:spMkLst>
        </pc:spChg>
        <pc:spChg chg="mod ord">
          <ac:chgData name="Troels Mortensen (TRMO) | VIA" userId="48eeef65-5bf8-474b-9082-b56af31dd25e" providerId="ADAL" clId="{D1D70EA8-438A-4B0D-A7BB-B5EC525C22B7}" dt="2026-04-14T08:31:44.507" v="1850" actId="166"/>
          <ac:spMkLst>
            <pc:docMk/>
            <pc:sldMk cId="806801912" sldId="268"/>
            <ac:spMk id="5" creationId="{F4B1698D-5F47-B0A9-3910-6480BC68007A}"/>
          </ac:spMkLst>
        </pc:spChg>
        <pc:spChg chg="mod ord">
          <ac:chgData name="Troels Mortensen (TRMO) | VIA" userId="48eeef65-5bf8-474b-9082-b56af31dd25e" providerId="ADAL" clId="{D1D70EA8-438A-4B0D-A7BB-B5EC525C22B7}" dt="2026-04-14T08:31:44.507" v="1850" actId="166"/>
          <ac:spMkLst>
            <pc:docMk/>
            <pc:sldMk cId="806801912" sldId="268"/>
            <ac:spMk id="6" creationId="{D1A11596-6792-6B92-FED4-B6839293C53A}"/>
          </ac:spMkLst>
        </pc:spChg>
        <pc:spChg chg="mod ord">
          <ac:chgData name="Troels Mortensen (TRMO) | VIA" userId="48eeef65-5bf8-474b-9082-b56af31dd25e" providerId="ADAL" clId="{D1D70EA8-438A-4B0D-A7BB-B5EC525C22B7}" dt="2026-04-14T08:31:44.507" v="1850" actId="166"/>
          <ac:spMkLst>
            <pc:docMk/>
            <pc:sldMk cId="806801912" sldId="268"/>
            <ac:spMk id="8" creationId="{9B4B5D3E-A4CB-8C95-93B5-92D26554572C}"/>
          </ac:spMkLst>
        </pc:spChg>
        <pc:spChg chg="mod ord">
          <ac:chgData name="Troels Mortensen (TRMO) | VIA" userId="48eeef65-5bf8-474b-9082-b56af31dd25e" providerId="ADAL" clId="{D1D70EA8-438A-4B0D-A7BB-B5EC525C22B7}" dt="2026-04-14T08:31:44.507" v="1850" actId="166"/>
          <ac:spMkLst>
            <pc:docMk/>
            <pc:sldMk cId="806801912" sldId="268"/>
            <ac:spMk id="9" creationId="{46B4A68F-21E7-2C4E-2AC8-7E4D0E373196}"/>
          </ac:spMkLst>
        </pc:spChg>
        <pc:spChg chg="mod ord">
          <ac:chgData name="Troels Mortensen (TRMO) | VIA" userId="48eeef65-5bf8-474b-9082-b56af31dd25e" providerId="ADAL" clId="{D1D70EA8-438A-4B0D-A7BB-B5EC525C22B7}" dt="2026-04-14T08:31:44.507" v="1850" actId="166"/>
          <ac:spMkLst>
            <pc:docMk/>
            <pc:sldMk cId="806801912" sldId="268"/>
            <ac:spMk id="10" creationId="{5A0AA9CB-B0DE-2642-8131-BAC4E0467050}"/>
          </ac:spMkLst>
        </pc:spChg>
        <pc:spChg chg="mod ord">
          <ac:chgData name="Troels Mortensen (TRMO) | VIA" userId="48eeef65-5bf8-474b-9082-b56af31dd25e" providerId="ADAL" clId="{D1D70EA8-438A-4B0D-A7BB-B5EC525C22B7}" dt="2026-04-14T08:31:44.507" v="1850" actId="166"/>
          <ac:spMkLst>
            <pc:docMk/>
            <pc:sldMk cId="806801912" sldId="268"/>
            <ac:spMk id="11" creationId="{26ED8804-F7E9-FF90-B682-8145C70B8D81}"/>
          </ac:spMkLst>
        </pc:spChg>
        <pc:spChg chg="mod ord">
          <ac:chgData name="Troels Mortensen (TRMO) | VIA" userId="48eeef65-5bf8-474b-9082-b56af31dd25e" providerId="ADAL" clId="{D1D70EA8-438A-4B0D-A7BB-B5EC525C22B7}" dt="2026-04-14T08:31:44.507" v="1850" actId="166"/>
          <ac:spMkLst>
            <pc:docMk/>
            <pc:sldMk cId="806801912" sldId="268"/>
            <ac:spMk id="13" creationId="{052FB93E-8971-3D39-0503-85200FD8DE46}"/>
          </ac:spMkLst>
        </pc:spChg>
        <pc:spChg chg="mod ord">
          <ac:chgData name="Troels Mortensen (TRMO) | VIA" userId="48eeef65-5bf8-474b-9082-b56af31dd25e" providerId="ADAL" clId="{D1D70EA8-438A-4B0D-A7BB-B5EC525C22B7}" dt="2026-04-14T08:31:44.507" v="1850" actId="166"/>
          <ac:spMkLst>
            <pc:docMk/>
            <pc:sldMk cId="806801912" sldId="268"/>
            <ac:spMk id="14" creationId="{E60DE5ED-F362-26D6-F6E7-A256F201B321}"/>
          </ac:spMkLst>
        </pc:spChg>
        <pc:spChg chg="add mod">
          <ac:chgData name="Troels Mortensen (TRMO) | VIA" userId="48eeef65-5bf8-474b-9082-b56af31dd25e" providerId="ADAL" clId="{D1D70EA8-438A-4B0D-A7BB-B5EC525C22B7}" dt="2026-04-14T08:29:32.828" v="1807" actId="14100"/>
          <ac:spMkLst>
            <pc:docMk/>
            <pc:sldMk cId="806801912" sldId="268"/>
            <ac:spMk id="15" creationId="{44B6BC0E-9E77-5FFF-D230-32FC3870F957}"/>
          </ac:spMkLst>
        </pc:spChg>
        <pc:spChg chg="mod ord">
          <ac:chgData name="Troels Mortensen (TRMO) | VIA" userId="48eeef65-5bf8-474b-9082-b56af31dd25e" providerId="ADAL" clId="{D1D70EA8-438A-4B0D-A7BB-B5EC525C22B7}" dt="2026-04-14T08:31:44.507" v="1850" actId="166"/>
          <ac:spMkLst>
            <pc:docMk/>
            <pc:sldMk cId="806801912" sldId="268"/>
            <ac:spMk id="16" creationId="{3EDB13FC-3AD9-53EF-F336-DB3954D197B7}"/>
          </ac:spMkLst>
        </pc:spChg>
        <pc:spChg chg="add mod">
          <ac:chgData name="Troels Mortensen (TRMO) | VIA" userId="48eeef65-5bf8-474b-9082-b56af31dd25e" providerId="ADAL" clId="{D1D70EA8-438A-4B0D-A7BB-B5EC525C22B7}" dt="2026-04-14T08:30:55.312" v="1838" actId="14100"/>
          <ac:spMkLst>
            <pc:docMk/>
            <pc:sldMk cId="806801912" sldId="268"/>
            <ac:spMk id="18" creationId="{B5BC214C-157E-557A-BDBB-85126574C0B8}"/>
          </ac:spMkLst>
        </pc:spChg>
        <pc:spChg chg="add mod">
          <ac:chgData name="Troels Mortensen (TRMO) | VIA" userId="48eeef65-5bf8-474b-9082-b56af31dd25e" providerId="ADAL" clId="{D1D70EA8-438A-4B0D-A7BB-B5EC525C22B7}" dt="2026-04-14T08:30:14.871" v="1825" actId="207"/>
          <ac:spMkLst>
            <pc:docMk/>
            <pc:sldMk cId="806801912" sldId="268"/>
            <ac:spMk id="19" creationId="{D298F6C3-C1BF-7510-FAE2-ACC8797FBDA1}"/>
          </ac:spMkLst>
        </pc:spChg>
        <pc:spChg chg="add mod">
          <ac:chgData name="Troels Mortensen (TRMO) | VIA" userId="48eeef65-5bf8-474b-9082-b56af31dd25e" providerId="ADAL" clId="{D1D70EA8-438A-4B0D-A7BB-B5EC525C22B7}" dt="2026-04-14T08:30:45.603" v="1835" actId="14100"/>
          <ac:spMkLst>
            <pc:docMk/>
            <pc:sldMk cId="806801912" sldId="268"/>
            <ac:spMk id="22" creationId="{C79EF404-889D-22A5-39C9-7587394B124F}"/>
          </ac:spMkLst>
        </pc:spChg>
        <pc:spChg chg="add mod">
          <ac:chgData name="Troels Mortensen (TRMO) | VIA" userId="48eeef65-5bf8-474b-9082-b56af31dd25e" providerId="ADAL" clId="{D1D70EA8-438A-4B0D-A7BB-B5EC525C22B7}" dt="2026-04-14T08:30:57.881" v="1839" actId="1076"/>
          <ac:spMkLst>
            <pc:docMk/>
            <pc:sldMk cId="806801912" sldId="268"/>
            <ac:spMk id="23" creationId="{5A9EEE07-75F3-B633-75D8-530996E5F449}"/>
          </ac:spMkLst>
        </pc:spChg>
        <pc:cxnChg chg="add mod">
          <ac:chgData name="Troels Mortensen (TRMO) | VIA" userId="48eeef65-5bf8-474b-9082-b56af31dd25e" providerId="ADAL" clId="{D1D70EA8-438A-4B0D-A7BB-B5EC525C22B7}" dt="2026-04-14T08:30:28.381" v="1829" actId="693"/>
          <ac:cxnSpMkLst>
            <pc:docMk/>
            <pc:sldMk cId="806801912" sldId="268"/>
            <ac:cxnSpMk id="21" creationId="{EABDE7C6-C0D3-B615-5A05-00FCCEA83832}"/>
          </ac:cxnSpMkLst>
        </pc:cxnChg>
      </pc:sldChg>
      <pc:sldChg chg="addSp delSp modSp add mod modTransition addAnim delAnim modAnim">
        <pc:chgData name="Troels Mortensen (TRMO) | VIA" userId="48eeef65-5bf8-474b-9082-b56af31dd25e" providerId="ADAL" clId="{D1D70EA8-438A-4B0D-A7BB-B5EC525C22B7}" dt="2026-04-14T08:39:55.863" v="1905"/>
        <pc:sldMkLst>
          <pc:docMk/>
          <pc:sldMk cId="1193386809" sldId="269"/>
        </pc:sldMkLst>
        <pc:spChg chg="mod">
          <ac:chgData name="Troels Mortensen (TRMO) | VIA" userId="48eeef65-5bf8-474b-9082-b56af31dd25e" providerId="ADAL" clId="{D1D70EA8-438A-4B0D-A7BB-B5EC525C22B7}" dt="2026-04-14T08:35:15.826" v="1872" actId="14100"/>
          <ac:spMkLst>
            <pc:docMk/>
            <pc:sldMk cId="1193386809" sldId="269"/>
            <ac:spMk id="2" creationId="{F50B4852-8EC3-FF91-73F8-956599EA2114}"/>
          </ac:spMkLst>
        </pc:spChg>
        <pc:spChg chg="mod">
          <ac:chgData name="Troels Mortensen (TRMO) | VIA" userId="48eeef65-5bf8-474b-9082-b56af31dd25e" providerId="ADAL" clId="{D1D70EA8-438A-4B0D-A7BB-B5EC525C22B7}" dt="2026-04-14T08:34:24.085" v="1862" actId="1076"/>
          <ac:spMkLst>
            <pc:docMk/>
            <pc:sldMk cId="1193386809" sldId="269"/>
            <ac:spMk id="4" creationId="{E17DBDA0-0B54-29A9-2C6E-0217FAD72889}"/>
          </ac:spMkLst>
        </pc:spChg>
        <pc:spChg chg="add mod">
          <ac:chgData name="Troels Mortensen (TRMO) | VIA" userId="48eeef65-5bf8-474b-9082-b56af31dd25e" providerId="ADAL" clId="{D1D70EA8-438A-4B0D-A7BB-B5EC525C22B7}" dt="2026-04-14T08:34:23.721" v="1861" actId="1582"/>
          <ac:spMkLst>
            <pc:docMk/>
            <pc:sldMk cId="1193386809" sldId="269"/>
            <ac:spMk id="17" creationId="{A74D7C10-11CF-7097-BFC3-F196C2005337}"/>
          </ac:spMkLst>
        </pc:spChg>
        <pc:spChg chg="mod">
          <ac:chgData name="Troels Mortensen (TRMO) | VIA" userId="48eeef65-5bf8-474b-9082-b56af31dd25e" providerId="ADAL" clId="{D1D70EA8-438A-4B0D-A7BB-B5EC525C22B7}" dt="2026-04-14T08:39:07.615" v="1892"/>
          <ac:spMkLst>
            <pc:docMk/>
            <pc:sldMk cId="1193386809" sldId="269"/>
            <ac:spMk id="27" creationId="{4ED2FB25-86DE-703C-54C7-0DA2D3221781}"/>
          </ac:spMkLst>
        </pc:spChg>
        <pc:spChg chg="mod">
          <ac:chgData name="Troels Mortensen (TRMO) | VIA" userId="48eeef65-5bf8-474b-9082-b56af31dd25e" providerId="ADAL" clId="{D1D70EA8-438A-4B0D-A7BB-B5EC525C22B7}" dt="2026-04-14T08:39:07.615" v="1892"/>
          <ac:spMkLst>
            <pc:docMk/>
            <pc:sldMk cId="1193386809" sldId="269"/>
            <ac:spMk id="28" creationId="{B08EEE5B-3E87-2CBA-4FC4-1AA88FBDEC03}"/>
          </ac:spMkLst>
        </pc:spChg>
        <pc:spChg chg="mod">
          <ac:chgData name="Troels Mortensen (TRMO) | VIA" userId="48eeef65-5bf8-474b-9082-b56af31dd25e" providerId="ADAL" clId="{D1D70EA8-438A-4B0D-A7BB-B5EC525C22B7}" dt="2026-04-14T08:39:07.615" v="1892"/>
          <ac:spMkLst>
            <pc:docMk/>
            <pc:sldMk cId="1193386809" sldId="269"/>
            <ac:spMk id="29" creationId="{E110D32A-7AE1-9880-CAC7-4E91227A4BFA}"/>
          </ac:spMkLst>
        </pc:spChg>
        <pc:spChg chg="mod">
          <ac:chgData name="Troels Mortensen (TRMO) | VIA" userId="48eeef65-5bf8-474b-9082-b56af31dd25e" providerId="ADAL" clId="{D1D70EA8-438A-4B0D-A7BB-B5EC525C22B7}" dt="2026-04-14T08:39:07.615" v="1892"/>
          <ac:spMkLst>
            <pc:docMk/>
            <pc:sldMk cId="1193386809" sldId="269"/>
            <ac:spMk id="30" creationId="{C2C6E41A-DC4E-FB03-91B0-C7F10A93E83B}"/>
          </ac:spMkLst>
        </pc:spChg>
        <pc:spChg chg="mod">
          <ac:chgData name="Troels Mortensen (TRMO) | VIA" userId="48eeef65-5bf8-474b-9082-b56af31dd25e" providerId="ADAL" clId="{D1D70EA8-438A-4B0D-A7BB-B5EC525C22B7}" dt="2026-04-14T08:39:36.514" v="1899"/>
          <ac:spMkLst>
            <pc:docMk/>
            <pc:sldMk cId="1193386809" sldId="269"/>
            <ac:spMk id="32" creationId="{8C74477A-27AB-DF93-365A-97C8481985AE}"/>
          </ac:spMkLst>
        </pc:spChg>
        <pc:spChg chg="mod">
          <ac:chgData name="Troels Mortensen (TRMO) | VIA" userId="48eeef65-5bf8-474b-9082-b56af31dd25e" providerId="ADAL" clId="{D1D70EA8-438A-4B0D-A7BB-B5EC525C22B7}" dt="2026-04-14T08:39:36.514" v="1899"/>
          <ac:spMkLst>
            <pc:docMk/>
            <pc:sldMk cId="1193386809" sldId="269"/>
            <ac:spMk id="33" creationId="{F53D3CD4-7C79-50F1-FC74-67F782AAA60A}"/>
          </ac:spMkLst>
        </pc:spChg>
        <pc:spChg chg="mod">
          <ac:chgData name="Troels Mortensen (TRMO) | VIA" userId="48eeef65-5bf8-474b-9082-b56af31dd25e" providerId="ADAL" clId="{D1D70EA8-438A-4B0D-A7BB-B5EC525C22B7}" dt="2026-04-14T08:39:36.514" v="1899"/>
          <ac:spMkLst>
            <pc:docMk/>
            <pc:sldMk cId="1193386809" sldId="269"/>
            <ac:spMk id="34" creationId="{F6FA990C-0F49-93F4-7680-3E0647510D59}"/>
          </ac:spMkLst>
        </pc:spChg>
        <pc:spChg chg="mod">
          <ac:chgData name="Troels Mortensen (TRMO) | VIA" userId="48eeef65-5bf8-474b-9082-b56af31dd25e" providerId="ADAL" clId="{D1D70EA8-438A-4B0D-A7BB-B5EC525C22B7}" dt="2026-04-14T08:39:36.514" v="1899"/>
          <ac:spMkLst>
            <pc:docMk/>
            <pc:sldMk cId="1193386809" sldId="269"/>
            <ac:spMk id="36" creationId="{012885E5-6CE7-73F6-9CED-296AA46BF161}"/>
          </ac:spMkLst>
        </pc:spChg>
        <pc:spChg chg="mod">
          <ac:chgData name="Troels Mortensen (TRMO) | VIA" userId="48eeef65-5bf8-474b-9082-b56af31dd25e" providerId="ADAL" clId="{D1D70EA8-438A-4B0D-A7BB-B5EC525C22B7}" dt="2026-04-14T08:39:36.514" v="1899"/>
          <ac:spMkLst>
            <pc:docMk/>
            <pc:sldMk cId="1193386809" sldId="269"/>
            <ac:spMk id="37" creationId="{42A53EF0-3DF1-802A-9C9C-9A4D36436FB5}"/>
          </ac:spMkLst>
        </pc:spChg>
        <pc:spChg chg="mod">
          <ac:chgData name="Troels Mortensen (TRMO) | VIA" userId="48eeef65-5bf8-474b-9082-b56af31dd25e" providerId="ADAL" clId="{D1D70EA8-438A-4B0D-A7BB-B5EC525C22B7}" dt="2026-04-14T08:39:36.514" v="1899"/>
          <ac:spMkLst>
            <pc:docMk/>
            <pc:sldMk cId="1193386809" sldId="269"/>
            <ac:spMk id="38" creationId="{41FF7010-4812-013A-9243-E86D7D276B9A}"/>
          </ac:spMkLst>
        </pc:spChg>
        <pc:grpChg chg="add mod">
          <ac:chgData name="Troels Mortensen (TRMO) | VIA" userId="48eeef65-5bf8-474b-9082-b56af31dd25e" providerId="ADAL" clId="{D1D70EA8-438A-4B0D-A7BB-B5EC525C22B7}" dt="2026-04-14T08:39:11.292" v="1893" actId="1076"/>
          <ac:grpSpMkLst>
            <pc:docMk/>
            <pc:sldMk cId="1193386809" sldId="269"/>
            <ac:grpSpMk id="26" creationId="{50B82039-5AE6-41DE-C8F4-63091E46B0D5}"/>
          </ac:grpSpMkLst>
        </pc:grpChg>
        <pc:grpChg chg="add mod">
          <ac:chgData name="Troels Mortensen (TRMO) | VIA" userId="48eeef65-5bf8-474b-9082-b56af31dd25e" providerId="ADAL" clId="{D1D70EA8-438A-4B0D-A7BB-B5EC525C22B7}" dt="2026-04-14T08:39:36.514" v="1899"/>
          <ac:grpSpMkLst>
            <pc:docMk/>
            <pc:sldMk cId="1193386809" sldId="269"/>
            <ac:grpSpMk id="31" creationId="{237D97C3-F89D-1D6A-D978-885342735BBD}"/>
          </ac:grpSpMkLst>
        </pc:grpChg>
        <pc:grpChg chg="add mod">
          <ac:chgData name="Troels Mortensen (TRMO) | VIA" userId="48eeef65-5bf8-474b-9082-b56af31dd25e" providerId="ADAL" clId="{D1D70EA8-438A-4B0D-A7BB-B5EC525C22B7}" dt="2026-04-14T08:39:39.535" v="1900" actId="1076"/>
          <ac:grpSpMkLst>
            <pc:docMk/>
            <pc:sldMk cId="1193386809" sldId="269"/>
            <ac:grpSpMk id="35" creationId="{D07217F0-5F5D-5F9A-A14F-61246621F335}"/>
          </ac:grpSpMkLst>
        </pc:grpChg>
        <pc:cxnChg chg="add mod ord">
          <ac:chgData name="Troels Mortensen (TRMO) | VIA" userId="48eeef65-5bf8-474b-9082-b56af31dd25e" providerId="ADAL" clId="{D1D70EA8-438A-4B0D-A7BB-B5EC525C22B7}" dt="2026-04-14T08:35:23.105" v="1873" actId="14100"/>
          <ac:cxnSpMkLst>
            <pc:docMk/>
            <pc:sldMk cId="1193386809" sldId="269"/>
            <ac:cxnSpMk id="24" creationId="{84173642-0C51-51AC-1A5C-558E61F5870A}"/>
          </ac:cxnSpMkLst>
        </pc:cxnChg>
      </pc:sldChg>
      <pc:sldChg chg="addSp delSp modSp add mod modAnim modNotesTx">
        <pc:chgData name="Troels Mortensen (TRMO) | VIA" userId="48eeef65-5bf8-474b-9082-b56af31dd25e" providerId="ADAL" clId="{D1D70EA8-438A-4B0D-A7BB-B5EC525C22B7}" dt="2026-04-24T06:40:02.540" v="3931"/>
        <pc:sldMkLst>
          <pc:docMk/>
          <pc:sldMk cId="1317234863" sldId="270"/>
        </pc:sldMkLst>
        <pc:spChg chg="mod">
          <ac:chgData name="Troels Mortensen (TRMO) | VIA" userId="48eeef65-5bf8-474b-9082-b56af31dd25e" providerId="ADAL" clId="{D1D70EA8-438A-4B0D-A7BB-B5EC525C22B7}" dt="2026-04-14T08:39:28.481" v="1896" actId="164"/>
          <ac:spMkLst>
            <pc:docMk/>
            <pc:sldMk cId="1317234863" sldId="270"/>
            <ac:spMk id="3" creationId="{E2AD5FCA-124C-4B41-6BBD-5E352FF355CE}"/>
          </ac:spMkLst>
        </pc:spChg>
        <pc:spChg chg="mod">
          <ac:chgData name="Troels Mortensen (TRMO) | VIA" userId="48eeef65-5bf8-474b-9082-b56af31dd25e" providerId="ADAL" clId="{D1D70EA8-438A-4B0D-A7BB-B5EC525C22B7}" dt="2026-04-14T08:39:28.481" v="1896" actId="164"/>
          <ac:spMkLst>
            <pc:docMk/>
            <pc:sldMk cId="1317234863" sldId="270"/>
            <ac:spMk id="5" creationId="{4D48830B-9E4C-C92D-9340-3AFFA8544413}"/>
          </ac:spMkLst>
        </pc:spChg>
        <pc:spChg chg="mod">
          <ac:chgData name="Troels Mortensen (TRMO) | VIA" userId="48eeef65-5bf8-474b-9082-b56af31dd25e" providerId="ADAL" clId="{D1D70EA8-438A-4B0D-A7BB-B5EC525C22B7}" dt="2026-04-14T08:39:28.481" v="1896" actId="164"/>
          <ac:spMkLst>
            <pc:docMk/>
            <pc:sldMk cId="1317234863" sldId="270"/>
            <ac:spMk id="6" creationId="{0A9CB6BF-D342-1A3E-9F97-82FCE731CFA1}"/>
          </ac:spMkLst>
        </pc:spChg>
        <pc:spChg chg="mod">
          <ac:chgData name="Troels Mortensen (TRMO) | VIA" userId="48eeef65-5bf8-474b-9082-b56af31dd25e" providerId="ADAL" clId="{D1D70EA8-438A-4B0D-A7BB-B5EC525C22B7}" dt="2026-04-14T08:39:26.937" v="1895" actId="164"/>
          <ac:spMkLst>
            <pc:docMk/>
            <pc:sldMk cId="1317234863" sldId="270"/>
            <ac:spMk id="11" creationId="{DF921412-8EA5-4C70-F92A-13BFB173C3C5}"/>
          </ac:spMkLst>
        </pc:spChg>
        <pc:spChg chg="mod">
          <ac:chgData name="Troels Mortensen (TRMO) | VIA" userId="48eeef65-5bf8-474b-9082-b56af31dd25e" providerId="ADAL" clId="{D1D70EA8-438A-4B0D-A7BB-B5EC525C22B7}" dt="2026-04-14T08:39:26.937" v="1895" actId="164"/>
          <ac:spMkLst>
            <pc:docMk/>
            <pc:sldMk cId="1317234863" sldId="270"/>
            <ac:spMk id="12" creationId="{D7701C51-3BCF-F624-3BB2-793C823B0E6C}"/>
          </ac:spMkLst>
        </pc:spChg>
        <pc:spChg chg="mod">
          <ac:chgData name="Troels Mortensen (TRMO) | VIA" userId="48eeef65-5bf8-474b-9082-b56af31dd25e" providerId="ADAL" clId="{D1D70EA8-438A-4B0D-A7BB-B5EC525C22B7}" dt="2026-04-14T08:39:26.937" v="1895" actId="164"/>
          <ac:spMkLst>
            <pc:docMk/>
            <pc:sldMk cId="1317234863" sldId="270"/>
            <ac:spMk id="13" creationId="{7559DA72-6F72-145F-048B-00AFCC6826B6}"/>
          </ac:spMkLst>
        </pc:spChg>
        <pc:spChg chg="mod">
          <ac:chgData name="Troels Mortensen (TRMO) | VIA" userId="48eeef65-5bf8-474b-9082-b56af31dd25e" providerId="ADAL" clId="{D1D70EA8-438A-4B0D-A7BB-B5EC525C22B7}" dt="2026-04-14T08:39:21.029" v="1894"/>
          <ac:spMkLst>
            <pc:docMk/>
            <pc:sldMk cId="1317234863" sldId="270"/>
            <ac:spMk id="24" creationId="{E45BA2C6-4D0E-BCE9-3D20-2E3AFB95DFDC}"/>
          </ac:spMkLst>
        </pc:spChg>
        <pc:spChg chg="mod">
          <ac:chgData name="Troels Mortensen (TRMO) | VIA" userId="48eeef65-5bf8-474b-9082-b56af31dd25e" providerId="ADAL" clId="{D1D70EA8-438A-4B0D-A7BB-B5EC525C22B7}" dt="2026-04-14T08:39:21.029" v="1894"/>
          <ac:spMkLst>
            <pc:docMk/>
            <pc:sldMk cId="1317234863" sldId="270"/>
            <ac:spMk id="25" creationId="{A3688C9F-EB98-3156-F596-6FAC2E00F4CD}"/>
          </ac:spMkLst>
        </pc:spChg>
        <pc:spChg chg="mod">
          <ac:chgData name="Troels Mortensen (TRMO) | VIA" userId="48eeef65-5bf8-474b-9082-b56af31dd25e" providerId="ADAL" clId="{D1D70EA8-438A-4B0D-A7BB-B5EC525C22B7}" dt="2026-04-14T08:39:21.029" v="1894"/>
          <ac:spMkLst>
            <pc:docMk/>
            <pc:sldMk cId="1317234863" sldId="270"/>
            <ac:spMk id="26" creationId="{2B18D7F0-BCAD-CAD1-A05A-BB6EF11310BC}"/>
          </ac:spMkLst>
        </pc:spChg>
        <pc:spChg chg="mod">
          <ac:chgData name="Troels Mortensen (TRMO) | VIA" userId="48eeef65-5bf8-474b-9082-b56af31dd25e" providerId="ADAL" clId="{D1D70EA8-438A-4B0D-A7BB-B5EC525C22B7}" dt="2026-04-14T08:39:21.029" v="1894"/>
          <ac:spMkLst>
            <pc:docMk/>
            <pc:sldMk cId="1317234863" sldId="270"/>
            <ac:spMk id="27" creationId="{DBE30971-9784-67AD-531E-630CDA91F746}"/>
          </ac:spMkLst>
        </pc:spChg>
        <pc:grpChg chg="add mod">
          <ac:chgData name="Troels Mortensen (TRMO) | VIA" userId="48eeef65-5bf8-474b-9082-b56af31dd25e" providerId="ADAL" clId="{D1D70EA8-438A-4B0D-A7BB-B5EC525C22B7}" dt="2026-04-14T08:39:21.029" v="1894"/>
          <ac:grpSpMkLst>
            <pc:docMk/>
            <pc:sldMk cId="1317234863" sldId="270"/>
            <ac:grpSpMk id="20" creationId="{2F1C4274-AF29-247B-A13A-B98DDCE16601}"/>
          </ac:grpSpMkLst>
        </pc:grpChg>
        <pc:grpChg chg="add mod">
          <ac:chgData name="Troels Mortensen (TRMO) | VIA" userId="48eeef65-5bf8-474b-9082-b56af31dd25e" providerId="ADAL" clId="{D1D70EA8-438A-4B0D-A7BB-B5EC525C22B7}" dt="2026-04-14T08:39:26.937" v="1895" actId="164"/>
          <ac:grpSpMkLst>
            <pc:docMk/>
            <pc:sldMk cId="1317234863" sldId="270"/>
            <ac:grpSpMk id="28" creationId="{F282265B-D4DA-48AE-3975-D1D2B97884DB}"/>
          </ac:grpSpMkLst>
        </pc:grpChg>
        <pc:grpChg chg="add mod">
          <ac:chgData name="Troels Mortensen (TRMO) | VIA" userId="48eeef65-5bf8-474b-9082-b56af31dd25e" providerId="ADAL" clId="{D1D70EA8-438A-4B0D-A7BB-B5EC525C22B7}" dt="2026-04-14T08:39:28.481" v="1896" actId="164"/>
          <ac:grpSpMkLst>
            <pc:docMk/>
            <pc:sldMk cId="1317234863" sldId="270"/>
            <ac:grpSpMk id="29" creationId="{C28D16B0-B11E-E838-1515-4B06AC334B16}"/>
          </ac:grpSpMkLst>
        </pc:grpChg>
      </pc:sldChg>
      <pc:sldChg chg="addSp delSp modSp new mod">
        <pc:chgData name="Troels Mortensen (TRMO) | VIA" userId="48eeef65-5bf8-474b-9082-b56af31dd25e" providerId="ADAL" clId="{D1D70EA8-438A-4B0D-A7BB-B5EC525C22B7}" dt="2026-04-14T09:24:33.917" v="2991" actId="20577"/>
        <pc:sldMkLst>
          <pc:docMk/>
          <pc:sldMk cId="526887610" sldId="271"/>
        </pc:sldMkLst>
        <pc:spChg chg="mod">
          <ac:chgData name="Troels Mortensen (TRMO) | VIA" userId="48eeef65-5bf8-474b-9082-b56af31dd25e" providerId="ADAL" clId="{D1D70EA8-438A-4B0D-A7BB-B5EC525C22B7}" dt="2026-04-14T08:42:09.986" v="1931" actId="20577"/>
          <ac:spMkLst>
            <pc:docMk/>
            <pc:sldMk cId="526887610" sldId="271"/>
            <ac:spMk id="2" creationId="{E74E94EE-2DE1-F4D7-12DD-C2989915E19F}"/>
          </ac:spMkLst>
        </pc:spChg>
        <pc:spChg chg="add mod ord">
          <ac:chgData name="Troels Mortensen (TRMO) | VIA" userId="48eeef65-5bf8-474b-9082-b56af31dd25e" providerId="ADAL" clId="{D1D70EA8-438A-4B0D-A7BB-B5EC525C22B7}" dt="2026-04-14T08:45:08.127" v="2127" actId="207"/>
          <ac:spMkLst>
            <pc:docMk/>
            <pc:sldMk cId="526887610" sldId="271"/>
            <ac:spMk id="9" creationId="{DE171943-3DE7-C65F-E24E-FCB55C83AD71}"/>
          </ac:spMkLst>
        </pc:spChg>
        <pc:graphicFrameChg chg="add mod modGraphic">
          <ac:chgData name="Troels Mortensen (TRMO) | VIA" userId="48eeef65-5bf8-474b-9082-b56af31dd25e" providerId="ADAL" clId="{D1D70EA8-438A-4B0D-A7BB-B5EC525C22B7}" dt="2026-04-14T08:52:24.345" v="2186" actId="1076"/>
          <ac:graphicFrameMkLst>
            <pc:docMk/>
            <pc:sldMk cId="526887610" sldId="271"/>
            <ac:graphicFrameMk id="4" creationId="{0FDEBDF9-5FC7-B5CD-88B5-71C44A7C8206}"/>
          </ac:graphicFrameMkLst>
        </pc:graphicFrameChg>
        <pc:graphicFrameChg chg="add mod modGraphic">
          <ac:chgData name="Troels Mortensen (TRMO) | VIA" userId="48eeef65-5bf8-474b-9082-b56af31dd25e" providerId="ADAL" clId="{D1D70EA8-438A-4B0D-A7BB-B5EC525C22B7}" dt="2026-04-14T08:44:41.857" v="2114" actId="114"/>
          <ac:graphicFrameMkLst>
            <pc:docMk/>
            <pc:sldMk cId="526887610" sldId="271"/>
            <ac:graphicFrameMk id="6" creationId="{74E6D747-3FE8-3A72-BED2-6F99FE159AA4}"/>
          </ac:graphicFrameMkLst>
        </pc:graphicFrameChg>
        <pc:graphicFrameChg chg="add mod modGraphic">
          <ac:chgData name="Troels Mortensen (TRMO) | VIA" userId="48eeef65-5bf8-474b-9082-b56af31dd25e" providerId="ADAL" clId="{D1D70EA8-438A-4B0D-A7BB-B5EC525C22B7}" dt="2026-04-14T09:24:33.917" v="2991" actId="20577"/>
          <ac:graphicFrameMkLst>
            <pc:docMk/>
            <pc:sldMk cId="526887610" sldId="271"/>
            <ac:graphicFrameMk id="7" creationId="{8FA835E7-491A-FEEF-16BE-C7DF7992D75C}"/>
          </ac:graphicFrameMkLst>
        </pc:graphicFrameChg>
        <pc:graphicFrameChg chg="add mod modGraphic">
          <ac:chgData name="Troels Mortensen (TRMO) | VIA" userId="48eeef65-5bf8-474b-9082-b56af31dd25e" providerId="ADAL" clId="{D1D70EA8-438A-4B0D-A7BB-B5EC525C22B7}" dt="2026-04-14T08:44:54.997" v="2120" actId="1076"/>
          <ac:graphicFrameMkLst>
            <pc:docMk/>
            <pc:sldMk cId="526887610" sldId="271"/>
            <ac:graphicFrameMk id="8" creationId="{A898ADA6-0394-6642-B901-1B76CACFA047}"/>
          </ac:graphicFrameMkLst>
        </pc:graphicFrameChg>
        <pc:cxnChg chg="add mod">
          <ac:chgData name="Troels Mortensen (TRMO) | VIA" userId="48eeef65-5bf8-474b-9082-b56af31dd25e" providerId="ADAL" clId="{D1D70EA8-438A-4B0D-A7BB-B5EC525C22B7}" dt="2026-04-14T08:45:22.158" v="2132" actId="693"/>
          <ac:cxnSpMkLst>
            <pc:docMk/>
            <pc:sldMk cId="526887610" sldId="271"/>
            <ac:cxnSpMk id="11" creationId="{70114173-431F-4BFB-7E7B-5A38D2068AC3}"/>
          </ac:cxnSpMkLst>
        </pc:cxnChg>
        <pc:cxnChg chg="add mod">
          <ac:chgData name="Troels Mortensen (TRMO) | VIA" userId="48eeef65-5bf8-474b-9082-b56af31dd25e" providerId="ADAL" clId="{D1D70EA8-438A-4B0D-A7BB-B5EC525C22B7}" dt="2026-04-14T08:45:28.261" v="2135" actId="14100"/>
          <ac:cxnSpMkLst>
            <pc:docMk/>
            <pc:sldMk cId="526887610" sldId="271"/>
            <ac:cxnSpMk id="12" creationId="{5C5A5950-3C28-9A88-A6A9-ACAB293544CA}"/>
          </ac:cxnSpMkLst>
        </pc:cxnChg>
        <pc:cxnChg chg="add mod">
          <ac:chgData name="Troels Mortensen (TRMO) | VIA" userId="48eeef65-5bf8-474b-9082-b56af31dd25e" providerId="ADAL" clId="{D1D70EA8-438A-4B0D-A7BB-B5EC525C22B7}" dt="2026-04-14T08:52:24.345" v="2186" actId="1076"/>
          <ac:cxnSpMkLst>
            <pc:docMk/>
            <pc:sldMk cId="526887610" sldId="271"/>
            <ac:cxnSpMk id="16" creationId="{1CD92C69-3524-6ACA-C35B-E53FEB61CF89}"/>
          </ac:cxnSpMkLst>
        </pc:cxnChg>
      </pc:sldChg>
      <pc:sldChg chg="addSp delSp modSp new mod modAnim">
        <pc:chgData name="Troels Mortensen (TRMO) | VIA" userId="48eeef65-5bf8-474b-9082-b56af31dd25e" providerId="ADAL" clId="{D1D70EA8-438A-4B0D-A7BB-B5EC525C22B7}" dt="2026-04-14T09:12:52.216" v="2199"/>
        <pc:sldMkLst>
          <pc:docMk/>
          <pc:sldMk cId="2336515238" sldId="272"/>
        </pc:sldMkLst>
        <pc:spChg chg="mod">
          <ac:chgData name="Troels Mortensen (TRMO) | VIA" userId="48eeef65-5bf8-474b-9082-b56af31dd25e" providerId="ADAL" clId="{D1D70EA8-438A-4B0D-A7BB-B5EC525C22B7}" dt="2026-04-14T08:52:39.279" v="2191" actId="20577"/>
          <ac:spMkLst>
            <pc:docMk/>
            <pc:sldMk cId="2336515238" sldId="272"/>
            <ac:spMk id="2" creationId="{9EEE2A58-1611-21AD-DC37-DC7005BAF73D}"/>
          </ac:spMkLst>
        </pc:spChg>
        <pc:spChg chg="add mod">
          <ac:chgData name="Troels Mortensen (TRMO) | VIA" userId="48eeef65-5bf8-474b-9082-b56af31dd25e" providerId="ADAL" clId="{D1D70EA8-438A-4B0D-A7BB-B5EC525C22B7}" dt="2026-04-14T08:52:53.462" v="2194" actId="14100"/>
          <ac:spMkLst>
            <pc:docMk/>
            <pc:sldMk cId="2336515238" sldId="272"/>
            <ac:spMk id="5" creationId="{3B1C131A-A2E9-6E7D-6106-51D5EF0C374E}"/>
          </ac:spMkLst>
        </pc:spChg>
        <pc:spChg chg="add mod">
          <ac:chgData name="Troels Mortensen (TRMO) | VIA" userId="48eeef65-5bf8-474b-9082-b56af31dd25e" providerId="ADAL" clId="{D1D70EA8-438A-4B0D-A7BB-B5EC525C22B7}" dt="2026-04-14T09:10:42.613" v="2198" actId="207"/>
          <ac:spMkLst>
            <pc:docMk/>
            <pc:sldMk cId="2336515238" sldId="272"/>
            <ac:spMk id="6" creationId="{82301940-EACB-280F-6FEC-13C93D8459CF}"/>
          </ac:spMkLst>
        </pc:spChg>
      </pc:sldChg>
      <pc:sldChg chg="addSp delSp modSp add mod modTransition delAnim">
        <pc:chgData name="Troels Mortensen (TRMO) | VIA" userId="48eeef65-5bf8-474b-9082-b56af31dd25e" providerId="ADAL" clId="{D1D70EA8-438A-4B0D-A7BB-B5EC525C22B7}" dt="2026-04-14T09:16:41.896" v="2216" actId="478"/>
        <pc:sldMkLst>
          <pc:docMk/>
          <pc:sldMk cId="1060434694" sldId="273"/>
        </pc:sldMkLst>
        <pc:spChg chg="add mod">
          <ac:chgData name="Troels Mortensen (TRMO) | VIA" userId="48eeef65-5bf8-474b-9082-b56af31dd25e" providerId="ADAL" clId="{D1D70EA8-438A-4B0D-A7BB-B5EC525C22B7}" dt="2026-04-14T09:15:12.483" v="2201" actId="478"/>
          <ac:spMkLst>
            <pc:docMk/>
            <pc:sldMk cId="1060434694" sldId="273"/>
            <ac:spMk id="4" creationId="{0AC6614A-D05D-5107-1D7C-A87D59D0E63C}"/>
          </ac:spMkLst>
        </pc:spChg>
        <pc:spChg chg="ord">
          <ac:chgData name="Troels Mortensen (TRMO) | VIA" userId="48eeef65-5bf8-474b-9082-b56af31dd25e" providerId="ADAL" clId="{D1D70EA8-438A-4B0D-A7BB-B5EC525C22B7}" dt="2026-04-14T09:16:14.842" v="2213" actId="167"/>
          <ac:spMkLst>
            <pc:docMk/>
            <pc:sldMk cId="1060434694" sldId="273"/>
            <ac:spMk id="5" creationId="{60C57B79-2103-D625-0CF4-352E72D45821}"/>
          </ac:spMkLst>
        </pc:spChg>
        <pc:spChg chg="add mod">
          <ac:chgData name="Troels Mortensen (TRMO) | VIA" userId="48eeef65-5bf8-474b-9082-b56af31dd25e" providerId="ADAL" clId="{D1D70EA8-438A-4B0D-A7BB-B5EC525C22B7}" dt="2026-04-14T09:15:52.383" v="2209" actId="207"/>
          <ac:spMkLst>
            <pc:docMk/>
            <pc:sldMk cId="1060434694" sldId="273"/>
            <ac:spMk id="8" creationId="{88301E7A-1FB3-21BA-B2D3-E7964C291B61}"/>
          </ac:spMkLst>
        </pc:spChg>
        <pc:spChg chg="add mod ord">
          <ac:chgData name="Troels Mortensen (TRMO) | VIA" userId="48eeef65-5bf8-474b-9082-b56af31dd25e" providerId="ADAL" clId="{D1D70EA8-438A-4B0D-A7BB-B5EC525C22B7}" dt="2026-04-14T09:16:20.453" v="2214" actId="14100"/>
          <ac:spMkLst>
            <pc:docMk/>
            <pc:sldMk cId="1060434694" sldId="273"/>
            <ac:spMk id="9" creationId="{B3949283-3AE3-1841-8ABE-9C0C8DA8A539}"/>
          </ac:spMkLst>
        </pc:spChg>
      </pc:sldChg>
      <pc:sldChg chg="addSp delSp modSp add mod">
        <pc:chgData name="Troels Mortensen (TRMO) | VIA" userId="48eeef65-5bf8-474b-9082-b56af31dd25e" providerId="ADAL" clId="{D1D70EA8-438A-4B0D-A7BB-B5EC525C22B7}" dt="2026-04-14T09:17:31.797" v="2225" actId="1076"/>
        <pc:sldMkLst>
          <pc:docMk/>
          <pc:sldMk cId="2169043689" sldId="274"/>
        </pc:sldMkLst>
        <pc:spChg chg="add mod">
          <ac:chgData name="Troels Mortensen (TRMO) | VIA" userId="48eeef65-5bf8-474b-9082-b56af31dd25e" providerId="ADAL" clId="{D1D70EA8-438A-4B0D-A7BB-B5EC525C22B7}" dt="2026-04-14T09:17:31.797" v="2225" actId="1076"/>
          <ac:spMkLst>
            <pc:docMk/>
            <pc:sldMk cId="2169043689" sldId="274"/>
            <ac:spMk id="3" creationId="{22160489-1ED2-50E8-22B1-F7E7F6A3F998}"/>
          </ac:spMkLst>
        </pc:spChg>
        <pc:spChg chg="mod">
          <ac:chgData name="Troels Mortensen (TRMO) | VIA" userId="48eeef65-5bf8-474b-9082-b56af31dd25e" providerId="ADAL" clId="{D1D70EA8-438A-4B0D-A7BB-B5EC525C22B7}" dt="2026-04-14T09:17:05.158" v="2220" actId="14100"/>
          <ac:spMkLst>
            <pc:docMk/>
            <pc:sldMk cId="2169043689" sldId="274"/>
            <ac:spMk id="9" creationId="{7F835DC4-6D2D-BA28-08A4-B445FEF52790}"/>
          </ac:spMkLst>
        </pc:spChg>
      </pc:sldChg>
      <pc:sldChg chg="addSp delSp modSp new mod modClrScheme chgLayout">
        <pc:chgData name="Troels Mortensen (TRMO) | VIA" userId="48eeef65-5bf8-474b-9082-b56af31dd25e" providerId="ADAL" clId="{D1D70EA8-438A-4B0D-A7BB-B5EC525C22B7}" dt="2026-04-14T09:18:04.564" v="2233" actId="20577"/>
        <pc:sldMkLst>
          <pc:docMk/>
          <pc:sldMk cId="3228133033" sldId="275"/>
        </pc:sldMkLst>
        <pc:spChg chg="add mod ord">
          <ac:chgData name="Troels Mortensen (TRMO) | VIA" userId="48eeef65-5bf8-474b-9082-b56af31dd25e" providerId="ADAL" clId="{D1D70EA8-438A-4B0D-A7BB-B5EC525C22B7}" dt="2026-04-14T09:18:04.564" v="2233" actId="20577"/>
          <ac:spMkLst>
            <pc:docMk/>
            <pc:sldMk cId="3228133033" sldId="275"/>
            <ac:spMk id="4" creationId="{22C4EEAC-282A-BD19-3716-0AA83B8B791D}"/>
          </ac:spMkLst>
        </pc:spChg>
        <pc:spChg chg="add mod ord">
          <ac:chgData name="Troels Mortensen (TRMO) | VIA" userId="48eeef65-5bf8-474b-9082-b56af31dd25e" providerId="ADAL" clId="{D1D70EA8-438A-4B0D-A7BB-B5EC525C22B7}" dt="2026-04-14T09:18:02.002" v="2227" actId="700"/>
          <ac:spMkLst>
            <pc:docMk/>
            <pc:sldMk cId="3228133033" sldId="275"/>
            <ac:spMk id="5" creationId="{3860AB05-88CF-A4F7-000C-74632949DB50}"/>
          </ac:spMkLst>
        </pc:spChg>
      </pc:sldChg>
      <pc:sldChg chg="addSp delSp modSp new mod modClrScheme chgLayout">
        <pc:chgData name="Troels Mortensen (TRMO) | VIA" userId="48eeef65-5bf8-474b-9082-b56af31dd25e" providerId="ADAL" clId="{D1D70EA8-438A-4B0D-A7BB-B5EC525C22B7}" dt="2026-04-14T09:18:23.752" v="2250" actId="20577"/>
        <pc:sldMkLst>
          <pc:docMk/>
          <pc:sldMk cId="3536123878" sldId="276"/>
        </pc:sldMkLst>
        <pc:spChg chg="add mod ord">
          <ac:chgData name="Troels Mortensen (TRMO) | VIA" userId="48eeef65-5bf8-474b-9082-b56af31dd25e" providerId="ADAL" clId="{D1D70EA8-438A-4B0D-A7BB-B5EC525C22B7}" dt="2026-04-14T09:18:23.752" v="2250" actId="20577"/>
          <ac:spMkLst>
            <pc:docMk/>
            <pc:sldMk cId="3536123878" sldId="276"/>
            <ac:spMk id="4" creationId="{2EA65EC6-32F1-3E6B-38D1-8B29ECE103F5}"/>
          </ac:spMkLst>
        </pc:spChg>
        <pc:spChg chg="add mod ord">
          <ac:chgData name="Troels Mortensen (TRMO) | VIA" userId="48eeef65-5bf8-474b-9082-b56af31dd25e" providerId="ADAL" clId="{D1D70EA8-438A-4B0D-A7BB-B5EC525C22B7}" dt="2026-04-14T09:18:10.987" v="2235" actId="700"/>
          <ac:spMkLst>
            <pc:docMk/>
            <pc:sldMk cId="3536123878" sldId="276"/>
            <ac:spMk id="5" creationId="{CC84DD6D-4202-6DA4-C37A-A038F8ACC012}"/>
          </ac:spMkLst>
        </pc:spChg>
      </pc:sldChg>
      <pc:sldChg chg="modSp new mod">
        <pc:chgData name="Troels Mortensen (TRMO) | VIA" userId="48eeef65-5bf8-474b-9082-b56af31dd25e" providerId="ADAL" clId="{D1D70EA8-438A-4B0D-A7BB-B5EC525C22B7}" dt="2026-04-14T09:22:01.832" v="2843" actId="20577"/>
        <pc:sldMkLst>
          <pc:docMk/>
          <pc:sldMk cId="3178357768" sldId="277"/>
        </pc:sldMkLst>
        <pc:spChg chg="mod">
          <ac:chgData name="Troels Mortensen (TRMO) | VIA" userId="48eeef65-5bf8-474b-9082-b56af31dd25e" providerId="ADAL" clId="{D1D70EA8-438A-4B0D-A7BB-B5EC525C22B7}" dt="2026-04-14T09:18:55.870" v="2259" actId="20577"/>
          <ac:spMkLst>
            <pc:docMk/>
            <pc:sldMk cId="3178357768" sldId="277"/>
            <ac:spMk id="2" creationId="{F25660C9-DCB2-49D9-05EA-EE7D2069BA25}"/>
          </ac:spMkLst>
        </pc:spChg>
        <pc:spChg chg="mod">
          <ac:chgData name="Troels Mortensen (TRMO) | VIA" userId="48eeef65-5bf8-474b-9082-b56af31dd25e" providerId="ADAL" clId="{D1D70EA8-438A-4B0D-A7BB-B5EC525C22B7}" dt="2026-04-14T09:22:01.832" v="2843" actId="20577"/>
          <ac:spMkLst>
            <pc:docMk/>
            <pc:sldMk cId="3178357768" sldId="277"/>
            <ac:spMk id="3" creationId="{0F711B38-C984-0C6F-4C94-801CA757F20C}"/>
          </ac:spMkLst>
        </pc:spChg>
      </pc:sldChg>
      <pc:sldChg chg="addSp delSp modSp new mod addAnim delAnim modAnim">
        <pc:chgData name="Troels Mortensen (TRMO) | VIA" userId="48eeef65-5bf8-474b-9082-b56af31dd25e" providerId="ADAL" clId="{D1D70EA8-438A-4B0D-A7BB-B5EC525C22B7}" dt="2026-04-15T09:11:52.825" v="3230"/>
        <pc:sldMkLst>
          <pc:docMk/>
          <pc:sldMk cId="2649805977" sldId="278"/>
        </pc:sldMkLst>
        <pc:spChg chg="mod">
          <ac:chgData name="Troels Mortensen (TRMO) | VIA" userId="48eeef65-5bf8-474b-9082-b56af31dd25e" providerId="ADAL" clId="{D1D70EA8-438A-4B0D-A7BB-B5EC525C22B7}" dt="2026-04-14T09:22:23.739" v="2875" actId="20577"/>
          <ac:spMkLst>
            <pc:docMk/>
            <pc:sldMk cId="2649805977" sldId="278"/>
            <ac:spMk id="2" creationId="{B1104977-1ACB-0F87-6DB1-60F3FDE1ABEB}"/>
          </ac:spMkLst>
        </pc:spChg>
        <pc:spChg chg="add mod">
          <ac:chgData name="Troels Mortensen (TRMO) | VIA" userId="48eeef65-5bf8-474b-9082-b56af31dd25e" providerId="ADAL" clId="{D1D70EA8-438A-4B0D-A7BB-B5EC525C22B7}" dt="2026-04-14T09:23:46.174" v="2944" actId="1076"/>
          <ac:spMkLst>
            <pc:docMk/>
            <pc:sldMk cId="2649805977" sldId="278"/>
            <ac:spMk id="4" creationId="{DBB71B55-4DDC-7D7E-0022-9A1AEBD95F8C}"/>
          </ac:spMkLst>
        </pc:spChg>
        <pc:spChg chg="add mod">
          <ac:chgData name="Troels Mortensen (TRMO) | VIA" userId="48eeef65-5bf8-474b-9082-b56af31dd25e" providerId="ADAL" clId="{D1D70EA8-438A-4B0D-A7BB-B5EC525C22B7}" dt="2026-04-14T09:25:33.157" v="3064" actId="1076"/>
          <ac:spMkLst>
            <pc:docMk/>
            <pc:sldMk cId="2649805977" sldId="278"/>
            <ac:spMk id="23" creationId="{F12452CB-95AF-28B9-2726-362D62206223}"/>
          </ac:spMkLst>
        </pc:spChg>
        <pc:spChg chg="add mod">
          <ac:chgData name="Troels Mortensen (TRMO) | VIA" userId="48eeef65-5bf8-474b-9082-b56af31dd25e" providerId="ADAL" clId="{D1D70EA8-438A-4B0D-A7BB-B5EC525C22B7}" dt="2026-04-14T09:25:37.861" v="3085" actId="20577"/>
          <ac:spMkLst>
            <pc:docMk/>
            <pc:sldMk cId="2649805977" sldId="278"/>
            <ac:spMk id="24" creationId="{E2A183E8-3691-B147-51AA-3891259030B2}"/>
          </ac:spMkLst>
        </pc:spChg>
        <pc:spChg chg="add mod">
          <ac:chgData name="Troels Mortensen (TRMO) | VIA" userId="48eeef65-5bf8-474b-9082-b56af31dd25e" providerId="ADAL" clId="{D1D70EA8-438A-4B0D-A7BB-B5EC525C22B7}" dt="2026-04-14T09:28:05.693" v="3113" actId="1076"/>
          <ac:spMkLst>
            <pc:docMk/>
            <pc:sldMk cId="2649805977" sldId="278"/>
            <ac:spMk id="25" creationId="{D0AE9D62-BD85-9045-2892-90F9FFE1C6F3}"/>
          </ac:spMkLst>
        </pc:spChg>
        <pc:spChg chg="add mod">
          <ac:chgData name="Troels Mortensen (TRMO) | VIA" userId="48eeef65-5bf8-474b-9082-b56af31dd25e" providerId="ADAL" clId="{D1D70EA8-438A-4B0D-A7BB-B5EC525C22B7}" dt="2026-04-14T09:28:14.661" v="3154" actId="20577"/>
          <ac:spMkLst>
            <pc:docMk/>
            <pc:sldMk cId="2649805977" sldId="278"/>
            <ac:spMk id="26" creationId="{C6A1616B-FE43-3FDA-63FE-CBC4372D5033}"/>
          </ac:spMkLst>
        </pc:spChg>
        <pc:graphicFrameChg chg="add mod modGraphic">
          <ac:chgData name="Troels Mortensen (TRMO) | VIA" userId="48eeef65-5bf8-474b-9082-b56af31dd25e" providerId="ADAL" clId="{D1D70EA8-438A-4B0D-A7BB-B5EC525C22B7}" dt="2026-04-14T09:23:39.127" v="2942" actId="1076"/>
          <ac:graphicFrameMkLst>
            <pc:docMk/>
            <pc:sldMk cId="2649805977" sldId="278"/>
            <ac:graphicFrameMk id="5" creationId="{CCE8FC50-E9FF-4E88-DFE1-D243B224F655}"/>
          </ac:graphicFrameMkLst>
        </pc:graphicFrameChg>
        <pc:graphicFrameChg chg="add mod modGraphic">
          <ac:chgData name="Troels Mortensen (TRMO) | VIA" userId="48eeef65-5bf8-474b-9082-b56af31dd25e" providerId="ADAL" clId="{D1D70EA8-438A-4B0D-A7BB-B5EC525C22B7}" dt="2026-04-14T09:23:42.611" v="2943" actId="1076"/>
          <ac:graphicFrameMkLst>
            <pc:docMk/>
            <pc:sldMk cId="2649805977" sldId="278"/>
            <ac:graphicFrameMk id="6" creationId="{BF8C3A96-B300-A092-1AD7-065BB8AA043F}"/>
          </ac:graphicFrameMkLst>
        </pc:graphicFrameChg>
        <pc:graphicFrameChg chg="add mod modGraphic">
          <ac:chgData name="Troels Mortensen (TRMO) | VIA" userId="48eeef65-5bf8-474b-9082-b56af31dd25e" providerId="ADAL" clId="{D1D70EA8-438A-4B0D-A7BB-B5EC525C22B7}" dt="2026-04-14T09:25:07.861" v="3034" actId="14100"/>
          <ac:graphicFrameMkLst>
            <pc:docMk/>
            <pc:sldMk cId="2649805977" sldId="278"/>
            <ac:graphicFrameMk id="7" creationId="{95280A2B-2605-60E2-DC07-8ADC386462D0}"/>
          </ac:graphicFrameMkLst>
        </pc:graphicFrameChg>
        <pc:graphicFrameChg chg="add mod modGraphic">
          <ac:chgData name="Troels Mortensen (TRMO) | VIA" userId="48eeef65-5bf8-474b-9082-b56af31dd25e" providerId="ADAL" clId="{D1D70EA8-438A-4B0D-A7BB-B5EC525C22B7}" dt="2026-04-14T09:24:22.260" v="2985" actId="20577"/>
          <ac:graphicFrameMkLst>
            <pc:docMk/>
            <pc:sldMk cId="2649805977" sldId="278"/>
            <ac:graphicFrameMk id="8" creationId="{51225914-BAA3-812D-8FB2-6C6B209942C9}"/>
          </ac:graphicFrameMkLst>
        </pc:graphicFrameChg>
        <pc:cxnChg chg="add mod">
          <ac:chgData name="Troels Mortensen (TRMO) | VIA" userId="48eeef65-5bf8-474b-9082-b56af31dd25e" providerId="ADAL" clId="{D1D70EA8-438A-4B0D-A7BB-B5EC525C22B7}" dt="2026-04-14T09:23:50.697" v="2946" actId="1076"/>
          <ac:cxnSpMkLst>
            <pc:docMk/>
            <pc:sldMk cId="2649805977" sldId="278"/>
            <ac:cxnSpMk id="9" creationId="{1FE27F5E-B540-CB22-2AC4-BBA053DE9E8A}"/>
          </ac:cxnSpMkLst>
        </pc:cxnChg>
        <pc:cxnChg chg="add mod">
          <ac:chgData name="Troels Mortensen (TRMO) | VIA" userId="48eeef65-5bf8-474b-9082-b56af31dd25e" providerId="ADAL" clId="{D1D70EA8-438A-4B0D-A7BB-B5EC525C22B7}" dt="2026-04-14T09:23:42.611" v="2943" actId="1076"/>
          <ac:cxnSpMkLst>
            <pc:docMk/>
            <pc:sldMk cId="2649805977" sldId="278"/>
            <ac:cxnSpMk id="11" creationId="{3079D41C-98DE-4DEE-4FEE-937AC99E73B2}"/>
          </ac:cxnSpMkLst>
        </pc:cxnChg>
        <pc:cxnChg chg="add mod">
          <ac:chgData name="Troels Mortensen (TRMO) | VIA" userId="48eeef65-5bf8-474b-9082-b56af31dd25e" providerId="ADAL" clId="{D1D70EA8-438A-4B0D-A7BB-B5EC525C22B7}" dt="2026-04-14T09:25:07.861" v="3034" actId="14100"/>
          <ac:cxnSpMkLst>
            <pc:docMk/>
            <pc:sldMk cId="2649805977" sldId="278"/>
            <ac:cxnSpMk id="17" creationId="{F27447C2-6BBC-9D4E-76CE-858BA8DAE5B8}"/>
          </ac:cxnSpMkLst>
        </pc:cxnChg>
      </pc:sldChg>
      <pc:sldChg chg="add ord">
        <pc:chgData name="Troels Mortensen (TRMO) | VIA" userId="48eeef65-5bf8-474b-9082-b56af31dd25e" providerId="ADAL" clId="{D1D70EA8-438A-4B0D-A7BB-B5EC525C22B7}" dt="2026-04-14T09:26:12.746" v="3089"/>
        <pc:sldMkLst>
          <pc:docMk/>
          <pc:sldMk cId="1976276178" sldId="280"/>
        </pc:sldMkLst>
      </pc:sldChg>
      <pc:sldChg chg="addSp delSp modSp add mod modTransition">
        <pc:chgData name="Troels Mortensen (TRMO) | VIA" userId="48eeef65-5bf8-474b-9082-b56af31dd25e" providerId="ADAL" clId="{D1D70EA8-438A-4B0D-A7BB-B5EC525C22B7}" dt="2026-04-15T09:10:16.411" v="3208" actId="14100"/>
        <pc:sldMkLst>
          <pc:docMk/>
          <pc:sldMk cId="2493033895" sldId="282"/>
        </pc:sldMkLst>
        <pc:spChg chg="mod">
          <ac:chgData name="Troels Mortensen (TRMO) | VIA" userId="48eeef65-5bf8-474b-9082-b56af31dd25e" providerId="ADAL" clId="{D1D70EA8-438A-4B0D-A7BB-B5EC525C22B7}" dt="2026-04-15T09:08:55.201" v="3200"/>
          <ac:spMkLst>
            <pc:docMk/>
            <pc:sldMk cId="2493033895" sldId="282"/>
            <ac:spMk id="2" creationId="{BC853EAD-F05B-7385-AB20-E89F0F5FF111}"/>
          </ac:spMkLst>
        </pc:spChg>
        <pc:spChg chg="add mod">
          <ac:chgData name="Troels Mortensen (TRMO) | VIA" userId="48eeef65-5bf8-474b-9082-b56af31dd25e" providerId="ADAL" clId="{D1D70EA8-438A-4B0D-A7BB-B5EC525C22B7}" dt="2026-04-15T08:50:40.800" v="3176" actId="1076"/>
          <ac:spMkLst>
            <pc:docMk/>
            <pc:sldMk cId="2493033895" sldId="282"/>
            <ac:spMk id="10" creationId="{0A05E5DD-5150-8C3E-75B0-E2025FE95485}"/>
          </ac:spMkLst>
        </pc:spChg>
        <pc:spChg chg="add mod">
          <ac:chgData name="Troels Mortensen (TRMO) | VIA" userId="48eeef65-5bf8-474b-9082-b56af31dd25e" providerId="ADAL" clId="{D1D70EA8-438A-4B0D-A7BB-B5EC525C22B7}" dt="2026-04-15T09:09:19.832" v="3206" actId="1076"/>
          <ac:spMkLst>
            <pc:docMk/>
            <pc:sldMk cId="2493033895" sldId="282"/>
            <ac:spMk id="12" creationId="{65A5AEDF-B673-E1F2-D258-F0C8D4D7C1AC}"/>
          </ac:spMkLst>
        </pc:spChg>
        <pc:cxnChg chg="mod">
          <ac:chgData name="Troels Mortensen (TRMO) | VIA" userId="48eeef65-5bf8-474b-9082-b56af31dd25e" providerId="ADAL" clId="{D1D70EA8-438A-4B0D-A7BB-B5EC525C22B7}" dt="2026-04-15T09:10:16.411" v="3208" actId="14100"/>
          <ac:cxnSpMkLst>
            <pc:docMk/>
            <pc:sldMk cId="2493033895" sldId="282"/>
            <ac:cxnSpMk id="11" creationId="{0C62DB61-C371-ECFF-D326-386EEF3BF672}"/>
          </ac:cxnSpMkLst>
        </pc:cxnChg>
      </pc:sldChg>
      <pc:sldChg chg="addSp delSp modSp add mod modTransition">
        <pc:chgData name="Troels Mortensen (TRMO) | VIA" userId="48eeef65-5bf8-474b-9082-b56af31dd25e" providerId="ADAL" clId="{D1D70EA8-438A-4B0D-A7BB-B5EC525C22B7}" dt="2026-04-15T09:10:23.708" v="3211" actId="14100"/>
        <pc:sldMkLst>
          <pc:docMk/>
          <pc:sldMk cId="3378465821" sldId="283"/>
        </pc:sldMkLst>
        <pc:spChg chg="mod">
          <ac:chgData name="Troels Mortensen (TRMO) | VIA" userId="48eeef65-5bf8-474b-9082-b56af31dd25e" providerId="ADAL" clId="{D1D70EA8-438A-4B0D-A7BB-B5EC525C22B7}" dt="2026-04-15T09:08:58.463" v="3201"/>
          <ac:spMkLst>
            <pc:docMk/>
            <pc:sldMk cId="3378465821" sldId="283"/>
            <ac:spMk id="2" creationId="{0B4704BB-B275-C260-70F7-243E399551B3}"/>
          </ac:spMkLst>
        </pc:spChg>
        <pc:spChg chg="add mod">
          <ac:chgData name="Troels Mortensen (TRMO) | VIA" userId="48eeef65-5bf8-474b-9082-b56af31dd25e" providerId="ADAL" clId="{D1D70EA8-438A-4B0D-A7BB-B5EC525C22B7}" dt="2026-04-15T08:51:03.151" v="3180" actId="1076"/>
          <ac:spMkLst>
            <pc:docMk/>
            <pc:sldMk cId="3378465821" sldId="283"/>
            <ac:spMk id="6" creationId="{C254A1B5-DC6D-307D-D256-2539F6DCC386}"/>
          </ac:spMkLst>
        </pc:spChg>
        <pc:cxnChg chg="add mod">
          <ac:chgData name="Troels Mortensen (TRMO) | VIA" userId="48eeef65-5bf8-474b-9082-b56af31dd25e" providerId="ADAL" clId="{D1D70EA8-438A-4B0D-A7BB-B5EC525C22B7}" dt="2026-04-15T09:10:23.708" v="3211" actId="14100"/>
          <ac:cxnSpMkLst>
            <pc:docMk/>
            <pc:sldMk cId="3378465821" sldId="283"/>
            <ac:cxnSpMk id="12" creationId="{8967FAD9-DA3E-22C7-AE04-1F7B40D81C44}"/>
          </ac:cxnSpMkLst>
        </pc:cxnChg>
      </pc:sldChg>
      <pc:sldChg chg="addSp delSp modSp add mod modTransition">
        <pc:chgData name="Troels Mortensen (TRMO) | VIA" userId="48eeef65-5bf8-474b-9082-b56af31dd25e" providerId="ADAL" clId="{D1D70EA8-438A-4B0D-A7BB-B5EC525C22B7}" dt="2026-04-24T06:58:08.693" v="3932"/>
        <pc:sldMkLst>
          <pc:docMk/>
          <pc:sldMk cId="4280610791" sldId="284"/>
        </pc:sldMkLst>
        <pc:spChg chg="mod">
          <ac:chgData name="Troels Mortensen (TRMO) | VIA" userId="48eeef65-5bf8-474b-9082-b56af31dd25e" providerId="ADAL" clId="{D1D70EA8-438A-4B0D-A7BB-B5EC525C22B7}" dt="2026-04-15T09:09:01.729" v="3202"/>
          <ac:spMkLst>
            <pc:docMk/>
            <pc:sldMk cId="4280610791" sldId="284"/>
            <ac:spMk id="2" creationId="{829993BC-64DD-1AB2-56C1-82F3A55ED155}"/>
          </ac:spMkLst>
        </pc:spChg>
        <pc:spChg chg="add mod">
          <ac:chgData name="Troels Mortensen (TRMO) | VIA" userId="48eeef65-5bf8-474b-9082-b56af31dd25e" providerId="ADAL" clId="{D1D70EA8-438A-4B0D-A7BB-B5EC525C22B7}" dt="2026-04-15T08:55:01.411" v="3199" actId="20577"/>
          <ac:spMkLst>
            <pc:docMk/>
            <pc:sldMk cId="4280610791" sldId="284"/>
            <ac:spMk id="5" creationId="{040B07B4-8547-7A18-91D6-B1472BECC418}"/>
          </ac:spMkLst>
        </pc:spChg>
        <pc:spChg chg="add mod">
          <ac:chgData name="Troels Mortensen (TRMO) | VIA" userId="48eeef65-5bf8-474b-9082-b56af31dd25e" providerId="ADAL" clId="{D1D70EA8-438A-4B0D-A7BB-B5EC525C22B7}" dt="2026-04-15T09:10:45.070" v="3216" actId="1076"/>
          <ac:spMkLst>
            <pc:docMk/>
            <pc:sldMk cId="4280610791" sldId="284"/>
            <ac:spMk id="11" creationId="{80F622D8-D872-C509-3C5C-2DBA4306C5AD}"/>
          </ac:spMkLst>
        </pc:spChg>
        <pc:graphicFrameChg chg="mod">
          <ac:chgData name="Troels Mortensen (TRMO) | VIA" userId="48eeef65-5bf8-474b-9082-b56af31dd25e" providerId="ADAL" clId="{D1D70EA8-438A-4B0D-A7BB-B5EC525C22B7}" dt="2026-04-15T08:51:22.661" v="3185" actId="1076"/>
          <ac:graphicFrameMkLst>
            <pc:docMk/>
            <pc:sldMk cId="4280610791" sldId="284"/>
            <ac:graphicFrameMk id="7" creationId="{71538D00-0D4E-AE25-BCEE-FE51E769780F}"/>
          </ac:graphicFrameMkLst>
        </pc:graphicFrameChg>
        <pc:cxnChg chg="add mod">
          <ac:chgData name="Troels Mortensen (TRMO) | VIA" userId="48eeef65-5bf8-474b-9082-b56af31dd25e" providerId="ADAL" clId="{D1D70EA8-438A-4B0D-A7BB-B5EC525C22B7}" dt="2026-04-24T06:58:08.693" v="3932"/>
          <ac:cxnSpMkLst>
            <pc:docMk/>
            <pc:sldMk cId="4280610791" sldId="284"/>
            <ac:cxnSpMk id="3" creationId="{74622376-C03D-D3A0-B4F1-34C72ACC4AF9}"/>
          </ac:cxnSpMkLst>
        </pc:cxnChg>
        <pc:cxnChg chg="add mod">
          <ac:chgData name="Troels Mortensen (TRMO) | VIA" userId="48eeef65-5bf8-474b-9082-b56af31dd25e" providerId="ADAL" clId="{D1D70EA8-438A-4B0D-A7BB-B5EC525C22B7}" dt="2026-04-15T09:10:48.150" v="3217" actId="14100"/>
          <ac:cxnSpMkLst>
            <pc:docMk/>
            <pc:sldMk cId="4280610791" sldId="284"/>
            <ac:cxnSpMk id="12" creationId="{8D2EC9A4-41BC-B911-2B7C-560CF24FDEA7}"/>
          </ac:cxnSpMkLst>
        </pc:cxnChg>
        <pc:cxnChg chg="add mod">
          <ac:chgData name="Troels Mortensen (TRMO) | VIA" userId="48eeef65-5bf8-474b-9082-b56af31dd25e" providerId="ADAL" clId="{D1D70EA8-438A-4B0D-A7BB-B5EC525C22B7}" dt="2026-04-15T09:11:13.189" v="3221" actId="208"/>
          <ac:cxnSpMkLst>
            <pc:docMk/>
            <pc:sldMk cId="4280610791" sldId="284"/>
            <ac:cxnSpMk id="15" creationId="{1382E502-4AA7-B4E6-4C01-24BCC555E3A5}"/>
          </ac:cxnSpMkLst>
        </pc:cxnChg>
      </pc:sldChg>
      <pc:sldChg chg="modSp new mod">
        <pc:chgData name="Troels Mortensen (TRMO) | VIA" userId="48eeef65-5bf8-474b-9082-b56af31dd25e" providerId="ADAL" clId="{D1D70EA8-438A-4B0D-A7BB-B5EC525C22B7}" dt="2026-04-15T09:14:32.001" v="3532" actId="20577"/>
        <pc:sldMkLst>
          <pc:docMk/>
          <pc:sldMk cId="3373051374" sldId="285"/>
        </pc:sldMkLst>
        <pc:spChg chg="mod">
          <ac:chgData name="Troels Mortensen (TRMO) | VIA" userId="48eeef65-5bf8-474b-9082-b56af31dd25e" providerId="ADAL" clId="{D1D70EA8-438A-4B0D-A7BB-B5EC525C22B7}" dt="2026-04-15T09:13:37.954" v="3241" actId="20577"/>
          <ac:spMkLst>
            <pc:docMk/>
            <pc:sldMk cId="3373051374" sldId="285"/>
            <ac:spMk id="2" creationId="{5E49B529-7AB7-0F65-ADDB-738692D2220C}"/>
          </ac:spMkLst>
        </pc:spChg>
        <pc:spChg chg="mod">
          <ac:chgData name="Troels Mortensen (TRMO) | VIA" userId="48eeef65-5bf8-474b-9082-b56af31dd25e" providerId="ADAL" clId="{D1D70EA8-438A-4B0D-A7BB-B5EC525C22B7}" dt="2026-04-15T09:14:32.001" v="3532" actId="20577"/>
          <ac:spMkLst>
            <pc:docMk/>
            <pc:sldMk cId="3373051374" sldId="285"/>
            <ac:spMk id="3" creationId="{AE4AA592-2084-574D-4CE8-71E1404BCED3}"/>
          </ac:spMkLst>
        </pc:spChg>
      </pc:sldChg>
      <pc:sldChg chg="delSp modSp new mod">
        <pc:chgData name="Troels Mortensen (TRMO) | VIA" userId="48eeef65-5bf8-474b-9082-b56af31dd25e" providerId="ADAL" clId="{D1D70EA8-438A-4B0D-A7BB-B5EC525C22B7}" dt="2026-04-15T09:19:28.800" v="3835" actId="27636"/>
        <pc:sldMkLst>
          <pc:docMk/>
          <pc:sldMk cId="161576897" sldId="287"/>
        </pc:sldMkLst>
        <pc:spChg chg="mod">
          <ac:chgData name="Troels Mortensen (TRMO) | VIA" userId="48eeef65-5bf8-474b-9082-b56af31dd25e" providerId="ADAL" clId="{D1D70EA8-438A-4B0D-A7BB-B5EC525C22B7}" dt="2026-04-15T09:19:28.800" v="3835" actId="27636"/>
          <ac:spMkLst>
            <pc:docMk/>
            <pc:sldMk cId="161576897" sldId="287"/>
            <ac:spMk id="3" creationId="{7AED6875-0427-573D-444C-DBE1E5AE9908}"/>
          </ac:spMkLst>
        </pc:spChg>
      </pc:sldChg>
      <pc:sldChg chg="addSp delSp modSp new mod">
        <pc:chgData name="Troels Mortensen (TRMO) | VIA" userId="48eeef65-5bf8-474b-9082-b56af31dd25e" providerId="ADAL" clId="{D1D70EA8-438A-4B0D-A7BB-B5EC525C22B7}" dt="2026-04-15T09:22:37.136" v="3924" actId="6549"/>
        <pc:sldMkLst>
          <pc:docMk/>
          <pc:sldMk cId="1288765102" sldId="288"/>
        </pc:sldMkLst>
        <pc:spChg chg="mod">
          <ac:chgData name="Troels Mortensen (TRMO) | VIA" userId="48eeef65-5bf8-474b-9082-b56af31dd25e" providerId="ADAL" clId="{D1D70EA8-438A-4B0D-A7BB-B5EC525C22B7}" dt="2026-04-15T09:22:37.136" v="3924" actId="6549"/>
          <ac:spMkLst>
            <pc:docMk/>
            <pc:sldMk cId="1288765102" sldId="288"/>
            <ac:spMk id="3" creationId="{937ADCB2-B5E1-BBBE-73CA-CB5EDAC1AF16}"/>
          </ac:spMkLst>
        </pc:spChg>
      </pc:sldChg>
      <pc:sldChg chg="addSp delSp modSp new mod modClrScheme chgLayout">
        <pc:chgData name="Troels Mortensen (TRMO) | VIA" userId="48eeef65-5bf8-474b-9082-b56af31dd25e" providerId="ADAL" clId="{D1D70EA8-438A-4B0D-A7BB-B5EC525C22B7}" dt="2026-04-24T06:02:11.647" v="3929" actId="20577"/>
        <pc:sldMkLst>
          <pc:docMk/>
          <pc:sldMk cId="3010082017" sldId="289"/>
        </pc:sldMkLst>
        <pc:spChg chg="del mod ord">
          <ac:chgData name="Troels Mortensen (TRMO) | VIA" userId="48eeef65-5bf8-474b-9082-b56af31dd25e" providerId="ADAL" clId="{D1D70EA8-438A-4B0D-A7BB-B5EC525C22B7}" dt="2026-04-24T06:02:09.359" v="3926" actId="700"/>
          <ac:spMkLst>
            <pc:docMk/>
            <pc:sldMk cId="3010082017" sldId="289"/>
            <ac:spMk id="2" creationId="{6640A807-382E-AE52-0CF2-84BFB5E7196D}"/>
          </ac:spMkLst>
        </pc:spChg>
        <pc:spChg chg="del mod ord">
          <ac:chgData name="Troels Mortensen (TRMO) | VIA" userId="48eeef65-5bf8-474b-9082-b56af31dd25e" providerId="ADAL" clId="{D1D70EA8-438A-4B0D-A7BB-B5EC525C22B7}" dt="2026-04-24T06:02:09.359" v="3926" actId="700"/>
          <ac:spMkLst>
            <pc:docMk/>
            <pc:sldMk cId="3010082017" sldId="289"/>
            <ac:spMk id="3" creationId="{0C46398C-13FB-79C0-A043-853213290FE1}"/>
          </ac:spMkLst>
        </pc:spChg>
        <pc:spChg chg="add mod ord">
          <ac:chgData name="Troels Mortensen (TRMO) | VIA" userId="48eeef65-5bf8-474b-9082-b56af31dd25e" providerId="ADAL" clId="{D1D70EA8-438A-4B0D-A7BB-B5EC525C22B7}" dt="2026-04-24T06:02:11.647" v="3929" actId="20577"/>
          <ac:spMkLst>
            <pc:docMk/>
            <pc:sldMk cId="3010082017" sldId="289"/>
            <ac:spMk id="4" creationId="{038E6E99-6245-63D0-F9C1-F410BB8929F5}"/>
          </ac:spMkLst>
        </pc:spChg>
        <pc:spChg chg="add mod ord">
          <ac:chgData name="Troels Mortensen (TRMO) | VIA" userId="48eeef65-5bf8-474b-9082-b56af31dd25e" providerId="ADAL" clId="{D1D70EA8-438A-4B0D-A7BB-B5EC525C22B7}" dt="2026-04-24T06:02:09.359" v="3926" actId="700"/>
          <ac:spMkLst>
            <pc:docMk/>
            <pc:sldMk cId="3010082017" sldId="289"/>
            <ac:spMk id="5" creationId="{1B231D9C-8F8E-3191-CABD-F2FBDABF9A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6834C9-712E-4BCC-9DBC-51C7A7B67EC1}" type="datetimeFigureOut">
              <a:rPr lang="da-DK" smtClean="0"/>
              <a:t>24-04-2026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3DC34-004F-46AA-984F-AE39991E51B1}" type="slidenum">
              <a:rPr lang="da-DK" smtClean="0"/>
              <a:t>‹#›</a:t>
            </a:fld>
            <a:endParaRPr lang="da-DK"/>
          </a:p>
        </p:txBody>
      </p:sp>
    </p:spTree>
    <p:extLst>
      <p:ext uri="{BB962C8B-B14F-4D97-AF65-F5344CB8AC3E}">
        <p14:creationId xmlns:p14="http://schemas.microsoft.com/office/powerpoint/2010/main" val="188180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5D03DC34-004F-46AA-984F-AE39991E51B1}" type="slidenum">
              <a:rPr lang="da-DK" smtClean="0"/>
              <a:t>7</a:t>
            </a:fld>
            <a:endParaRPr lang="da-DK"/>
          </a:p>
        </p:txBody>
      </p:sp>
    </p:spTree>
    <p:extLst>
      <p:ext uri="{BB962C8B-B14F-4D97-AF65-F5344CB8AC3E}">
        <p14:creationId xmlns:p14="http://schemas.microsoft.com/office/powerpoint/2010/main" val="404508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Skip slide</a:t>
            </a:r>
          </a:p>
        </p:txBody>
      </p:sp>
      <p:sp>
        <p:nvSpPr>
          <p:cNvPr id="4" name="Slide Number Placeholder 3"/>
          <p:cNvSpPr>
            <a:spLocks noGrp="1"/>
          </p:cNvSpPr>
          <p:nvPr>
            <p:ph type="sldNum" sz="quarter" idx="5"/>
          </p:nvPr>
        </p:nvSpPr>
        <p:spPr/>
        <p:txBody>
          <a:bodyPr/>
          <a:lstStyle/>
          <a:p>
            <a:fld id="{5D03DC34-004F-46AA-984F-AE39991E51B1}" type="slidenum">
              <a:rPr lang="da-DK" smtClean="0"/>
              <a:t>16</a:t>
            </a:fld>
            <a:endParaRPr lang="da-DK"/>
          </a:p>
        </p:txBody>
      </p:sp>
    </p:spTree>
    <p:extLst>
      <p:ext uri="{BB962C8B-B14F-4D97-AF65-F5344CB8AC3E}">
        <p14:creationId xmlns:p14="http://schemas.microsoft.com/office/powerpoint/2010/main" val="1436098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9018D-6CA0-E267-108D-FCCA2366DC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0D53E9C0-AE40-6248-9C73-71CA73D542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Tree>
    <p:extLst>
      <p:ext uri="{BB962C8B-B14F-4D97-AF65-F5344CB8AC3E}">
        <p14:creationId xmlns:p14="http://schemas.microsoft.com/office/powerpoint/2010/main" val="907673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E6340-4888-D119-EFA0-369DB9F5B250}"/>
              </a:ext>
            </a:extLst>
          </p:cNvPr>
          <p:cNvSpPr>
            <a:spLocks noGrp="1"/>
          </p:cNvSpPr>
          <p:nvPr>
            <p:ph type="title"/>
          </p:nvPr>
        </p:nvSpPr>
        <p:spPr>
          <a:xfrm>
            <a:off x="0" y="0"/>
            <a:ext cx="12192000" cy="748058"/>
          </a:xfrm>
        </p:spPr>
        <p:txBody>
          <a:bodyPr/>
          <a:lstStyle>
            <a:lvl1pPr algn="ctr">
              <a:defRPr/>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ED6CE1B6-9375-755B-7444-299A956BA269}"/>
              </a:ext>
            </a:extLst>
          </p:cNvPr>
          <p:cNvSpPr>
            <a:spLocks noGrp="1"/>
          </p:cNvSpPr>
          <p:nvPr>
            <p:ph idx="1"/>
          </p:nvPr>
        </p:nvSpPr>
        <p:spPr>
          <a:xfrm>
            <a:off x="189345" y="1119809"/>
            <a:ext cx="11813310" cy="5325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Tree>
    <p:extLst>
      <p:ext uri="{BB962C8B-B14F-4D97-AF65-F5344CB8AC3E}">
        <p14:creationId xmlns:p14="http://schemas.microsoft.com/office/powerpoint/2010/main" val="798361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C7E7565-8EEB-84C8-C6F9-6A9064A4CFB0}"/>
              </a:ext>
            </a:extLst>
          </p:cNvPr>
          <p:cNvSpPr>
            <a:spLocks noGrp="1"/>
          </p:cNvSpPr>
          <p:nvPr>
            <p:ph type="title"/>
          </p:nvPr>
        </p:nvSpPr>
        <p:spPr>
          <a:xfrm>
            <a:off x="0" y="0"/>
            <a:ext cx="12192000" cy="748058"/>
          </a:xfrm>
        </p:spPr>
        <p:txBody>
          <a:bodyPr/>
          <a:lstStyle>
            <a:lvl1pPr algn="ctr">
              <a:defRPr/>
            </a:lvl1pPr>
          </a:lstStyle>
          <a:p>
            <a:r>
              <a:rPr lang="en-US"/>
              <a:t>Click to edit Master title style</a:t>
            </a:r>
            <a:endParaRPr lang="da-DK"/>
          </a:p>
        </p:txBody>
      </p:sp>
    </p:spTree>
    <p:extLst>
      <p:ext uri="{BB962C8B-B14F-4D97-AF65-F5344CB8AC3E}">
        <p14:creationId xmlns:p14="http://schemas.microsoft.com/office/powerpoint/2010/main" val="550221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9851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7AC21F-9D32-06D9-AAD3-2C19062DBA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02052988-1649-E760-A1E1-BABF20F824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Tree>
    <p:extLst>
      <p:ext uri="{BB962C8B-B14F-4D97-AF65-F5344CB8AC3E}">
        <p14:creationId xmlns:p14="http://schemas.microsoft.com/office/powerpoint/2010/main" val="2185730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52A7-4143-E76F-1702-F1C34D46BF88}"/>
              </a:ext>
            </a:extLst>
          </p:cNvPr>
          <p:cNvSpPr>
            <a:spLocks noGrp="1"/>
          </p:cNvSpPr>
          <p:nvPr>
            <p:ph type="ctrTitle"/>
          </p:nvPr>
        </p:nvSpPr>
        <p:spPr/>
        <p:txBody>
          <a:bodyPr/>
          <a:lstStyle/>
          <a:p>
            <a:r>
              <a:rPr lang="da-DK" dirty="0" err="1"/>
              <a:t>Strategy</a:t>
            </a:r>
            <a:r>
              <a:rPr lang="da-DK" dirty="0"/>
              <a:t> &amp; Adapter</a:t>
            </a:r>
            <a:br>
              <a:rPr lang="da-DK" dirty="0"/>
            </a:br>
            <a:r>
              <a:rPr lang="da-DK" dirty="0"/>
              <a:t>patterns</a:t>
            </a:r>
          </a:p>
        </p:txBody>
      </p:sp>
      <p:sp>
        <p:nvSpPr>
          <p:cNvPr id="3" name="Subtitle 2">
            <a:extLst>
              <a:ext uri="{FF2B5EF4-FFF2-40B4-BE49-F238E27FC236}">
                <a16:creationId xmlns:a16="http://schemas.microsoft.com/office/drawing/2014/main" id="{D7F9EBBC-C628-BB1A-177C-1D830D087A4D}"/>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2934646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C9DC-89A4-DD68-9685-D84944449DE6}"/>
              </a:ext>
            </a:extLst>
          </p:cNvPr>
          <p:cNvSpPr>
            <a:spLocks noGrp="1"/>
          </p:cNvSpPr>
          <p:nvPr>
            <p:ph type="title"/>
          </p:nvPr>
        </p:nvSpPr>
        <p:spPr/>
        <p:txBody>
          <a:bodyPr/>
          <a:lstStyle/>
          <a:p>
            <a:r>
              <a:rPr lang="da-DK" dirty="0"/>
              <a:t>Agenda</a:t>
            </a:r>
          </a:p>
        </p:txBody>
      </p:sp>
      <p:sp>
        <p:nvSpPr>
          <p:cNvPr id="3" name="Content Placeholder 2">
            <a:extLst>
              <a:ext uri="{FF2B5EF4-FFF2-40B4-BE49-F238E27FC236}">
                <a16:creationId xmlns:a16="http://schemas.microsoft.com/office/drawing/2014/main" id="{832A2850-CDAA-D74B-33DF-05905433306F}"/>
              </a:ext>
            </a:extLst>
          </p:cNvPr>
          <p:cNvSpPr>
            <a:spLocks noGrp="1"/>
          </p:cNvSpPr>
          <p:nvPr>
            <p:ph idx="1"/>
          </p:nvPr>
        </p:nvSpPr>
        <p:spPr/>
        <p:txBody>
          <a:bodyPr/>
          <a:lstStyle/>
          <a:p>
            <a:r>
              <a:rPr lang="da-DK" dirty="0" err="1"/>
              <a:t>Today’s</a:t>
            </a:r>
            <a:r>
              <a:rPr lang="da-DK" dirty="0"/>
              <a:t> problems</a:t>
            </a:r>
          </a:p>
          <a:p>
            <a:r>
              <a:rPr lang="da-DK" dirty="0" err="1"/>
              <a:t>Strategy</a:t>
            </a:r>
            <a:r>
              <a:rPr lang="da-DK" dirty="0"/>
              <a:t> </a:t>
            </a:r>
            <a:r>
              <a:rPr lang="da-DK" dirty="0" err="1"/>
              <a:t>recap</a:t>
            </a:r>
            <a:endParaRPr lang="da-DK" dirty="0"/>
          </a:p>
          <a:p>
            <a:r>
              <a:rPr lang="da-DK" dirty="0"/>
              <a:t>Adapter </a:t>
            </a:r>
            <a:r>
              <a:rPr lang="da-DK" dirty="0" err="1"/>
              <a:t>recap</a:t>
            </a:r>
            <a:endParaRPr lang="da-DK" dirty="0"/>
          </a:p>
          <a:p>
            <a:r>
              <a:rPr lang="da-DK" dirty="0"/>
              <a:t>The </a:t>
            </a:r>
            <a:r>
              <a:rPr lang="da-DK" dirty="0" err="1"/>
              <a:t>strategy</a:t>
            </a:r>
            <a:r>
              <a:rPr lang="da-DK" dirty="0"/>
              <a:t> problem</a:t>
            </a:r>
          </a:p>
          <a:p>
            <a:r>
              <a:rPr lang="da-DK" dirty="0"/>
              <a:t>The adapter problem</a:t>
            </a:r>
          </a:p>
          <a:p>
            <a:r>
              <a:rPr lang="da-DK" dirty="0" err="1"/>
              <a:t>Assignment</a:t>
            </a:r>
            <a:endParaRPr lang="da-DK" dirty="0"/>
          </a:p>
        </p:txBody>
      </p:sp>
    </p:spTree>
    <p:extLst>
      <p:ext uri="{BB962C8B-B14F-4D97-AF65-F5344CB8AC3E}">
        <p14:creationId xmlns:p14="http://schemas.microsoft.com/office/powerpoint/2010/main" val="131660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49E609-7860-FE36-0BB2-D772E3994527}"/>
              </a:ext>
            </a:extLst>
          </p:cNvPr>
          <p:cNvSpPr>
            <a:spLocks noGrp="1"/>
          </p:cNvSpPr>
          <p:nvPr>
            <p:ph type="ctrTitle"/>
          </p:nvPr>
        </p:nvSpPr>
        <p:spPr/>
        <p:txBody>
          <a:bodyPr/>
          <a:lstStyle/>
          <a:p>
            <a:r>
              <a:rPr lang="da-DK" dirty="0"/>
              <a:t>Problem 1</a:t>
            </a:r>
          </a:p>
        </p:txBody>
      </p:sp>
      <p:sp>
        <p:nvSpPr>
          <p:cNvPr id="5" name="Subtitle 4">
            <a:extLst>
              <a:ext uri="{FF2B5EF4-FFF2-40B4-BE49-F238E27FC236}">
                <a16:creationId xmlns:a16="http://schemas.microsoft.com/office/drawing/2014/main" id="{8BC2A674-0DC6-9DB2-5CB7-EC826FFB1615}"/>
              </a:ext>
            </a:extLst>
          </p:cNvPr>
          <p:cNvSpPr>
            <a:spLocks noGrp="1"/>
          </p:cNvSpPr>
          <p:nvPr>
            <p:ph type="subTitle" idx="1"/>
          </p:nvPr>
        </p:nvSpPr>
        <p:spPr/>
        <p:txBody>
          <a:bodyPr/>
          <a:lstStyle/>
          <a:p>
            <a:r>
              <a:rPr lang="da-DK" dirty="0"/>
              <a:t>Change the </a:t>
            </a:r>
            <a:r>
              <a:rPr lang="da-DK" dirty="0" err="1"/>
              <a:t>fee</a:t>
            </a:r>
            <a:r>
              <a:rPr lang="da-DK" dirty="0"/>
              <a:t> </a:t>
            </a:r>
            <a:r>
              <a:rPr lang="da-DK" dirty="0" err="1"/>
              <a:t>calculation</a:t>
            </a:r>
            <a:endParaRPr lang="da-DK" dirty="0"/>
          </a:p>
        </p:txBody>
      </p:sp>
    </p:spTree>
    <p:extLst>
      <p:ext uri="{BB962C8B-B14F-4D97-AF65-F5344CB8AC3E}">
        <p14:creationId xmlns:p14="http://schemas.microsoft.com/office/powerpoint/2010/main" val="161321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A2FD8-9B40-7156-89F3-921B9EE77BD6}"/>
              </a:ext>
            </a:extLst>
          </p:cNvPr>
          <p:cNvSpPr>
            <a:spLocks noGrp="1"/>
          </p:cNvSpPr>
          <p:nvPr>
            <p:ph type="title"/>
          </p:nvPr>
        </p:nvSpPr>
        <p:spPr/>
        <p:txBody>
          <a:bodyPr/>
          <a:lstStyle/>
          <a:p>
            <a:r>
              <a:rPr lang="da-DK" dirty="0" err="1"/>
              <a:t>Fee</a:t>
            </a:r>
            <a:r>
              <a:rPr lang="da-DK" dirty="0"/>
              <a:t> </a:t>
            </a:r>
            <a:r>
              <a:rPr lang="da-DK" dirty="0" err="1"/>
              <a:t>calculation</a:t>
            </a:r>
            <a:endParaRPr lang="da-DK" dirty="0"/>
          </a:p>
        </p:txBody>
      </p:sp>
      <p:sp>
        <p:nvSpPr>
          <p:cNvPr id="3" name="Content Placeholder 2">
            <a:extLst>
              <a:ext uri="{FF2B5EF4-FFF2-40B4-BE49-F238E27FC236}">
                <a16:creationId xmlns:a16="http://schemas.microsoft.com/office/drawing/2014/main" id="{B8E51D9F-600D-E5AD-B47D-1D4E54095597}"/>
              </a:ext>
            </a:extLst>
          </p:cNvPr>
          <p:cNvSpPr>
            <a:spLocks noGrp="1"/>
          </p:cNvSpPr>
          <p:nvPr>
            <p:ph idx="1"/>
          </p:nvPr>
        </p:nvSpPr>
        <p:spPr/>
        <p:txBody>
          <a:bodyPr/>
          <a:lstStyle/>
          <a:p>
            <a:r>
              <a:rPr lang="da-DK" dirty="0" err="1"/>
              <a:t>Currently</a:t>
            </a:r>
            <a:r>
              <a:rPr lang="da-DK" dirty="0"/>
              <a:t>, the </a:t>
            </a:r>
            <a:r>
              <a:rPr lang="da-DK" dirty="0" err="1"/>
              <a:t>fee</a:t>
            </a:r>
            <a:r>
              <a:rPr lang="da-DK" dirty="0"/>
              <a:t> is </a:t>
            </a:r>
            <a:r>
              <a:rPr lang="da-DK" dirty="0" err="1"/>
              <a:t>hardcoded</a:t>
            </a:r>
            <a:r>
              <a:rPr lang="da-DK" dirty="0"/>
              <a:t> for </a:t>
            </a:r>
            <a:r>
              <a:rPr lang="da-DK" dirty="0" err="1"/>
              <a:t>buying</a:t>
            </a:r>
            <a:r>
              <a:rPr lang="da-DK" dirty="0"/>
              <a:t>/</a:t>
            </a:r>
            <a:r>
              <a:rPr lang="da-DK" dirty="0" err="1"/>
              <a:t>selling</a:t>
            </a:r>
            <a:r>
              <a:rPr lang="da-DK" dirty="0"/>
              <a:t> </a:t>
            </a:r>
            <a:r>
              <a:rPr lang="da-DK" dirty="0" err="1"/>
              <a:t>stocks</a:t>
            </a:r>
            <a:r>
              <a:rPr lang="da-DK" dirty="0"/>
              <a:t> is </a:t>
            </a:r>
            <a:r>
              <a:rPr lang="da-DK" dirty="0" err="1"/>
              <a:t>hardcoded</a:t>
            </a:r>
            <a:r>
              <a:rPr lang="da-DK" dirty="0"/>
              <a:t>.</a:t>
            </a:r>
          </a:p>
          <a:p>
            <a:endParaRPr lang="da-DK" dirty="0"/>
          </a:p>
          <a:p>
            <a:r>
              <a:rPr lang="da-DK" dirty="0" err="1"/>
              <a:t>We</a:t>
            </a:r>
            <a:r>
              <a:rPr lang="da-DK" dirty="0"/>
              <a:t> </a:t>
            </a:r>
            <a:r>
              <a:rPr lang="da-DK" dirty="0" err="1"/>
              <a:t>want</a:t>
            </a:r>
            <a:r>
              <a:rPr lang="da-DK" dirty="0"/>
              <a:t> to </a:t>
            </a:r>
            <a:r>
              <a:rPr lang="da-DK" dirty="0" err="1"/>
              <a:t>be</a:t>
            </a:r>
            <a:r>
              <a:rPr lang="da-DK" dirty="0"/>
              <a:t> </a:t>
            </a:r>
            <a:r>
              <a:rPr lang="da-DK" dirty="0" err="1"/>
              <a:t>able</a:t>
            </a:r>
            <a:r>
              <a:rPr lang="da-DK" dirty="0"/>
              <a:t> to </a:t>
            </a:r>
            <a:r>
              <a:rPr lang="da-DK" dirty="0" err="1"/>
              <a:t>supply</a:t>
            </a:r>
            <a:r>
              <a:rPr lang="da-DK" dirty="0"/>
              <a:t> </a:t>
            </a:r>
            <a:r>
              <a:rPr lang="da-DK" dirty="0" err="1"/>
              <a:t>different</a:t>
            </a:r>
            <a:r>
              <a:rPr lang="da-DK" dirty="0"/>
              <a:t> </a:t>
            </a:r>
            <a:r>
              <a:rPr lang="da-DK" dirty="0" err="1"/>
              <a:t>ways</a:t>
            </a:r>
            <a:r>
              <a:rPr lang="da-DK" dirty="0"/>
              <a:t> of </a:t>
            </a:r>
            <a:r>
              <a:rPr lang="da-DK" dirty="0" err="1"/>
              <a:t>calculating</a:t>
            </a:r>
            <a:r>
              <a:rPr lang="da-DK" dirty="0"/>
              <a:t> the </a:t>
            </a:r>
            <a:r>
              <a:rPr lang="da-DK" dirty="0" err="1"/>
              <a:t>fee</a:t>
            </a:r>
            <a:r>
              <a:rPr lang="da-DK" dirty="0"/>
              <a:t>.</a:t>
            </a:r>
          </a:p>
          <a:p>
            <a:pPr lvl="1"/>
            <a:r>
              <a:rPr lang="da-DK" dirty="0" err="1"/>
              <a:t>Consider</a:t>
            </a:r>
            <a:r>
              <a:rPr lang="da-DK" dirty="0"/>
              <a:t> it a </a:t>
            </a:r>
            <a:r>
              <a:rPr lang="da-DK" dirty="0" err="1"/>
              <a:t>difficulty</a:t>
            </a:r>
            <a:r>
              <a:rPr lang="da-DK" dirty="0"/>
              <a:t> </a:t>
            </a:r>
            <a:r>
              <a:rPr lang="da-DK" dirty="0" err="1"/>
              <a:t>setting</a:t>
            </a:r>
            <a:endParaRPr lang="da-DK" dirty="0"/>
          </a:p>
          <a:p>
            <a:pPr lvl="1"/>
            <a:endParaRPr lang="da-DK" dirty="0"/>
          </a:p>
          <a:p>
            <a:r>
              <a:rPr lang="da-DK" dirty="0" err="1"/>
              <a:t>Possible</a:t>
            </a:r>
            <a:r>
              <a:rPr lang="da-DK" dirty="0"/>
              <a:t> </a:t>
            </a:r>
            <a:r>
              <a:rPr lang="da-DK" dirty="0" err="1"/>
              <a:t>fee</a:t>
            </a:r>
            <a:r>
              <a:rPr lang="da-DK" dirty="0"/>
              <a:t> </a:t>
            </a:r>
            <a:r>
              <a:rPr lang="da-DK" dirty="0" err="1"/>
              <a:t>calculation</a:t>
            </a:r>
            <a:r>
              <a:rPr lang="da-DK" dirty="0"/>
              <a:t> types:</a:t>
            </a:r>
          </a:p>
          <a:p>
            <a:pPr lvl="1"/>
            <a:r>
              <a:rPr lang="da-DK" dirty="0" err="1"/>
              <a:t>Flat</a:t>
            </a:r>
            <a:r>
              <a:rPr lang="da-DK" dirty="0"/>
              <a:t> </a:t>
            </a:r>
            <a:r>
              <a:rPr lang="da-DK" dirty="0" err="1"/>
              <a:t>fee</a:t>
            </a:r>
            <a:r>
              <a:rPr lang="da-DK" dirty="0"/>
              <a:t>: the same </a:t>
            </a:r>
            <a:r>
              <a:rPr lang="da-DK" dirty="0" err="1"/>
              <a:t>regardless</a:t>
            </a:r>
            <a:r>
              <a:rPr lang="da-DK" dirty="0"/>
              <a:t> of </a:t>
            </a:r>
            <a:r>
              <a:rPr lang="da-DK" dirty="0" err="1"/>
              <a:t>transaction</a:t>
            </a:r>
            <a:r>
              <a:rPr lang="da-DK" dirty="0"/>
              <a:t> </a:t>
            </a:r>
            <a:r>
              <a:rPr lang="da-DK" dirty="0" err="1"/>
              <a:t>size</a:t>
            </a:r>
            <a:r>
              <a:rPr lang="da-DK" dirty="0"/>
              <a:t> or </a:t>
            </a:r>
            <a:r>
              <a:rPr lang="da-DK" dirty="0" err="1"/>
              <a:t>value</a:t>
            </a:r>
            <a:endParaRPr lang="da-DK" dirty="0"/>
          </a:p>
          <a:p>
            <a:pPr lvl="1"/>
            <a:r>
              <a:rPr lang="da-DK" dirty="0" err="1"/>
              <a:t>Percentage</a:t>
            </a:r>
            <a:r>
              <a:rPr lang="da-DK" dirty="0"/>
              <a:t> </a:t>
            </a:r>
            <a:r>
              <a:rPr lang="da-DK" dirty="0" err="1"/>
              <a:t>fee</a:t>
            </a:r>
            <a:r>
              <a:rPr lang="da-DK" dirty="0"/>
              <a:t>: a </a:t>
            </a:r>
            <a:r>
              <a:rPr lang="da-DK" dirty="0" err="1"/>
              <a:t>percentage</a:t>
            </a:r>
            <a:r>
              <a:rPr lang="da-DK" dirty="0"/>
              <a:t> of the total </a:t>
            </a:r>
            <a:r>
              <a:rPr lang="da-DK" dirty="0" err="1"/>
              <a:t>value</a:t>
            </a:r>
            <a:r>
              <a:rPr lang="da-DK" dirty="0"/>
              <a:t> of the </a:t>
            </a:r>
            <a:r>
              <a:rPr lang="da-DK" dirty="0" err="1"/>
              <a:t>transaction</a:t>
            </a:r>
            <a:endParaRPr lang="da-DK" dirty="0"/>
          </a:p>
          <a:p>
            <a:pPr lvl="1"/>
            <a:r>
              <a:rPr lang="da-DK" dirty="0"/>
              <a:t>Volume </a:t>
            </a:r>
            <a:r>
              <a:rPr lang="da-DK" dirty="0" err="1"/>
              <a:t>based</a:t>
            </a:r>
            <a:r>
              <a:rPr lang="da-DK" dirty="0"/>
              <a:t> </a:t>
            </a:r>
            <a:r>
              <a:rPr lang="da-DK" dirty="0" err="1"/>
              <a:t>fee</a:t>
            </a:r>
            <a:r>
              <a:rPr lang="da-DK" dirty="0"/>
              <a:t>: </a:t>
            </a:r>
            <a:r>
              <a:rPr lang="da-DK" dirty="0" err="1"/>
              <a:t>based</a:t>
            </a:r>
            <a:r>
              <a:rPr lang="da-DK" dirty="0"/>
              <a:t> on </a:t>
            </a:r>
            <a:r>
              <a:rPr lang="da-DK" dirty="0" err="1"/>
              <a:t>quantity</a:t>
            </a:r>
            <a:r>
              <a:rPr lang="da-DK" dirty="0"/>
              <a:t> </a:t>
            </a:r>
            <a:r>
              <a:rPr lang="da-DK" dirty="0" err="1"/>
              <a:t>alone</a:t>
            </a:r>
            <a:endParaRPr lang="da-DK" dirty="0"/>
          </a:p>
          <a:p>
            <a:pPr lvl="1"/>
            <a:r>
              <a:rPr lang="da-DK" dirty="0"/>
              <a:t>Value </a:t>
            </a:r>
            <a:r>
              <a:rPr lang="da-DK" dirty="0" err="1"/>
              <a:t>based</a:t>
            </a:r>
            <a:r>
              <a:rPr lang="da-DK" dirty="0"/>
              <a:t> </a:t>
            </a:r>
            <a:r>
              <a:rPr lang="da-DK" dirty="0" err="1"/>
              <a:t>fee</a:t>
            </a:r>
            <a:r>
              <a:rPr lang="da-DK" dirty="0"/>
              <a:t>: </a:t>
            </a:r>
            <a:r>
              <a:rPr lang="da-DK" dirty="0" err="1"/>
              <a:t>based</a:t>
            </a:r>
            <a:r>
              <a:rPr lang="da-DK" dirty="0"/>
              <a:t> </a:t>
            </a:r>
            <a:r>
              <a:rPr lang="da-DK" dirty="0" err="1"/>
              <a:t>solely</a:t>
            </a:r>
            <a:r>
              <a:rPr lang="da-DK" dirty="0"/>
              <a:t> on </a:t>
            </a:r>
            <a:r>
              <a:rPr lang="da-DK" dirty="0" err="1"/>
              <a:t>value</a:t>
            </a:r>
            <a:r>
              <a:rPr lang="da-DK" dirty="0"/>
              <a:t> of a single </a:t>
            </a:r>
            <a:r>
              <a:rPr lang="da-DK" dirty="0" err="1"/>
              <a:t>stock</a:t>
            </a:r>
            <a:endParaRPr lang="da-DK" dirty="0"/>
          </a:p>
          <a:p>
            <a:pPr lvl="1"/>
            <a:r>
              <a:rPr lang="da-DK" dirty="0"/>
              <a:t>….</a:t>
            </a:r>
          </a:p>
        </p:txBody>
      </p:sp>
    </p:spTree>
    <p:extLst>
      <p:ext uri="{BB962C8B-B14F-4D97-AF65-F5344CB8AC3E}">
        <p14:creationId xmlns:p14="http://schemas.microsoft.com/office/powerpoint/2010/main" val="60696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712F-5EDA-81C8-AE9E-0ACAC7EA41F6}"/>
              </a:ext>
            </a:extLst>
          </p:cNvPr>
          <p:cNvSpPr>
            <a:spLocks noGrp="1"/>
          </p:cNvSpPr>
          <p:nvPr>
            <p:ph type="title"/>
          </p:nvPr>
        </p:nvSpPr>
        <p:spPr/>
        <p:txBody>
          <a:bodyPr/>
          <a:lstStyle/>
          <a:p>
            <a:r>
              <a:rPr lang="da-DK" dirty="0" err="1"/>
              <a:t>What</a:t>
            </a:r>
            <a:r>
              <a:rPr lang="da-DK" dirty="0"/>
              <a:t> to do</a:t>
            </a:r>
          </a:p>
        </p:txBody>
      </p:sp>
      <p:sp>
        <p:nvSpPr>
          <p:cNvPr id="3" name="Content Placeholder 2">
            <a:extLst>
              <a:ext uri="{FF2B5EF4-FFF2-40B4-BE49-F238E27FC236}">
                <a16:creationId xmlns:a16="http://schemas.microsoft.com/office/drawing/2014/main" id="{03E4F8DF-B78F-F156-0DCA-F3C00CF1AC66}"/>
              </a:ext>
            </a:extLst>
          </p:cNvPr>
          <p:cNvSpPr>
            <a:spLocks noGrp="1"/>
          </p:cNvSpPr>
          <p:nvPr>
            <p:ph idx="1"/>
          </p:nvPr>
        </p:nvSpPr>
        <p:spPr/>
        <p:txBody>
          <a:bodyPr/>
          <a:lstStyle/>
          <a:p>
            <a:r>
              <a:rPr lang="da-DK" dirty="0" err="1"/>
              <a:t>Your</a:t>
            </a:r>
            <a:r>
              <a:rPr lang="da-DK" dirty="0"/>
              <a:t> class(es) handling </a:t>
            </a:r>
            <a:r>
              <a:rPr lang="da-DK" dirty="0" err="1"/>
              <a:t>selling</a:t>
            </a:r>
            <a:r>
              <a:rPr lang="da-DK" dirty="0"/>
              <a:t>/</a:t>
            </a:r>
            <a:r>
              <a:rPr lang="da-DK" dirty="0" err="1"/>
              <a:t>purchasing</a:t>
            </a:r>
            <a:r>
              <a:rPr lang="da-DK" dirty="0"/>
              <a:t> must </a:t>
            </a:r>
            <a:r>
              <a:rPr lang="da-DK" dirty="0" err="1"/>
              <a:t>be</a:t>
            </a:r>
            <a:r>
              <a:rPr lang="da-DK" dirty="0"/>
              <a:t> </a:t>
            </a:r>
            <a:r>
              <a:rPr lang="da-DK" dirty="0" err="1"/>
              <a:t>updated</a:t>
            </a:r>
            <a:endParaRPr lang="da-DK" dirty="0"/>
          </a:p>
        </p:txBody>
      </p:sp>
    </p:spTree>
    <p:extLst>
      <p:ext uri="{BB962C8B-B14F-4D97-AF65-F5344CB8AC3E}">
        <p14:creationId xmlns:p14="http://schemas.microsoft.com/office/powerpoint/2010/main" val="334283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4597A5-763D-F62D-ABD9-0DAD645C0F5C}"/>
              </a:ext>
            </a:extLst>
          </p:cNvPr>
          <p:cNvSpPr>
            <a:spLocks noGrp="1"/>
          </p:cNvSpPr>
          <p:nvPr>
            <p:ph type="ctrTitle"/>
          </p:nvPr>
        </p:nvSpPr>
        <p:spPr/>
        <p:txBody>
          <a:bodyPr/>
          <a:lstStyle/>
          <a:p>
            <a:r>
              <a:rPr lang="da-DK" dirty="0"/>
              <a:t>Problem 2</a:t>
            </a:r>
          </a:p>
        </p:txBody>
      </p:sp>
      <p:sp>
        <p:nvSpPr>
          <p:cNvPr id="5" name="Subtitle 4">
            <a:extLst>
              <a:ext uri="{FF2B5EF4-FFF2-40B4-BE49-F238E27FC236}">
                <a16:creationId xmlns:a16="http://schemas.microsoft.com/office/drawing/2014/main" id="{1AEF017C-1996-A0F1-CEB7-CBD5946D81DC}"/>
              </a:ext>
            </a:extLst>
          </p:cNvPr>
          <p:cNvSpPr>
            <a:spLocks noGrp="1"/>
          </p:cNvSpPr>
          <p:nvPr>
            <p:ph type="subTitle" idx="1"/>
          </p:nvPr>
        </p:nvSpPr>
        <p:spPr/>
        <p:txBody>
          <a:bodyPr/>
          <a:lstStyle/>
          <a:p>
            <a:r>
              <a:rPr lang="da-DK" dirty="0" err="1"/>
              <a:t>Logging</a:t>
            </a:r>
            <a:r>
              <a:rPr lang="da-DK" dirty="0"/>
              <a:t> to file</a:t>
            </a:r>
          </a:p>
          <a:p>
            <a:endParaRPr lang="da-DK" dirty="0"/>
          </a:p>
        </p:txBody>
      </p:sp>
    </p:spTree>
    <p:extLst>
      <p:ext uri="{BB962C8B-B14F-4D97-AF65-F5344CB8AC3E}">
        <p14:creationId xmlns:p14="http://schemas.microsoft.com/office/powerpoint/2010/main" val="2747883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4017-45E8-8652-1D7F-566F2378E873}"/>
              </a:ext>
            </a:extLst>
          </p:cNvPr>
          <p:cNvSpPr>
            <a:spLocks noGrp="1"/>
          </p:cNvSpPr>
          <p:nvPr>
            <p:ph type="title"/>
          </p:nvPr>
        </p:nvSpPr>
        <p:spPr/>
        <p:txBody>
          <a:bodyPr/>
          <a:lstStyle/>
          <a:p>
            <a:r>
              <a:rPr lang="da-DK" dirty="0" err="1"/>
              <a:t>Logging</a:t>
            </a:r>
            <a:endParaRPr lang="da-DK" dirty="0"/>
          </a:p>
        </p:txBody>
      </p:sp>
      <p:sp>
        <p:nvSpPr>
          <p:cNvPr id="3" name="Content Placeholder 2">
            <a:extLst>
              <a:ext uri="{FF2B5EF4-FFF2-40B4-BE49-F238E27FC236}">
                <a16:creationId xmlns:a16="http://schemas.microsoft.com/office/drawing/2014/main" id="{5C7C6D74-8A5E-3B47-BE22-A951F19B32BB}"/>
              </a:ext>
            </a:extLst>
          </p:cNvPr>
          <p:cNvSpPr>
            <a:spLocks noGrp="1"/>
          </p:cNvSpPr>
          <p:nvPr>
            <p:ph idx="1"/>
          </p:nvPr>
        </p:nvSpPr>
        <p:spPr>
          <a:xfrm>
            <a:off x="189345" y="1117390"/>
            <a:ext cx="11813310" cy="1788741"/>
          </a:xfrm>
        </p:spPr>
        <p:txBody>
          <a:bodyPr>
            <a:normAutofit fontScale="85000" lnSpcReduction="20000"/>
          </a:bodyPr>
          <a:lstStyle/>
          <a:p>
            <a:r>
              <a:rPr lang="da-DK" dirty="0" err="1"/>
              <a:t>Current</a:t>
            </a:r>
            <a:r>
              <a:rPr lang="da-DK" dirty="0"/>
              <a:t> </a:t>
            </a:r>
            <a:r>
              <a:rPr lang="da-DK" dirty="0" err="1"/>
              <a:t>logging</a:t>
            </a:r>
            <a:r>
              <a:rPr lang="da-DK" dirty="0"/>
              <a:t>: </a:t>
            </a:r>
            <a:r>
              <a:rPr lang="da-DK" dirty="0" err="1"/>
              <a:t>goes</a:t>
            </a:r>
            <a:r>
              <a:rPr lang="da-DK" dirty="0"/>
              <a:t> to the </a:t>
            </a:r>
            <a:r>
              <a:rPr lang="da-DK" dirty="0" err="1"/>
              <a:t>console</a:t>
            </a:r>
            <a:endParaRPr lang="da-DK" dirty="0"/>
          </a:p>
          <a:p>
            <a:endParaRPr lang="da-DK" dirty="0"/>
          </a:p>
          <a:p>
            <a:r>
              <a:rPr lang="da-DK" dirty="0"/>
              <a:t>I give </a:t>
            </a:r>
            <a:r>
              <a:rPr lang="da-DK" dirty="0" err="1"/>
              <a:t>you</a:t>
            </a:r>
            <a:r>
              <a:rPr lang="da-DK" dirty="0"/>
              <a:t> a </a:t>
            </a:r>
            <a:r>
              <a:rPr lang="da-DK" dirty="0" err="1"/>
              <a:t>FileLogOutputter</a:t>
            </a:r>
            <a:r>
              <a:rPr lang="da-DK" dirty="0"/>
              <a:t> class, </a:t>
            </a:r>
            <a:r>
              <a:rPr lang="da-DK" dirty="0" err="1"/>
              <a:t>you</a:t>
            </a:r>
            <a:r>
              <a:rPr lang="da-DK" dirty="0"/>
              <a:t> must </a:t>
            </a:r>
            <a:r>
              <a:rPr lang="da-DK" dirty="0" err="1"/>
              <a:t>adjust</a:t>
            </a:r>
            <a:r>
              <a:rPr lang="da-DK" dirty="0"/>
              <a:t> </a:t>
            </a:r>
            <a:r>
              <a:rPr lang="da-DK" dirty="0" err="1"/>
              <a:t>your</a:t>
            </a:r>
            <a:r>
              <a:rPr lang="da-DK" dirty="0"/>
              <a:t> system so it </a:t>
            </a:r>
            <a:r>
              <a:rPr lang="da-DK" dirty="0" err="1"/>
              <a:t>uses</a:t>
            </a:r>
            <a:r>
              <a:rPr lang="da-DK" dirty="0"/>
              <a:t> the </a:t>
            </a:r>
            <a:r>
              <a:rPr lang="da-DK" dirty="0" err="1"/>
              <a:t>provided</a:t>
            </a:r>
            <a:r>
              <a:rPr lang="da-DK" dirty="0"/>
              <a:t> class</a:t>
            </a:r>
          </a:p>
          <a:p>
            <a:r>
              <a:rPr lang="da-DK" dirty="0"/>
              <a:t>API:</a:t>
            </a:r>
          </a:p>
        </p:txBody>
      </p:sp>
      <p:sp>
        <p:nvSpPr>
          <p:cNvPr id="5" name="TextBox 4">
            <a:extLst>
              <a:ext uri="{FF2B5EF4-FFF2-40B4-BE49-F238E27FC236}">
                <a16:creationId xmlns:a16="http://schemas.microsoft.com/office/drawing/2014/main" id="{D62117D7-B4FB-DD30-E339-6DACD23D58E8}"/>
              </a:ext>
            </a:extLst>
          </p:cNvPr>
          <p:cNvSpPr txBox="1"/>
          <p:nvPr/>
        </p:nvSpPr>
        <p:spPr>
          <a:xfrm>
            <a:off x="1736643" y="3883161"/>
            <a:ext cx="9688829" cy="1040494"/>
          </a:xfrm>
          <a:prstGeom prst="rect">
            <a:avLst/>
          </a:prstGeom>
          <a:noFill/>
        </p:spPr>
        <p:txBody>
          <a:bodyPr wrap="square">
            <a:spAutoFit/>
          </a:bodyPr>
          <a:lstStyle/>
          <a:p>
            <a:pPr>
              <a:buNone/>
            </a:pPr>
            <a:r>
              <a:rPr lang="da-DK" sz="2400" dirty="0">
                <a:solidFill>
                  <a:srgbClr val="6C95EB"/>
                </a:solidFill>
                <a:effectLst/>
                <a:latin typeface="JetBrains Mono"/>
              </a:rPr>
              <a:t>public </a:t>
            </a:r>
            <a:r>
              <a:rPr lang="da-DK" sz="2400" dirty="0" err="1">
                <a:solidFill>
                  <a:srgbClr val="39CC9B"/>
                </a:solidFill>
                <a:effectLst/>
                <a:latin typeface="JetBrains Mono"/>
              </a:rPr>
              <a:t>FileLogOutputter</a:t>
            </a:r>
            <a:r>
              <a:rPr lang="da-DK" sz="2400" dirty="0">
                <a:solidFill>
                  <a:srgbClr val="BDBDBD"/>
                </a:solidFill>
                <a:effectLst/>
                <a:latin typeface="JetBrains Mono"/>
              </a:rPr>
              <a:t>(</a:t>
            </a:r>
            <a:r>
              <a:rPr lang="da-DK" sz="2400" dirty="0" err="1">
                <a:solidFill>
                  <a:srgbClr val="C191FF"/>
                </a:solidFill>
                <a:effectLst/>
                <a:latin typeface="JetBrains Mono"/>
              </a:rPr>
              <a:t>String</a:t>
            </a:r>
            <a:r>
              <a:rPr lang="da-DK" sz="2400" dirty="0">
                <a:solidFill>
                  <a:srgbClr val="C191FF"/>
                </a:solidFill>
                <a:effectLst/>
                <a:latin typeface="JetBrains Mono"/>
              </a:rPr>
              <a:t> </a:t>
            </a:r>
            <a:r>
              <a:rPr lang="da-DK" sz="2400" dirty="0" err="1">
                <a:solidFill>
                  <a:srgbClr val="BDBDBD"/>
                </a:solidFill>
                <a:effectLst/>
                <a:latin typeface="JetBrains Mono"/>
              </a:rPr>
              <a:t>logFilePath</a:t>
            </a:r>
            <a:r>
              <a:rPr lang="da-DK" sz="2400" dirty="0">
                <a:solidFill>
                  <a:srgbClr val="BDBDBD"/>
                </a:solidFill>
                <a:effectLst/>
                <a:latin typeface="JetBrains Mono"/>
              </a:rPr>
              <a:t>, </a:t>
            </a:r>
            <a:r>
              <a:rPr lang="da-DK" sz="2400" dirty="0" err="1">
                <a:solidFill>
                  <a:srgbClr val="C191FF"/>
                </a:solidFill>
                <a:effectLst/>
                <a:latin typeface="JetBrains Mono"/>
              </a:rPr>
              <a:t>String</a:t>
            </a:r>
            <a:r>
              <a:rPr lang="da-DK" sz="2400" dirty="0">
                <a:solidFill>
                  <a:srgbClr val="C191FF"/>
                </a:solidFill>
                <a:effectLst/>
                <a:latin typeface="JetBrains Mono"/>
              </a:rPr>
              <a:t> </a:t>
            </a:r>
            <a:r>
              <a:rPr lang="da-DK" sz="2400" dirty="0" err="1">
                <a:solidFill>
                  <a:srgbClr val="BDBDBD"/>
                </a:solidFill>
                <a:effectLst/>
                <a:latin typeface="JetBrains Mono"/>
              </a:rPr>
              <a:t>minimumLogLevel</a:t>
            </a:r>
            <a:r>
              <a:rPr lang="da-DK" sz="2400" dirty="0">
                <a:solidFill>
                  <a:srgbClr val="BDBDBD"/>
                </a:solidFill>
                <a:effectLst/>
                <a:latin typeface="JetBrains Mono"/>
              </a:rPr>
              <a:t>)</a:t>
            </a:r>
            <a:endParaRPr lang="da-DK" sz="2400" dirty="0">
              <a:solidFill>
                <a:srgbClr val="D0D0D0"/>
              </a:solidFill>
              <a:effectLst/>
              <a:latin typeface="JetBrains Mono"/>
            </a:endParaRPr>
          </a:p>
        </p:txBody>
      </p:sp>
      <p:sp>
        <p:nvSpPr>
          <p:cNvPr id="7" name="TextBox 6">
            <a:extLst>
              <a:ext uri="{FF2B5EF4-FFF2-40B4-BE49-F238E27FC236}">
                <a16:creationId xmlns:a16="http://schemas.microsoft.com/office/drawing/2014/main" id="{B8B73F60-F6BD-7EDC-52A0-89010B262441}"/>
              </a:ext>
            </a:extLst>
          </p:cNvPr>
          <p:cNvSpPr txBox="1"/>
          <p:nvPr/>
        </p:nvSpPr>
        <p:spPr>
          <a:xfrm>
            <a:off x="1736643" y="4345603"/>
            <a:ext cx="4929859" cy="1040494"/>
          </a:xfrm>
          <a:prstGeom prst="rect">
            <a:avLst/>
          </a:prstGeom>
          <a:noFill/>
        </p:spPr>
        <p:txBody>
          <a:bodyPr wrap="square">
            <a:spAutoFit/>
          </a:bodyPr>
          <a:lstStyle/>
          <a:p>
            <a:pPr>
              <a:buNone/>
            </a:pPr>
            <a:r>
              <a:rPr lang="da-DK" sz="2400" dirty="0">
                <a:solidFill>
                  <a:srgbClr val="6C95EB"/>
                </a:solidFill>
                <a:effectLst/>
                <a:latin typeface="JetBrains Mono"/>
              </a:rPr>
              <a:t>public </a:t>
            </a:r>
            <a:r>
              <a:rPr lang="da-DK" sz="2400" dirty="0" err="1">
                <a:solidFill>
                  <a:srgbClr val="6C95EB"/>
                </a:solidFill>
                <a:effectLst/>
                <a:latin typeface="JetBrains Mono"/>
              </a:rPr>
              <a:t>void</a:t>
            </a:r>
            <a:r>
              <a:rPr lang="da-DK" sz="2400" dirty="0">
                <a:solidFill>
                  <a:srgbClr val="6C95EB"/>
                </a:solidFill>
                <a:effectLst/>
                <a:latin typeface="JetBrains Mono"/>
              </a:rPr>
              <a:t> </a:t>
            </a:r>
            <a:r>
              <a:rPr lang="da-DK" sz="2400" dirty="0" err="1">
                <a:solidFill>
                  <a:srgbClr val="39CC9B"/>
                </a:solidFill>
                <a:effectLst/>
                <a:latin typeface="JetBrains Mono"/>
              </a:rPr>
              <a:t>logInfo</a:t>
            </a:r>
            <a:r>
              <a:rPr lang="da-DK" sz="2400" dirty="0">
                <a:solidFill>
                  <a:srgbClr val="BDBDBD"/>
                </a:solidFill>
                <a:effectLst/>
                <a:latin typeface="JetBrains Mono"/>
              </a:rPr>
              <a:t>(</a:t>
            </a:r>
            <a:r>
              <a:rPr lang="da-DK" sz="2400" dirty="0" err="1">
                <a:solidFill>
                  <a:srgbClr val="C191FF"/>
                </a:solidFill>
                <a:effectLst/>
                <a:latin typeface="JetBrains Mono"/>
              </a:rPr>
              <a:t>String</a:t>
            </a:r>
            <a:r>
              <a:rPr lang="da-DK" sz="2400" dirty="0">
                <a:solidFill>
                  <a:srgbClr val="C191FF"/>
                </a:solidFill>
                <a:effectLst/>
                <a:latin typeface="JetBrains Mono"/>
              </a:rPr>
              <a:t> </a:t>
            </a:r>
            <a:r>
              <a:rPr lang="da-DK" sz="2400" dirty="0">
                <a:solidFill>
                  <a:srgbClr val="BDBDBD"/>
                </a:solidFill>
                <a:effectLst/>
                <a:latin typeface="JetBrains Mono"/>
              </a:rPr>
              <a:t>message)</a:t>
            </a:r>
            <a:endParaRPr lang="da-DK" sz="2400" dirty="0">
              <a:solidFill>
                <a:srgbClr val="D0D0D0"/>
              </a:solidFill>
              <a:effectLst/>
              <a:latin typeface="JetBrains Mono"/>
            </a:endParaRPr>
          </a:p>
        </p:txBody>
      </p:sp>
      <p:sp>
        <p:nvSpPr>
          <p:cNvPr id="9" name="TextBox 8">
            <a:extLst>
              <a:ext uri="{FF2B5EF4-FFF2-40B4-BE49-F238E27FC236}">
                <a16:creationId xmlns:a16="http://schemas.microsoft.com/office/drawing/2014/main" id="{E86C5FE7-1D7A-B134-BFB8-35C84C07EB34}"/>
              </a:ext>
            </a:extLst>
          </p:cNvPr>
          <p:cNvSpPr txBox="1"/>
          <p:nvPr/>
        </p:nvSpPr>
        <p:spPr>
          <a:xfrm>
            <a:off x="1734493" y="4808044"/>
            <a:ext cx="8686092" cy="578052"/>
          </a:xfrm>
          <a:prstGeom prst="rect">
            <a:avLst/>
          </a:prstGeom>
          <a:noFill/>
        </p:spPr>
        <p:txBody>
          <a:bodyPr wrap="square">
            <a:spAutoFit/>
          </a:bodyPr>
          <a:lstStyle/>
          <a:p>
            <a:pPr>
              <a:buNone/>
            </a:pPr>
            <a:r>
              <a:rPr lang="en-US" sz="2400" dirty="0">
                <a:solidFill>
                  <a:srgbClr val="6C95EB"/>
                </a:solidFill>
                <a:effectLst/>
                <a:latin typeface="JetBrains Mono"/>
              </a:rPr>
              <a:t>public void </a:t>
            </a:r>
            <a:r>
              <a:rPr lang="en-US" sz="2400" dirty="0" err="1">
                <a:solidFill>
                  <a:srgbClr val="39CC9B"/>
                </a:solidFill>
                <a:effectLst/>
                <a:latin typeface="JetBrains Mono"/>
              </a:rPr>
              <a:t>logWarning</a:t>
            </a:r>
            <a:r>
              <a:rPr lang="en-US" sz="2400" dirty="0">
                <a:solidFill>
                  <a:srgbClr val="BDBDBD"/>
                </a:solidFill>
                <a:effectLst/>
                <a:latin typeface="JetBrains Mono"/>
              </a:rPr>
              <a:t>(</a:t>
            </a:r>
            <a:r>
              <a:rPr lang="en-US" sz="2400" dirty="0">
                <a:solidFill>
                  <a:srgbClr val="C191FF"/>
                </a:solidFill>
                <a:effectLst/>
                <a:latin typeface="JetBrains Mono"/>
              </a:rPr>
              <a:t>String </a:t>
            </a:r>
            <a:r>
              <a:rPr lang="en-US" sz="2400" dirty="0">
                <a:solidFill>
                  <a:srgbClr val="BDBDBD"/>
                </a:solidFill>
                <a:effectLst/>
                <a:latin typeface="JetBrains Mono"/>
              </a:rPr>
              <a:t>message)</a:t>
            </a:r>
            <a:endParaRPr lang="en-US" sz="2400" dirty="0">
              <a:solidFill>
                <a:srgbClr val="D0D0D0"/>
              </a:solidFill>
              <a:effectLst/>
              <a:latin typeface="JetBrains Mono"/>
            </a:endParaRPr>
          </a:p>
        </p:txBody>
      </p:sp>
      <p:sp>
        <p:nvSpPr>
          <p:cNvPr id="11" name="TextBox 10">
            <a:extLst>
              <a:ext uri="{FF2B5EF4-FFF2-40B4-BE49-F238E27FC236}">
                <a16:creationId xmlns:a16="http://schemas.microsoft.com/office/drawing/2014/main" id="{D275B057-0A49-5B21-86AE-D3DC7A3E867F}"/>
              </a:ext>
            </a:extLst>
          </p:cNvPr>
          <p:cNvSpPr txBox="1"/>
          <p:nvPr/>
        </p:nvSpPr>
        <p:spPr>
          <a:xfrm>
            <a:off x="1734493" y="5270486"/>
            <a:ext cx="8686092" cy="578052"/>
          </a:xfrm>
          <a:prstGeom prst="rect">
            <a:avLst/>
          </a:prstGeom>
          <a:noFill/>
        </p:spPr>
        <p:txBody>
          <a:bodyPr wrap="square">
            <a:spAutoFit/>
          </a:bodyPr>
          <a:lstStyle/>
          <a:p>
            <a:pPr>
              <a:buNone/>
            </a:pPr>
            <a:r>
              <a:rPr lang="da-DK" sz="2400" dirty="0">
                <a:solidFill>
                  <a:srgbClr val="6C95EB"/>
                </a:solidFill>
                <a:effectLst/>
                <a:latin typeface="JetBrains Mono"/>
              </a:rPr>
              <a:t>public </a:t>
            </a:r>
            <a:r>
              <a:rPr lang="da-DK" sz="2400" dirty="0" err="1">
                <a:solidFill>
                  <a:srgbClr val="6C95EB"/>
                </a:solidFill>
                <a:effectLst/>
                <a:latin typeface="JetBrains Mono"/>
              </a:rPr>
              <a:t>void</a:t>
            </a:r>
            <a:r>
              <a:rPr lang="da-DK" sz="2400" dirty="0">
                <a:solidFill>
                  <a:srgbClr val="6C95EB"/>
                </a:solidFill>
                <a:effectLst/>
                <a:latin typeface="JetBrains Mono"/>
              </a:rPr>
              <a:t> </a:t>
            </a:r>
            <a:r>
              <a:rPr lang="da-DK" sz="2400" dirty="0" err="1">
                <a:solidFill>
                  <a:srgbClr val="39CC9B"/>
                </a:solidFill>
                <a:effectLst/>
                <a:latin typeface="JetBrains Mono"/>
              </a:rPr>
              <a:t>logError</a:t>
            </a:r>
            <a:r>
              <a:rPr lang="da-DK" sz="2400" dirty="0">
                <a:solidFill>
                  <a:srgbClr val="BDBDBD"/>
                </a:solidFill>
                <a:effectLst/>
                <a:latin typeface="JetBrains Mono"/>
              </a:rPr>
              <a:t>(</a:t>
            </a:r>
            <a:r>
              <a:rPr lang="da-DK" sz="2400" dirty="0" err="1">
                <a:solidFill>
                  <a:srgbClr val="C191FF"/>
                </a:solidFill>
                <a:effectLst/>
                <a:latin typeface="JetBrains Mono"/>
              </a:rPr>
              <a:t>String</a:t>
            </a:r>
            <a:r>
              <a:rPr lang="da-DK" sz="2400" dirty="0">
                <a:solidFill>
                  <a:srgbClr val="C191FF"/>
                </a:solidFill>
                <a:effectLst/>
                <a:latin typeface="JetBrains Mono"/>
              </a:rPr>
              <a:t> </a:t>
            </a:r>
            <a:r>
              <a:rPr lang="da-DK" sz="2400" dirty="0">
                <a:solidFill>
                  <a:srgbClr val="BDBDBD"/>
                </a:solidFill>
                <a:effectLst/>
                <a:latin typeface="JetBrains Mono"/>
              </a:rPr>
              <a:t>message)</a:t>
            </a:r>
            <a:endParaRPr lang="da-DK" sz="2400" dirty="0">
              <a:solidFill>
                <a:srgbClr val="D0D0D0"/>
              </a:solidFill>
              <a:effectLst/>
              <a:latin typeface="JetBrains Mono"/>
            </a:endParaRPr>
          </a:p>
        </p:txBody>
      </p:sp>
    </p:spTree>
    <p:extLst>
      <p:ext uri="{BB962C8B-B14F-4D97-AF65-F5344CB8AC3E}">
        <p14:creationId xmlns:p14="http://schemas.microsoft.com/office/powerpoint/2010/main" val="2403951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2F7AC1-DA43-FE86-C366-FC0A6DCF83A7}"/>
              </a:ext>
            </a:extLst>
          </p:cNvPr>
          <p:cNvSpPr>
            <a:spLocks noGrp="1"/>
          </p:cNvSpPr>
          <p:nvPr>
            <p:ph type="ctrTitle"/>
          </p:nvPr>
        </p:nvSpPr>
        <p:spPr/>
        <p:txBody>
          <a:bodyPr/>
          <a:lstStyle/>
          <a:p>
            <a:r>
              <a:rPr lang="da-DK" dirty="0"/>
              <a:t>Problem 3</a:t>
            </a:r>
          </a:p>
        </p:txBody>
      </p:sp>
      <p:sp>
        <p:nvSpPr>
          <p:cNvPr id="5" name="Subtitle 4">
            <a:extLst>
              <a:ext uri="{FF2B5EF4-FFF2-40B4-BE49-F238E27FC236}">
                <a16:creationId xmlns:a16="http://schemas.microsoft.com/office/drawing/2014/main" id="{514CCF18-9EF9-3E9D-6242-37DFA5D56CCF}"/>
              </a:ext>
            </a:extLst>
          </p:cNvPr>
          <p:cNvSpPr>
            <a:spLocks noGrp="1"/>
          </p:cNvSpPr>
          <p:nvPr>
            <p:ph type="subTitle" idx="1"/>
          </p:nvPr>
        </p:nvSpPr>
        <p:spPr/>
        <p:txBody>
          <a:bodyPr/>
          <a:lstStyle/>
          <a:p>
            <a:r>
              <a:rPr lang="da-DK" dirty="0"/>
              <a:t>GUI </a:t>
            </a:r>
            <a:r>
              <a:rPr lang="da-DK" dirty="0" err="1"/>
              <a:t>popup</a:t>
            </a:r>
            <a:endParaRPr lang="da-DK" dirty="0"/>
          </a:p>
        </p:txBody>
      </p:sp>
    </p:spTree>
    <p:extLst>
      <p:ext uri="{BB962C8B-B14F-4D97-AF65-F5344CB8AC3E}">
        <p14:creationId xmlns:p14="http://schemas.microsoft.com/office/powerpoint/2010/main" val="53288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1EB4-8364-FD64-94F9-74B443CBDA09}"/>
              </a:ext>
            </a:extLst>
          </p:cNvPr>
          <p:cNvSpPr>
            <a:spLocks noGrp="1"/>
          </p:cNvSpPr>
          <p:nvPr>
            <p:ph type="title"/>
          </p:nvPr>
        </p:nvSpPr>
        <p:spPr/>
        <p:txBody>
          <a:bodyPr/>
          <a:lstStyle/>
          <a:p>
            <a:r>
              <a:rPr lang="da-DK" dirty="0"/>
              <a:t>GUI </a:t>
            </a:r>
            <a:r>
              <a:rPr lang="da-DK" dirty="0" err="1"/>
              <a:t>popup</a:t>
            </a:r>
            <a:endParaRPr lang="da-DK" dirty="0"/>
          </a:p>
        </p:txBody>
      </p:sp>
      <p:sp>
        <p:nvSpPr>
          <p:cNvPr id="3" name="Content Placeholder 2">
            <a:extLst>
              <a:ext uri="{FF2B5EF4-FFF2-40B4-BE49-F238E27FC236}">
                <a16:creationId xmlns:a16="http://schemas.microsoft.com/office/drawing/2014/main" id="{DE41C982-6FC7-1CC0-4CFF-91DFC0F8CB95}"/>
              </a:ext>
            </a:extLst>
          </p:cNvPr>
          <p:cNvSpPr>
            <a:spLocks noGrp="1"/>
          </p:cNvSpPr>
          <p:nvPr>
            <p:ph idx="1"/>
          </p:nvPr>
        </p:nvSpPr>
        <p:spPr/>
        <p:txBody>
          <a:bodyPr/>
          <a:lstStyle/>
          <a:p>
            <a:r>
              <a:rPr lang="da-DK" dirty="0"/>
              <a:t>On </a:t>
            </a:r>
            <a:r>
              <a:rPr lang="da-DK" dirty="0" err="1"/>
              <a:t>certain</a:t>
            </a:r>
            <a:r>
              <a:rPr lang="da-DK" dirty="0"/>
              <a:t> events, </a:t>
            </a:r>
            <a:r>
              <a:rPr lang="da-DK" dirty="0" err="1"/>
              <a:t>your</a:t>
            </a:r>
            <a:r>
              <a:rPr lang="da-DK" dirty="0"/>
              <a:t> UI shows </a:t>
            </a:r>
            <a:r>
              <a:rPr lang="da-DK" dirty="0" err="1"/>
              <a:t>some</a:t>
            </a:r>
            <a:r>
              <a:rPr lang="da-DK" dirty="0"/>
              <a:t> kind of alert:	</a:t>
            </a:r>
          </a:p>
          <a:p>
            <a:pPr lvl="1"/>
            <a:r>
              <a:rPr lang="da-DK" dirty="0" err="1"/>
              <a:t>Popup</a:t>
            </a:r>
            <a:r>
              <a:rPr lang="da-DK" dirty="0"/>
              <a:t>, </a:t>
            </a:r>
            <a:r>
              <a:rPr lang="da-DK" dirty="0" err="1"/>
              <a:t>console</a:t>
            </a:r>
            <a:r>
              <a:rPr lang="da-DK" dirty="0"/>
              <a:t> print, whatever.</a:t>
            </a:r>
          </a:p>
          <a:p>
            <a:r>
              <a:rPr lang="da-DK" dirty="0"/>
              <a:t>In </a:t>
            </a:r>
            <a:r>
              <a:rPr lang="da-DK" dirty="0" err="1"/>
              <a:t>assignment</a:t>
            </a:r>
            <a:r>
              <a:rPr lang="da-DK" dirty="0"/>
              <a:t> 8 – MVVM, I </a:t>
            </a:r>
            <a:r>
              <a:rPr lang="da-DK" dirty="0" err="1"/>
              <a:t>called</a:t>
            </a:r>
            <a:r>
              <a:rPr lang="da-DK" dirty="0"/>
              <a:t> it a </a:t>
            </a:r>
            <a:r>
              <a:rPr lang="da-DK" dirty="0" err="1"/>
              <a:t>NotificationManager</a:t>
            </a:r>
            <a:endParaRPr lang="da-DK" dirty="0"/>
          </a:p>
          <a:p>
            <a:endParaRPr lang="da-DK" dirty="0"/>
          </a:p>
          <a:p>
            <a:r>
              <a:rPr lang="da-DK" dirty="0"/>
              <a:t>The </a:t>
            </a:r>
            <a:r>
              <a:rPr lang="da-DK" dirty="0" err="1"/>
              <a:t>change</a:t>
            </a:r>
            <a:r>
              <a:rPr lang="da-DK" dirty="0"/>
              <a:t>:</a:t>
            </a:r>
          </a:p>
          <a:p>
            <a:r>
              <a:rPr lang="da-DK" dirty="0"/>
              <a:t>I give </a:t>
            </a:r>
            <a:r>
              <a:rPr lang="da-DK" dirty="0" err="1"/>
              <a:t>you</a:t>
            </a:r>
            <a:r>
              <a:rPr lang="da-DK" dirty="0"/>
              <a:t> a </a:t>
            </a:r>
            <a:r>
              <a:rPr lang="da-DK" dirty="0" err="1"/>
              <a:t>custom</a:t>
            </a:r>
            <a:r>
              <a:rPr lang="da-DK" dirty="0"/>
              <a:t> </a:t>
            </a:r>
            <a:r>
              <a:rPr lang="da-DK" dirty="0" err="1"/>
              <a:t>popup</a:t>
            </a:r>
            <a:r>
              <a:rPr lang="da-DK" dirty="0"/>
              <a:t> </a:t>
            </a:r>
            <a:r>
              <a:rPr lang="da-DK" dirty="0" err="1"/>
              <a:t>notification</a:t>
            </a:r>
            <a:r>
              <a:rPr lang="da-DK" dirty="0"/>
              <a:t> class:</a:t>
            </a:r>
          </a:p>
          <a:p>
            <a:pPr lvl="1"/>
            <a:endParaRPr lang="da-DK" dirty="0"/>
          </a:p>
          <a:p>
            <a:endParaRPr lang="da-DK" dirty="0"/>
          </a:p>
          <a:p>
            <a:endParaRPr lang="da-DK" dirty="0"/>
          </a:p>
          <a:p>
            <a:r>
              <a:rPr lang="da-DK" dirty="0" err="1"/>
              <a:t>You</a:t>
            </a:r>
            <a:r>
              <a:rPr lang="da-DK" dirty="0"/>
              <a:t> must </a:t>
            </a:r>
            <a:r>
              <a:rPr lang="da-DK" dirty="0" err="1"/>
              <a:t>adjust</a:t>
            </a:r>
            <a:r>
              <a:rPr lang="da-DK" dirty="0"/>
              <a:t> </a:t>
            </a:r>
            <a:r>
              <a:rPr lang="da-DK" dirty="0" err="1"/>
              <a:t>your</a:t>
            </a:r>
            <a:r>
              <a:rPr lang="da-DK" dirty="0"/>
              <a:t> system, so it </a:t>
            </a:r>
            <a:r>
              <a:rPr lang="da-DK" dirty="0" err="1"/>
              <a:t>uses</a:t>
            </a:r>
            <a:r>
              <a:rPr lang="da-DK" dirty="0"/>
              <a:t> the </a:t>
            </a:r>
            <a:r>
              <a:rPr lang="da-DK" dirty="0" err="1"/>
              <a:t>provided</a:t>
            </a:r>
            <a:r>
              <a:rPr lang="da-DK" dirty="0"/>
              <a:t> class</a:t>
            </a:r>
          </a:p>
        </p:txBody>
      </p:sp>
      <p:sp>
        <p:nvSpPr>
          <p:cNvPr id="5" name="TextBox 4">
            <a:extLst>
              <a:ext uri="{FF2B5EF4-FFF2-40B4-BE49-F238E27FC236}">
                <a16:creationId xmlns:a16="http://schemas.microsoft.com/office/drawing/2014/main" id="{9CBC1593-819E-7EB1-629C-485745947B64}"/>
              </a:ext>
            </a:extLst>
          </p:cNvPr>
          <p:cNvSpPr txBox="1"/>
          <p:nvPr/>
        </p:nvSpPr>
        <p:spPr>
          <a:xfrm>
            <a:off x="1898586" y="4330315"/>
            <a:ext cx="8394828" cy="461665"/>
          </a:xfrm>
          <a:prstGeom prst="rect">
            <a:avLst/>
          </a:prstGeom>
          <a:noFill/>
        </p:spPr>
        <p:txBody>
          <a:bodyPr wrap="square">
            <a:spAutoFit/>
          </a:bodyPr>
          <a:lstStyle/>
          <a:p>
            <a:pPr algn="ctr">
              <a:buNone/>
            </a:pPr>
            <a:r>
              <a:rPr lang="da-DK" sz="2400" dirty="0">
                <a:solidFill>
                  <a:srgbClr val="6C95EB"/>
                </a:solidFill>
                <a:effectLst/>
                <a:latin typeface="JetBrains Mono"/>
              </a:rPr>
              <a:t>public </a:t>
            </a:r>
            <a:r>
              <a:rPr lang="da-DK" sz="2400" dirty="0" err="1">
                <a:solidFill>
                  <a:srgbClr val="6C95EB"/>
                </a:solidFill>
                <a:effectLst/>
                <a:latin typeface="JetBrains Mono"/>
              </a:rPr>
              <a:t>void</a:t>
            </a:r>
            <a:r>
              <a:rPr lang="da-DK" sz="2400" dirty="0">
                <a:solidFill>
                  <a:srgbClr val="6C95EB"/>
                </a:solidFill>
                <a:effectLst/>
                <a:latin typeface="JetBrains Mono"/>
              </a:rPr>
              <a:t> </a:t>
            </a:r>
            <a:r>
              <a:rPr lang="da-DK" sz="2400" dirty="0" err="1">
                <a:solidFill>
                  <a:srgbClr val="39CC9B"/>
                </a:solidFill>
                <a:effectLst/>
                <a:latin typeface="JetBrains Mono"/>
              </a:rPr>
              <a:t>showAlert</a:t>
            </a:r>
            <a:r>
              <a:rPr lang="da-DK" sz="2400" dirty="0">
                <a:solidFill>
                  <a:srgbClr val="BDBDBD"/>
                </a:solidFill>
                <a:effectLst/>
                <a:latin typeface="JetBrains Mono"/>
              </a:rPr>
              <a:t>(</a:t>
            </a:r>
            <a:r>
              <a:rPr lang="da-DK" sz="2400" dirty="0" err="1">
                <a:solidFill>
                  <a:srgbClr val="C191FF"/>
                </a:solidFill>
                <a:effectLst/>
                <a:latin typeface="JetBrains Mono"/>
              </a:rPr>
              <a:t>String</a:t>
            </a:r>
            <a:r>
              <a:rPr lang="da-DK" sz="2400" dirty="0">
                <a:solidFill>
                  <a:srgbClr val="C191FF"/>
                </a:solidFill>
                <a:effectLst/>
                <a:latin typeface="JetBrains Mono"/>
              </a:rPr>
              <a:t> </a:t>
            </a:r>
            <a:r>
              <a:rPr lang="da-DK" sz="2400" dirty="0">
                <a:solidFill>
                  <a:srgbClr val="BDBDBD"/>
                </a:solidFill>
                <a:effectLst/>
                <a:latin typeface="JetBrains Mono"/>
              </a:rPr>
              <a:t>message, </a:t>
            </a:r>
            <a:r>
              <a:rPr lang="da-DK" sz="2400" dirty="0" err="1">
                <a:solidFill>
                  <a:srgbClr val="C191FF"/>
                </a:solidFill>
                <a:effectLst/>
                <a:latin typeface="JetBrains Mono"/>
              </a:rPr>
              <a:t>String</a:t>
            </a:r>
            <a:r>
              <a:rPr lang="da-DK" sz="2400" dirty="0">
                <a:solidFill>
                  <a:srgbClr val="C191FF"/>
                </a:solidFill>
                <a:effectLst/>
                <a:latin typeface="JetBrains Mono"/>
              </a:rPr>
              <a:t> </a:t>
            </a:r>
            <a:r>
              <a:rPr lang="da-DK" sz="2400" dirty="0" err="1">
                <a:solidFill>
                  <a:srgbClr val="BDBDBD"/>
                </a:solidFill>
                <a:effectLst/>
                <a:latin typeface="JetBrains Mono"/>
              </a:rPr>
              <a:t>title</a:t>
            </a:r>
            <a:r>
              <a:rPr lang="da-DK" sz="2400" dirty="0">
                <a:solidFill>
                  <a:srgbClr val="BDBDBD"/>
                </a:solidFill>
                <a:effectLst/>
                <a:latin typeface="JetBrains Mono"/>
              </a:rPr>
              <a:t>, </a:t>
            </a:r>
            <a:r>
              <a:rPr lang="da-DK" sz="2400" dirty="0" err="1">
                <a:solidFill>
                  <a:srgbClr val="C191FF"/>
                </a:solidFill>
                <a:effectLst/>
                <a:latin typeface="JetBrains Mono"/>
              </a:rPr>
              <a:t>AlertType</a:t>
            </a:r>
            <a:r>
              <a:rPr lang="da-DK" sz="2400" dirty="0">
                <a:solidFill>
                  <a:srgbClr val="C191FF"/>
                </a:solidFill>
                <a:effectLst/>
                <a:latin typeface="JetBrains Mono"/>
              </a:rPr>
              <a:t> </a:t>
            </a:r>
            <a:r>
              <a:rPr lang="da-DK" sz="2400" dirty="0">
                <a:solidFill>
                  <a:srgbClr val="BDBDBD"/>
                </a:solidFill>
                <a:effectLst/>
                <a:latin typeface="JetBrains Mono"/>
              </a:rPr>
              <a:t>type)</a:t>
            </a:r>
            <a:endParaRPr lang="da-DK" sz="2400" dirty="0">
              <a:solidFill>
                <a:srgbClr val="D0D0D0"/>
              </a:solidFill>
              <a:effectLst/>
              <a:latin typeface="JetBrains Mono"/>
            </a:endParaRPr>
          </a:p>
        </p:txBody>
      </p:sp>
    </p:spTree>
    <p:extLst>
      <p:ext uri="{BB962C8B-B14F-4D97-AF65-F5344CB8AC3E}">
        <p14:creationId xmlns:p14="http://schemas.microsoft.com/office/powerpoint/2010/main" val="3441112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8E6E99-6245-63D0-F9C1-F410BB8929F5}"/>
              </a:ext>
            </a:extLst>
          </p:cNvPr>
          <p:cNvSpPr>
            <a:spLocks noGrp="1"/>
          </p:cNvSpPr>
          <p:nvPr>
            <p:ph type="ctrTitle"/>
          </p:nvPr>
        </p:nvSpPr>
        <p:spPr/>
        <p:txBody>
          <a:bodyPr/>
          <a:lstStyle/>
          <a:p>
            <a:r>
              <a:rPr lang="da-DK" dirty="0"/>
              <a:t>?</a:t>
            </a:r>
          </a:p>
        </p:txBody>
      </p:sp>
      <p:sp>
        <p:nvSpPr>
          <p:cNvPr id="5" name="Subtitle 4">
            <a:extLst>
              <a:ext uri="{FF2B5EF4-FFF2-40B4-BE49-F238E27FC236}">
                <a16:creationId xmlns:a16="http://schemas.microsoft.com/office/drawing/2014/main" id="{1B231D9C-8F8E-3191-CABD-F2FBDABF9AEE}"/>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3010082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B3CBF6-158F-F186-2BAA-ABDE2CAB6E88}"/>
              </a:ext>
            </a:extLst>
          </p:cNvPr>
          <p:cNvSpPr>
            <a:spLocks noGrp="1"/>
          </p:cNvSpPr>
          <p:nvPr>
            <p:ph type="ctrTitle"/>
          </p:nvPr>
        </p:nvSpPr>
        <p:spPr/>
        <p:txBody>
          <a:bodyPr/>
          <a:lstStyle/>
          <a:p>
            <a:r>
              <a:rPr lang="da-DK" dirty="0" err="1"/>
              <a:t>Strategy</a:t>
            </a:r>
            <a:r>
              <a:rPr lang="da-DK" dirty="0"/>
              <a:t> pattern</a:t>
            </a:r>
          </a:p>
        </p:txBody>
      </p:sp>
      <p:sp>
        <p:nvSpPr>
          <p:cNvPr id="5" name="Subtitle 4">
            <a:extLst>
              <a:ext uri="{FF2B5EF4-FFF2-40B4-BE49-F238E27FC236}">
                <a16:creationId xmlns:a16="http://schemas.microsoft.com/office/drawing/2014/main" id="{F2761E4C-EF67-CEDA-BD75-1603D0F0DB92}"/>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2199192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7E5B7-6E13-8C79-F021-A7E3DD06B16B}"/>
              </a:ext>
            </a:extLst>
          </p:cNvPr>
          <p:cNvSpPr>
            <a:spLocks noGrp="1"/>
          </p:cNvSpPr>
          <p:nvPr>
            <p:ph type="title"/>
          </p:nvPr>
        </p:nvSpPr>
        <p:spPr/>
        <p:txBody>
          <a:bodyPr/>
          <a:lstStyle/>
          <a:p>
            <a:r>
              <a:rPr lang="da-DK" dirty="0"/>
              <a:t>Overview</a:t>
            </a:r>
          </a:p>
        </p:txBody>
      </p:sp>
      <p:sp>
        <p:nvSpPr>
          <p:cNvPr id="3" name="Content Placeholder 2">
            <a:extLst>
              <a:ext uri="{FF2B5EF4-FFF2-40B4-BE49-F238E27FC236}">
                <a16:creationId xmlns:a16="http://schemas.microsoft.com/office/drawing/2014/main" id="{81C3850F-6B91-0453-4687-7823C0E5A8AE}"/>
              </a:ext>
            </a:extLst>
          </p:cNvPr>
          <p:cNvSpPr>
            <a:spLocks noGrp="1"/>
          </p:cNvSpPr>
          <p:nvPr>
            <p:ph idx="1"/>
          </p:nvPr>
        </p:nvSpPr>
        <p:spPr/>
        <p:txBody>
          <a:bodyPr/>
          <a:lstStyle/>
          <a:p>
            <a:r>
              <a:rPr lang="da-DK" dirty="0" err="1"/>
              <a:t>You</a:t>
            </a:r>
            <a:r>
              <a:rPr lang="da-DK" dirty="0"/>
              <a:t> have </a:t>
            </a:r>
            <a:r>
              <a:rPr lang="da-DK" dirty="0" err="1"/>
              <a:t>some</a:t>
            </a:r>
            <a:r>
              <a:rPr lang="da-DK" dirty="0"/>
              <a:t> </a:t>
            </a:r>
            <a:r>
              <a:rPr lang="da-DK" dirty="0" err="1"/>
              <a:t>behaviour</a:t>
            </a:r>
            <a:r>
              <a:rPr lang="da-DK" dirty="0"/>
              <a:t> in a class/</a:t>
            </a:r>
            <a:r>
              <a:rPr lang="da-DK" dirty="0" err="1"/>
              <a:t>method</a:t>
            </a:r>
            <a:r>
              <a:rPr lang="da-DK" dirty="0"/>
              <a:t>, </a:t>
            </a:r>
            <a:r>
              <a:rPr lang="da-DK" dirty="0" err="1"/>
              <a:t>which</a:t>
            </a:r>
            <a:r>
              <a:rPr lang="da-DK" dirty="0"/>
              <a:t> </a:t>
            </a:r>
            <a:r>
              <a:rPr lang="da-DK" dirty="0" err="1"/>
              <a:t>can</a:t>
            </a:r>
            <a:r>
              <a:rPr lang="da-DK" dirty="0"/>
              <a:t> </a:t>
            </a:r>
            <a:r>
              <a:rPr lang="da-DK" dirty="0" err="1"/>
              <a:t>change</a:t>
            </a:r>
            <a:endParaRPr lang="da-DK" dirty="0"/>
          </a:p>
          <a:p>
            <a:pPr lvl="1"/>
            <a:r>
              <a:rPr lang="da-DK" dirty="0"/>
              <a:t>Or</a:t>
            </a:r>
          </a:p>
          <a:p>
            <a:r>
              <a:rPr lang="da-DK" dirty="0" err="1"/>
              <a:t>You</a:t>
            </a:r>
            <a:r>
              <a:rPr lang="da-DK" dirty="0"/>
              <a:t> have a </a:t>
            </a:r>
            <a:r>
              <a:rPr lang="da-DK" dirty="0" err="1"/>
              <a:t>chain</a:t>
            </a:r>
            <a:r>
              <a:rPr lang="da-DK" dirty="0"/>
              <a:t> of </a:t>
            </a:r>
            <a:r>
              <a:rPr lang="da-DK" dirty="0" err="1"/>
              <a:t>ifs</a:t>
            </a:r>
            <a:r>
              <a:rPr lang="da-DK" dirty="0"/>
              <a:t> to </a:t>
            </a:r>
            <a:r>
              <a:rPr lang="da-DK" dirty="0" err="1"/>
              <a:t>select</a:t>
            </a:r>
            <a:r>
              <a:rPr lang="da-DK" dirty="0"/>
              <a:t> the right </a:t>
            </a:r>
            <a:r>
              <a:rPr lang="da-DK" dirty="0" err="1"/>
              <a:t>behaviour</a:t>
            </a:r>
            <a:endParaRPr lang="da-DK" dirty="0"/>
          </a:p>
          <a:p>
            <a:endParaRPr lang="da-DK" dirty="0"/>
          </a:p>
          <a:p>
            <a:r>
              <a:rPr lang="da-DK" dirty="0" err="1"/>
              <a:t>You</a:t>
            </a:r>
            <a:r>
              <a:rPr lang="da-DK" dirty="0"/>
              <a:t> </a:t>
            </a:r>
            <a:r>
              <a:rPr lang="da-DK" dirty="0" err="1"/>
              <a:t>extract</a:t>
            </a:r>
            <a:r>
              <a:rPr lang="da-DK" dirty="0"/>
              <a:t> </a:t>
            </a:r>
            <a:r>
              <a:rPr lang="da-DK" dirty="0" err="1"/>
              <a:t>this</a:t>
            </a:r>
            <a:r>
              <a:rPr lang="da-DK" dirty="0"/>
              <a:t> </a:t>
            </a:r>
            <a:r>
              <a:rPr lang="da-DK" dirty="0" err="1"/>
              <a:t>behaviour</a:t>
            </a:r>
            <a:r>
              <a:rPr lang="da-DK" dirty="0"/>
              <a:t> </a:t>
            </a:r>
            <a:r>
              <a:rPr lang="da-DK" dirty="0" err="1"/>
              <a:t>into</a:t>
            </a:r>
            <a:r>
              <a:rPr lang="da-DK" dirty="0"/>
              <a:t> a new class, </a:t>
            </a:r>
            <a:r>
              <a:rPr lang="da-DK" dirty="0" err="1"/>
              <a:t>behind</a:t>
            </a:r>
            <a:r>
              <a:rPr lang="da-DK" dirty="0"/>
              <a:t> an interface</a:t>
            </a:r>
          </a:p>
          <a:p>
            <a:r>
              <a:rPr lang="da-DK" dirty="0" err="1"/>
              <a:t>You</a:t>
            </a:r>
            <a:r>
              <a:rPr lang="da-DK" dirty="0"/>
              <a:t> </a:t>
            </a:r>
            <a:r>
              <a:rPr lang="da-DK" dirty="0" err="1"/>
              <a:t>inject</a:t>
            </a:r>
            <a:r>
              <a:rPr lang="da-DK" dirty="0"/>
              <a:t> the interface </a:t>
            </a:r>
            <a:r>
              <a:rPr lang="da-DK" dirty="0" err="1"/>
              <a:t>into</a:t>
            </a:r>
            <a:r>
              <a:rPr lang="da-DK" dirty="0"/>
              <a:t> the original class</a:t>
            </a:r>
          </a:p>
        </p:txBody>
      </p:sp>
    </p:spTree>
    <p:extLst>
      <p:ext uri="{BB962C8B-B14F-4D97-AF65-F5344CB8AC3E}">
        <p14:creationId xmlns:p14="http://schemas.microsoft.com/office/powerpoint/2010/main" val="2529961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Isosceles Triangle 8">
            <a:extLst>
              <a:ext uri="{FF2B5EF4-FFF2-40B4-BE49-F238E27FC236}">
                <a16:creationId xmlns:a16="http://schemas.microsoft.com/office/drawing/2014/main" id="{DE171943-3DE7-C65F-E24E-FCB55C83AD71}"/>
              </a:ext>
            </a:extLst>
          </p:cNvPr>
          <p:cNvSpPr/>
          <p:nvPr/>
        </p:nvSpPr>
        <p:spPr>
          <a:xfrm>
            <a:off x="7645138" y="3492996"/>
            <a:ext cx="395924" cy="317126"/>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Title 1">
            <a:extLst>
              <a:ext uri="{FF2B5EF4-FFF2-40B4-BE49-F238E27FC236}">
                <a16:creationId xmlns:a16="http://schemas.microsoft.com/office/drawing/2014/main" id="{E74E94EE-2DE1-F4D7-12DD-C2989915E19F}"/>
              </a:ext>
            </a:extLst>
          </p:cNvPr>
          <p:cNvSpPr>
            <a:spLocks noGrp="1"/>
          </p:cNvSpPr>
          <p:nvPr>
            <p:ph type="title"/>
          </p:nvPr>
        </p:nvSpPr>
        <p:spPr/>
        <p:txBody>
          <a:bodyPr/>
          <a:lstStyle/>
          <a:p>
            <a:r>
              <a:rPr lang="da-DK" dirty="0"/>
              <a:t>General class diagram</a:t>
            </a:r>
          </a:p>
        </p:txBody>
      </p:sp>
      <p:graphicFrame>
        <p:nvGraphicFramePr>
          <p:cNvPr id="4" name="Table 3">
            <a:extLst>
              <a:ext uri="{FF2B5EF4-FFF2-40B4-BE49-F238E27FC236}">
                <a16:creationId xmlns:a16="http://schemas.microsoft.com/office/drawing/2014/main" id="{0FDEBDF9-5FC7-B5CD-88B5-71C44A7C8206}"/>
              </a:ext>
            </a:extLst>
          </p:cNvPr>
          <p:cNvGraphicFramePr>
            <a:graphicFrameLocks noGrp="1"/>
          </p:cNvGraphicFramePr>
          <p:nvPr>
            <p:extLst>
              <p:ext uri="{D42A27DB-BD31-4B8C-83A1-F6EECF244321}">
                <p14:modId xmlns:p14="http://schemas.microsoft.com/office/powerpoint/2010/main" val="553744271"/>
              </p:ext>
            </p:extLst>
          </p:nvPr>
        </p:nvGraphicFramePr>
        <p:xfrm>
          <a:off x="1730229" y="2353619"/>
          <a:ext cx="2601797" cy="138176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err="1"/>
                        <a:t>Context</a:t>
                      </a:r>
                      <a:endParaRPr lang="da-DK" dirty="0"/>
                    </a:p>
                  </a:txBody>
                  <a:tcPr/>
                </a:tc>
                <a:extLst>
                  <a:ext uri="{0D108BD9-81ED-4DB2-BD59-A6C34878D82A}">
                    <a16:rowId xmlns:a16="http://schemas.microsoft.com/office/drawing/2014/main" val="3839574297"/>
                  </a:ext>
                </a:extLst>
              </a:tr>
              <a:tr h="370840">
                <a:tc>
                  <a:txBody>
                    <a:bodyPr/>
                    <a:lstStyle/>
                    <a:p>
                      <a:r>
                        <a:rPr lang="da-DK" dirty="0"/>
                        <a:t>- </a:t>
                      </a:r>
                      <a:r>
                        <a:rPr lang="da-DK" dirty="0" err="1"/>
                        <a:t>strategy</a:t>
                      </a:r>
                      <a:r>
                        <a:rPr lang="da-DK" dirty="0"/>
                        <a:t> : </a:t>
                      </a:r>
                      <a:r>
                        <a:rPr lang="da-DK" dirty="0" err="1"/>
                        <a:t>Strategy</a:t>
                      </a:r>
                      <a:endParaRPr lang="da-DK" dirty="0"/>
                    </a:p>
                  </a:txBody>
                  <a:tcPr/>
                </a:tc>
                <a:extLst>
                  <a:ext uri="{0D108BD9-81ED-4DB2-BD59-A6C34878D82A}">
                    <a16:rowId xmlns:a16="http://schemas.microsoft.com/office/drawing/2014/main" val="1840434807"/>
                  </a:ext>
                </a:extLst>
              </a:tr>
              <a:tr h="370840">
                <a:tc>
                  <a:txBody>
                    <a:bodyPr/>
                    <a:lstStyle/>
                    <a:p>
                      <a:r>
                        <a:rPr lang="da-DK" dirty="0"/>
                        <a:t>+ </a:t>
                      </a:r>
                      <a:r>
                        <a:rPr lang="da-DK" dirty="0" err="1"/>
                        <a:t>Context</a:t>
                      </a:r>
                      <a:r>
                        <a:rPr lang="da-DK" dirty="0"/>
                        <a:t>(</a:t>
                      </a:r>
                      <a:r>
                        <a:rPr lang="da-DK" dirty="0" err="1"/>
                        <a:t>str</a:t>
                      </a:r>
                      <a:r>
                        <a:rPr lang="da-DK" dirty="0"/>
                        <a:t> : </a:t>
                      </a:r>
                      <a:r>
                        <a:rPr lang="da-DK" dirty="0" err="1"/>
                        <a:t>Strategy</a:t>
                      </a:r>
                      <a:r>
                        <a:rPr lang="da-DK" dirty="0"/>
                        <a:t>)</a:t>
                      </a:r>
                    </a:p>
                    <a:p>
                      <a:r>
                        <a:rPr lang="da-DK" dirty="0"/>
                        <a:t>+ </a:t>
                      </a:r>
                      <a:r>
                        <a:rPr lang="da-DK" dirty="0" err="1"/>
                        <a:t>someMethod</a:t>
                      </a:r>
                      <a:r>
                        <a:rPr lang="da-DK" dirty="0"/>
                        <a:t>() : </a:t>
                      </a:r>
                      <a:r>
                        <a:rPr lang="da-DK" dirty="0" err="1"/>
                        <a:t>void</a:t>
                      </a:r>
                      <a:endParaRPr lang="da-DK" dirty="0"/>
                    </a:p>
                  </a:txBody>
                  <a:tcPr/>
                </a:tc>
                <a:extLst>
                  <a:ext uri="{0D108BD9-81ED-4DB2-BD59-A6C34878D82A}">
                    <a16:rowId xmlns:a16="http://schemas.microsoft.com/office/drawing/2014/main" val="154626388"/>
                  </a:ext>
                </a:extLst>
              </a:tr>
            </a:tbl>
          </a:graphicData>
        </a:graphic>
      </p:graphicFrame>
      <p:graphicFrame>
        <p:nvGraphicFramePr>
          <p:cNvPr id="6" name="Table 5">
            <a:extLst>
              <a:ext uri="{FF2B5EF4-FFF2-40B4-BE49-F238E27FC236}">
                <a16:creationId xmlns:a16="http://schemas.microsoft.com/office/drawing/2014/main" id="{74E6D747-3FE8-3A72-BED2-6F99FE159AA4}"/>
              </a:ext>
            </a:extLst>
          </p:cNvPr>
          <p:cNvGraphicFramePr>
            <a:graphicFrameLocks noGrp="1"/>
          </p:cNvGraphicFramePr>
          <p:nvPr>
            <p:extLst>
              <p:ext uri="{D42A27DB-BD31-4B8C-83A1-F6EECF244321}">
                <p14:modId xmlns:p14="http://schemas.microsoft.com/office/powerpoint/2010/main" val="3250266185"/>
              </p:ext>
            </p:extLst>
          </p:nvPr>
        </p:nvGraphicFramePr>
        <p:xfrm>
          <a:off x="6542202" y="2539039"/>
          <a:ext cx="2601797" cy="101092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a:t>&lt;&lt;interface&gt;&gt;</a:t>
                      </a:r>
                    </a:p>
                    <a:p>
                      <a:pPr algn="ctr"/>
                      <a:r>
                        <a:rPr lang="da-DK" dirty="0" err="1"/>
                        <a:t>Strategy</a:t>
                      </a:r>
                      <a:endParaRPr lang="da-DK" dirty="0"/>
                    </a:p>
                  </a:txBody>
                  <a:tcPr/>
                </a:tc>
                <a:extLst>
                  <a:ext uri="{0D108BD9-81ED-4DB2-BD59-A6C34878D82A}">
                    <a16:rowId xmlns:a16="http://schemas.microsoft.com/office/drawing/2014/main" val="3839574297"/>
                  </a:ext>
                </a:extLst>
              </a:tr>
              <a:tr h="370840">
                <a:tc>
                  <a:txBody>
                    <a:bodyPr/>
                    <a:lstStyle/>
                    <a:p>
                      <a:r>
                        <a:rPr lang="da-DK" i="1" dirty="0"/>
                        <a:t>+ </a:t>
                      </a:r>
                      <a:r>
                        <a:rPr lang="da-DK" i="1" dirty="0" err="1"/>
                        <a:t>method</a:t>
                      </a:r>
                      <a:r>
                        <a:rPr lang="da-DK" i="1" dirty="0"/>
                        <a:t>() : </a:t>
                      </a:r>
                      <a:r>
                        <a:rPr lang="da-DK" i="1" dirty="0" err="1"/>
                        <a:t>void</a:t>
                      </a:r>
                      <a:endParaRPr lang="da-DK" i="1" dirty="0"/>
                    </a:p>
                  </a:txBody>
                  <a:tcPr/>
                </a:tc>
                <a:extLst>
                  <a:ext uri="{0D108BD9-81ED-4DB2-BD59-A6C34878D82A}">
                    <a16:rowId xmlns:a16="http://schemas.microsoft.com/office/drawing/2014/main" val="154626388"/>
                  </a:ext>
                </a:extLst>
              </a:tr>
            </a:tbl>
          </a:graphicData>
        </a:graphic>
      </p:graphicFrame>
      <p:graphicFrame>
        <p:nvGraphicFramePr>
          <p:cNvPr id="7" name="Table 6">
            <a:extLst>
              <a:ext uri="{FF2B5EF4-FFF2-40B4-BE49-F238E27FC236}">
                <a16:creationId xmlns:a16="http://schemas.microsoft.com/office/drawing/2014/main" id="{8FA835E7-491A-FEEF-16BE-C7DF7992D75C}"/>
              </a:ext>
            </a:extLst>
          </p:cNvPr>
          <p:cNvGraphicFramePr>
            <a:graphicFrameLocks noGrp="1"/>
          </p:cNvGraphicFramePr>
          <p:nvPr>
            <p:extLst>
              <p:ext uri="{D42A27DB-BD31-4B8C-83A1-F6EECF244321}">
                <p14:modId xmlns:p14="http://schemas.microsoft.com/office/powerpoint/2010/main" val="3967070574"/>
              </p:ext>
            </p:extLst>
          </p:nvPr>
        </p:nvGraphicFramePr>
        <p:xfrm>
          <a:off x="8059916" y="4914594"/>
          <a:ext cx="2601797" cy="1102902"/>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0">
                <a:tc>
                  <a:txBody>
                    <a:bodyPr/>
                    <a:lstStyle/>
                    <a:p>
                      <a:pPr algn="ctr"/>
                      <a:r>
                        <a:rPr lang="da-DK" dirty="0"/>
                        <a:t>ConcreteStrategy2</a:t>
                      </a:r>
                    </a:p>
                  </a:txBody>
                  <a:tcPr/>
                </a:tc>
                <a:extLst>
                  <a:ext uri="{0D108BD9-81ED-4DB2-BD59-A6C34878D82A}">
                    <a16:rowId xmlns:a16="http://schemas.microsoft.com/office/drawing/2014/main" val="3839574297"/>
                  </a:ext>
                </a:extLst>
              </a:tr>
              <a:tr h="366302">
                <a:tc>
                  <a:txBody>
                    <a:bodyPr/>
                    <a:lstStyle/>
                    <a:p>
                      <a:r>
                        <a:rPr lang="da-DK" dirty="0"/>
                        <a:t>…</a:t>
                      </a:r>
                    </a:p>
                  </a:txBody>
                  <a:tcPr/>
                </a:tc>
                <a:extLst>
                  <a:ext uri="{0D108BD9-81ED-4DB2-BD59-A6C34878D82A}">
                    <a16:rowId xmlns:a16="http://schemas.microsoft.com/office/drawing/2014/main" val="1840434807"/>
                  </a:ext>
                </a:extLst>
              </a:tr>
              <a:tr h="370840">
                <a:tc>
                  <a:txBody>
                    <a:bodyPr/>
                    <a:lstStyle/>
                    <a:p>
                      <a:r>
                        <a:rPr lang="da-DK" dirty="0"/>
                        <a:t>+ </a:t>
                      </a:r>
                      <a:r>
                        <a:rPr lang="da-DK" dirty="0" err="1"/>
                        <a:t>method</a:t>
                      </a:r>
                      <a:r>
                        <a:rPr lang="da-DK" dirty="0"/>
                        <a:t>() : </a:t>
                      </a:r>
                      <a:r>
                        <a:rPr lang="da-DK" dirty="0" err="1"/>
                        <a:t>void</a:t>
                      </a:r>
                      <a:endParaRPr lang="da-DK" dirty="0"/>
                    </a:p>
                  </a:txBody>
                  <a:tcPr/>
                </a:tc>
                <a:extLst>
                  <a:ext uri="{0D108BD9-81ED-4DB2-BD59-A6C34878D82A}">
                    <a16:rowId xmlns:a16="http://schemas.microsoft.com/office/drawing/2014/main" val="154626388"/>
                  </a:ext>
                </a:extLst>
              </a:tr>
            </a:tbl>
          </a:graphicData>
        </a:graphic>
      </p:graphicFrame>
      <p:graphicFrame>
        <p:nvGraphicFramePr>
          <p:cNvPr id="8" name="Table 7">
            <a:extLst>
              <a:ext uri="{FF2B5EF4-FFF2-40B4-BE49-F238E27FC236}">
                <a16:creationId xmlns:a16="http://schemas.microsoft.com/office/drawing/2014/main" id="{A898ADA6-0394-6642-B901-1B76CACFA047}"/>
              </a:ext>
            </a:extLst>
          </p:cNvPr>
          <p:cNvGraphicFramePr>
            <a:graphicFrameLocks noGrp="1"/>
          </p:cNvGraphicFramePr>
          <p:nvPr>
            <p:extLst>
              <p:ext uri="{D42A27DB-BD31-4B8C-83A1-F6EECF244321}">
                <p14:modId xmlns:p14="http://schemas.microsoft.com/office/powerpoint/2010/main" val="1804787843"/>
              </p:ext>
            </p:extLst>
          </p:nvPr>
        </p:nvGraphicFramePr>
        <p:xfrm>
          <a:off x="4930216" y="4914594"/>
          <a:ext cx="2601797" cy="111252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a:t>ConcreteStrategy1</a:t>
                      </a:r>
                    </a:p>
                  </a:txBody>
                  <a:tcPr/>
                </a:tc>
                <a:extLst>
                  <a:ext uri="{0D108BD9-81ED-4DB2-BD59-A6C34878D82A}">
                    <a16:rowId xmlns:a16="http://schemas.microsoft.com/office/drawing/2014/main" val="3839574297"/>
                  </a:ext>
                </a:extLst>
              </a:tr>
              <a:tr h="370840">
                <a:tc>
                  <a:txBody>
                    <a:bodyPr/>
                    <a:lstStyle/>
                    <a:p>
                      <a:r>
                        <a:rPr lang="da-DK" dirty="0"/>
                        <a:t>…</a:t>
                      </a:r>
                    </a:p>
                  </a:txBody>
                  <a:tcPr/>
                </a:tc>
                <a:extLst>
                  <a:ext uri="{0D108BD9-81ED-4DB2-BD59-A6C34878D82A}">
                    <a16:rowId xmlns:a16="http://schemas.microsoft.com/office/drawing/2014/main" val="1840434807"/>
                  </a:ext>
                </a:extLst>
              </a:tr>
              <a:tr h="370840">
                <a:tc>
                  <a:txBody>
                    <a:bodyPr/>
                    <a:lstStyle/>
                    <a:p>
                      <a:r>
                        <a:rPr lang="da-DK" dirty="0"/>
                        <a:t>+ </a:t>
                      </a:r>
                      <a:r>
                        <a:rPr lang="da-DK" dirty="0" err="1"/>
                        <a:t>method</a:t>
                      </a:r>
                      <a:r>
                        <a:rPr lang="da-DK" dirty="0"/>
                        <a:t>() : </a:t>
                      </a:r>
                      <a:r>
                        <a:rPr lang="da-DK" dirty="0" err="1"/>
                        <a:t>void</a:t>
                      </a:r>
                      <a:endParaRPr lang="da-DK" dirty="0"/>
                    </a:p>
                  </a:txBody>
                  <a:tcPr/>
                </a:tc>
                <a:extLst>
                  <a:ext uri="{0D108BD9-81ED-4DB2-BD59-A6C34878D82A}">
                    <a16:rowId xmlns:a16="http://schemas.microsoft.com/office/drawing/2014/main" val="154626388"/>
                  </a:ext>
                </a:extLst>
              </a:tr>
            </a:tbl>
          </a:graphicData>
        </a:graphic>
      </p:graphicFrame>
      <p:cxnSp>
        <p:nvCxnSpPr>
          <p:cNvPr id="11" name="Connector: Elbow 10">
            <a:extLst>
              <a:ext uri="{FF2B5EF4-FFF2-40B4-BE49-F238E27FC236}">
                <a16:creationId xmlns:a16="http://schemas.microsoft.com/office/drawing/2014/main" id="{70114173-431F-4BFB-7E7B-5A38D2068AC3}"/>
              </a:ext>
            </a:extLst>
          </p:cNvPr>
          <p:cNvCxnSpPr>
            <a:stCxn id="9" idx="3"/>
            <a:endCxn id="8" idx="0"/>
          </p:cNvCxnSpPr>
          <p:nvPr/>
        </p:nvCxnSpPr>
        <p:spPr>
          <a:xfrm rot="5400000">
            <a:off x="6484871" y="3556365"/>
            <a:ext cx="1104472" cy="1611986"/>
          </a:xfrm>
          <a:prstGeom prst="bentConnector3">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5C5A5950-3C28-9A88-A6A9-ACAB293544CA}"/>
              </a:ext>
            </a:extLst>
          </p:cNvPr>
          <p:cNvCxnSpPr>
            <a:cxnSpLocks/>
            <a:stCxn id="9" idx="3"/>
            <a:endCxn id="7" idx="0"/>
          </p:cNvCxnSpPr>
          <p:nvPr/>
        </p:nvCxnSpPr>
        <p:spPr>
          <a:xfrm rot="16200000" flipH="1">
            <a:off x="8049721" y="3603501"/>
            <a:ext cx="1104472" cy="1517714"/>
          </a:xfrm>
          <a:prstGeom prst="bentConnector3">
            <a:avLst>
              <a:gd name="adj1" fmla="val 50000"/>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CD92C69-3524-6ACA-C35B-E53FEB61CF89}"/>
              </a:ext>
            </a:extLst>
          </p:cNvPr>
          <p:cNvCxnSpPr>
            <a:cxnSpLocks/>
            <a:stCxn id="4" idx="3"/>
            <a:endCxn id="6" idx="1"/>
          </p:cNvCxnSpPr>
          <p:nvPr/>
        </p:nvCxnSpPr>
        <p:spPr>
          <a:xfrm>
            <a:off x="4332026" y="3044499"/>
            <a:ext cx="2210176" cy="0"/>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6887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9AA18C3-EA1C-D4B4-FA8C-1DE8A77410DF}"/>
              </a:ext>
            </a:extLst>
          </p:cNvPr>
          <p:cNvSpPr/>
          <p:nvPr/>
        </p:nvSpPr>
        <p:spPr>
          <a:xfrm>
            <a:off x="4230986" y="760491"/>
            <a:ext cx="3730028" cy="553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2" name="Rectangle 1">
            <a:extLst>
              <a:ext uri="{FF2B5EF4-FFF2-40B4-BE49-F238E27FC236}">
                <a16:creationId xmlns:a16="http://schemas.microsoft.com/office/drawing/2014/main" id="{41D0A5BE-9DDA-EA90-026E-E9E32C23F9AD}"/>
              </a:ext>
            </a:extLst>
          </p:cNvPr>
          <p:cNvSpPr/>
          <p:nvPr/>
        </p:nvSpPr>
        <p:spPr>
          <a:xfrm>
            <a:off x="4801355" y="1629625"/>
            <a:ext cx="2498756" cy="27703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3" name="Rectangle 2">
            <a:extLst>
              <a:ext uri="{FF2B5EF4-FFF2-40B4-BE49-F238E27FC236}">
                <a16:creationId xmlns:a16="http://schemas.microsoft.com/office/drawing/2014/main" id="{56D2A61B-FDD0-8C7F-E80D-3CDB548266A9}"/>
              </a:ext>
            </a:extLst>
          </p:cNvPr>
          <p:cNvSpPr/>
          <p:nvPr/>
        </p:nvSpPr>
        <p:spPr>
          <a:xfrm>
            <a:off x="5208761" y="2136618"/>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5" name="Rectangle 4">
            <a:extLst>
              <a:ext uri="{FF2B5EF4-FFF2-40B4-BE49-F238E27FC236}">
                <a16:creationId xmlns:a16="http://schemas.microsoft.com/office/drawing/2014/main" id="{ED348FEE-FD36-D8B0-D4AB-E1F361E3887D}"/>
              </a:ext>
            </a:extLst>
          </p:cNvPr>
          <p:cNvSpPr/>
          <p:nvPr/>
        </p:nvSpPr>
        <p:spPr>
          <a:xfrm>
            <a:off x="5208761" y="2326741"/>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6" name="Rectangle 5">
            <a:extLst>
              <a:ext uri="{FF2B5EF4-FFF2-40B4-BE49-F238E27FC236}">
                <a16:creationId xmlns:a16="http://schemas.microsoft.com/office/drawing/2014/main" id="{6D51112A-96AD-1232-8ABB-9CF8DA631CA3}"/>
              </a:ext>
            </a:extLst>
          </p:cNvPr>
          <p:cNvSpPr/>
          <p:nvPr/>
        </p:nvSpPr>
        <p:spPr>
          <a:xfrm>
            <a:off x="5208761" y="2516864"/>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7" name="Rectangle 6">
            <a:extLst>
              <a:ext uri="{FF2B5EF4-FFF2-40B4-BE49-F238E27FC236}">
                <a16:creationId xmlns:a16="http://schemas.microsoft.com/office/drawing/2014/main" id="{BBD28321-4625-3EF3-82CD-573ACC788A1C}"/>
              </a:ext>
            </a:extLst>
          </p:cNvPr>
          <p:cNvSpPr/>
          <p:nvPr/>
        </p:nvSpPr>
        <p:spPr>
          <a:xfrm>
            <a:off x="5208761" y="2706987"/>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8" name="Rectangle 7">
            <a:extLst>
              <a:ext uri="{FF2B5EF4-FFF2-40B4-BE49-F238E27FC236}">
                <a16:creationId xmlns:a16="http://schemas.microsoft.com/office/drawing/2014/main" id="{80413BCD-7A1A-2143-1D30-13C0CFBD9DD3}"/>
              </a:ext>
            </a:extLst>
          </p:cNvPr>
          <p:cNvSpPr/>
          <p:nvPr/>
        </p:nvSpPr>
        <p:spPr>
          <a:xfrm>
            <a:off x="5208760" y="2897110"/>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9" name="Rectangle 8">
            <a:extLst>
              <a:ext uri="{FF2B5EF4-FFF2-40B4-BE49-F238E27FC236}">
                <a16:creationId xmlns:a16="http://schemas.microsoft.com/office/drawing/2014/main" id="{CD2EB8A6-A0FF-D0AA-8851-D28B22B64416}"/>
              </a:ext>
            </a:extLst>
          </p:cNvPr>
          <p:cNvSpPr/>
          <p:nvPr/>
        </p:nvSpPr>
        <p:spPr>
          <a:xfrm>
            <a:off x="5208760" y="3087233"/>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0" name="Rectangle 9">
            <a:extLst>
              <a:ext uri="{FF2B5EF4-FFF2-40B4-BE49-F238E27FC236}">
                <a16:creationId xmlns:a16="http://schemas.microsoft.com/office/drawing/2014/main" id="{9EE1D7E8-FC7E-4260-A6A5-D656A0F9CFC8}"/>
              </a:ext>
            </a:extLst>
          </p:cNvPr>
          <p:cNvSpPr/>
          <p:nvPr/>
        </p:nvSpPr>
        <p:spPr>
          <a:xfrm>
            <a:off x="5208761" y="3277356"/>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1" name="Rectangle 10">
            <a:extLst>
              <a:ext uri="{FF2B5EF4-FFF2-40B4-BE49-F238E27FC236}">
                <a16:creationId xmlns:a16="http://schemas.microsoft.com/office/drawing/2014/main" id="{A06C36E3-17B0-EC6B-6E76-82AC1B1E63B1}"/>
              </a:ext>
            </a:extLst>
          </p:cNvPr>
          <p:cNvSpPr/>
          <p:nvPr/>
        </p:nvSpPr>
        <p:spPr>
          <a:xfrm>
            <a:off x="5208761" y="3467479"/>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2" name="Rectangle 11">
            <a:extLst>
              <a:ext uri="{FF2B5EF4-FFF2-40B4-BE49-F238E27FC236}">
                <a16:creationId xmlns:a16="http://schemas.microsoft.com/office/drawing/2014/main" id="{A9C177D9-8D06-6F0A-1D49-87613DFF0CB4}"/>
              </a:ext>
            </a:extLst>
          </p:cNvPr>
          <p:cNvSpPr/>
          <p:nvPr/>
        </p:nvSpPr>
        <p:spPr>
          <a:xfrm>
            <a:off x="5208760" y="3657602"/>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3" name="Rectangle 12">
            <a:extLst>
              <a:ext uri="{FF2B5EF4-FFF2-40B4-BE49-F238E27FC236}">
                <a16:creationId xmlns:a16="http://schemas.microsoft.com/office/drawing/2014/main" id="{1100FF2D-8027-B85B-568D-845A90462444}"/>
              </a:ext>
            </a:extLst>
          </p:cNvPr>
          <p:cNvSpPr/>
          <p:nvPr/>
        </p:nvSpPr>
        <p:spPr>
          <a:xfrm>
            <a:off x="5208760" y="3847725"/>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4" name="Right Brace 13">
            <a:extLst>
              <a:ext uri="{FF2B5EF4-FFF2-40B4-BE49-F238E27FC236}">
                <a16:creationId xmlns:a16="http://schemas.microsoft.com/office/drawing/2014/main" id="{99557432-8B4D-4AAA-AB78-AB816D0CDC62}"/>
              </a:ext>
            </a:extLst>
          </p:cNvPr>
          <p:cNvSpPr/>
          <p:nvPr/>
        </p:nvSpPr>
        <p:spPr>
          <a:xfrm>
            <a:off x="6974187" y="2706987"/>
            <a:ext cx="153908" cy="760492"/>
          </a:xfrm>
          <a:prstGeom prst="rightBrace">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a-DK"/>
          </a:p>
        </p:txBody>
      </p:sp>
      <p:sp>
        <p:nvSpPr>
          <p:cNvPr id="16" name="Right Brace 15">
            <a:extLst>
              <a:ext uri="{FF2B5EF4-FFF2-40B4-BE49-F238E27FC236}">
                <a16:creationId xmlns:a16="http://schemas.microsoft.com/office/drawing/2014/main" id="{CCC5AEC2-127B-42AE-3D94-736A21935733}"/>
              </a:ext>
            </a:extLst>
          </p:cNvPr>
          <p:cNvSpPr/>
          <p:nvPr/>
        </p:nvSpPr>
        <p:spPr>
          <a:xfrm flipH="1">
            <a:off x="4882836" y="2706987"/>
            <a:ext cx="153908" cy="760492"/>
          </a:xfrm>
          <a:prstGeom prst="rightBrace">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a-DK"/>
          </a:p>
        </p:txBody>
      </p:sp>
      <p:sp>
        <p:nvSpPr>
          <p:cNvPr id="17" name="TextBox 16">
            <a:extLst>
              <a:ext uri="{FF2B5EF4-FFF2-40B4-BE49-F238E27FC236}">
                <a16:creationId xmlns:a16="http://schemas.microsoft.com/office/drawing/2014/main" id="{4C29EB23-2781-E5AA-2F82-070426A4F25D}"/>
              </a:ext>
            </a:extLst>
          </p:cNvPr>
          <p:cNvSpPr txBox="1"/>
          <p:nvPr/>
        </p:nvSpPr>
        <p:spPr>
          <a:xfrm>
            <a:off x="1253424" y="2897110"/>
            <a:ext cx="2579552" cy="369332"/>
          </a:xfrm>
          <a:prstGeom prst="rect">
            <a:avLst/>
          </a:prstGeom>
          <a:noFill/>
        </p:spPr>
        <p:txBody>
          <a:bodyPr wrap="none" rtlCol="0">
            <a:spAutoFit/>
          </a:bodyPr>
          <a:lstStyle/>
          <a:p>
            <a:r>
              <a:rPr lang="da-DK" dirty="0" err="1">
                <a:solidFill>
                  <a:srgbClr val="FF0000"/>
                </a:solidFill>
                <a:latin typeface="Segoe Print" panose="02000600000000000000" pitchFamily="2" charset="0"/>
              </a:rPr>
              <a:t>Changable</a:t>
            </a:r>
            <a:r>
              <a:rPr lang="da-DK" dirty="0">
                <a:solidFill>
                  <a:srgbClr val="FF0000"/>
                </a:solidFill>
                <a:latin typeface="Segoe Print" panose="02000600000000000000" pitchFamily="2" charset="0"/>
              </a:rPr>
              <a:t> </a:t>
            </a:r>
            <a:r>
              <a:rPr lang="da-DK" dirty="0" err="1">
                <a:solidFill>
                  <a:srgbClr val="FF0000"/>
                </a:solidFill>
                <a:latin typeface="Segoe Print" panose="02000600000000000000" pitchFamily="2" charset="0"/>
              </a:rPr>
              <a:t>behaviour</a:t>
            </a:r>
            <a:endParaRPr lang="da-DK" dirty="0">
              <a:solidFill>
                <a:srgbClr val="FF0000"/>
              </a:solidFill>
              <a:latin typeface="Segoe Print" panose="02000600000000000000" pitchFamily="2" charset="0"/>
            </a:endParaRPr>
          </a:p>
        </p:txBody>
      </p:sp>
    </p:spTree>
    <p:extLst>
      <p:ext uri="{BB962C8B-B14F-4D97-AF65-F5344CB8AC3E}">
        <p14:creationId xmlns:p14="http://schemas.microsoft.com/office/powerpoint/2010/main" val="304626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50"/>
                                        <p:tgtEl>
                                          <p:spTgt spid="3"/>
                                        </p:tgtEl>
                                      </p:cBhvr>
                                    </p:animEffect>
                                  </p:childTnLst>
                                </p:cTn>
                              </p:par>
                            </p:childTnLst>
                          </p:cTn>
                        </p:par>
                        <p:par>
                          <p:cTn id="18" fill="hold">
                            <p:stCondLst>
                              <p:cond delay="25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250"/>
                                        <p:tgtEl>
                                          <p:spTgt spid="5"/>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250"/>
                                        <p:tgtEl>
                                          <p:spTgt spid="6"/>
                                        </p:tgtEl>
                                      </p:cBhvr>
                                    </p:animEffect>
                                  </p:childTnLst>
                                </p:cTn>
                              </p:par>
                            </p:childTnLst>
                          </p:cTn>
                        </p:par>
                        <p:par>
                          <p:cTn id="26" fill="hold">
                            <p:stCondLst>
                              <p:cond delay="750"/>
                            </p:stCondLst>
                            <p:childTnLst>
                              <p:par>
                                <p:cTn id="27" presetID="10" presetClass="entr" presetSubtype="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250"/>
                                        <p:tgtEl>
                                          <p:spTgt spid="7"/>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250"/>
                                        <p:tgtEl>
                                          <p:spTgt spid="8"/>
                                        </p:tgtEl>
                                      </p:cBhvr>
                                    </p:animEffect>
                                  </p:childTnLst>
                                </p:cTn>
                              </p:par>
                            </p:childTnLst>
                          </p:cTn>
                        </p:par>
                        <p:par>
                          <p:cTn id="34" fill="hold">
                            <p:stCondLst>
                              <p:cond delay="1250"/>
                            </p:stCondLst>
                            <p:childTnLst>
                              <p:par>
                                <p:cTn id="35" presetID="10" presetClass="entr" presetSubtype="0"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250"/>
                                        <p:tgtEl>
                                          <p:spTgt spid="9"/>
                                        </p:tgtEl>
                                      </p:cBhvr>
                                    </p:animEffect>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250"/>
                                        <p:tgtEl>
                                          <p:spTgt spid="10"/>
                                        </p:tgtEl>
                                      </p:cBhvr>
                                    </p:animEffect>
                                  </p:childTnLst>
                                </p:cTn>
                              </p:par>
                            </p:childTnLst>
                          </p:cTn>
                        </p:par>
                        <p:par>
                          <p:cTn id="42" fill="hold">
                            <p:stCondLst>
                              <p:cond delay="1750"/>
                            </p:stCondLst>
                            <p:childTnLst>
                              <p:par>
                                <p:cTn id="43" presetID="10" presetClass="entr" presetSubtype="0"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250"/>
                                        <p:tgtEl>
                                          <p:spTgt spid="11"/>
                                        </p:tgtEl>
                                      </p:cBhvr>
                                    </p:animEffect>
                                  </p:childTnLst>
                                </p:cTn>
                              </p:par>
                            </p:childTnLst>
                          </p:cTn>
                        </p:par>
                        <p:par>
                          <p:cTn id="46" fill="hold">
                            <p:stCondLst>
                              <p:cond delay="2000"/>
                            </p:stCondLst>
                            <p:childTnLst>
                              <p:par>
                                <p:cTn id="47" presetID="10" presetClass="entr" presetSubtype="0"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250"/>
                                        <p:tgtEl>
                                          <p:spTgt spid="12"/>
                                        </p:tgtEl>
                                      </p:cBhvr>
                                    </p:animEffect>
                                  </p:childTnLst>
                                </p:cTn>
                              </p:par>
                            </p:childTnLst>
                          </p:cTn>
                        </p:par>
                        <p:par>
                          <p:cTn id="50" fill="hold">
                            <p:stCondLst>
                              <p:cond delay="2250"/>
                            </p:stCondLst>
                            <p:childTnLst>
                              <p:par>
                                <p:cTn id="51" presetID="10" presetClass="entr" presetSubtype="0"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25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childTnLst>
                          </p:cTn>
                        </p:par>
                        <p:par>
                          <p:cTn id="62"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47D97-8403-656F-370E-18B7A74DC9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3140AA1-8112-BCEB-5464-8A4F064CA135}"/>
              </a:ext>
            </a:extLst>
          </p:cNvPr>
          <p:cNvSpPr/>
          <p:nvPr/>
        </p:nvSpPr>
        <p:spPr>
          <a:xfrm>
            <a:off x="959885" y="760491"/>
            <a:ext cx="3730028" cy="553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2" name="Rectangle 1">
            <a:extLst>
              <a:ext uri="{FF2B5EF4-FFF2-40B4-BE49-F238E27FC236}">
                <a16:creationId xmlns:a16="http://schemas.microsoft.com/office/drawing/2014/main" id="{A5F54DC3-59EA-0E0F-D649-52E5F9FCB23C}"/>
              </a:ext>
            </a:extLst>
          </p:cNvPr>
          <p:cNvSpPr/>
          <p:nvPr/>
        </p:nvSpPr>
        <p:spPr>
          <a:xfrm>
            <a:off x="1530254" y="1629625"/>
            <a:ext cx="2498756" cy="27703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15" name="Rectangle 14">
            <a:extLst>
              <a:ext uri="{FF2B5EF4-FFF2-40B4-BE49-F238E27FC236}">
                <a16:creationId xmlns:a16="http://schemas.microsoft.com/office/drawing/2014/main" id="{44B6BC0E-9E77-5FFF-D230-32FC3870F957}"/>
              </a:ext>
            </a:extLst>
          </p:cNvPr>
          <p:cNvSpPr/>
          <p:nvPr/>
        </p:nvSpPr>
        <p:spPr>
          <a:xfrm>
            <a:off x="6931718" y="3847725"/>
            <a:ext cx="3730028" cy="2444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18" name="Rectangle 17">
            <a:extLst>
              <a:ext uri="{FF2B5EF4-FFF2-40B4-BE49-F238E27FC236}">
                <a16:creationId xmlns:a16="http://schemas.microsoft.com/office/drawing/2014/main" id="{B5BC214C-157E-557A-BDBB-85126574C0B8}"/>
              </a:ext>
            </a:extLst>
          </p:cNvPr>
          <p:cNvSpPr/>
          <p:nvPr/>
        </p:nvSpPr>
        <p:spPr>
          <a:xfrm>
            <a:off x="6931718" y="1629625"/>
            <a:ext cx="3730028" cy="936288"/>
          </a:xfrm>
          <a:prstGeom prst="rect">
            <a:avLst/>
          </a:prstGeom>
        </p:spPr>
        <p:style>
          <a:lnRef idx="0">
            <a:schemeClr val="accent4"/>
          </a:lnRef>
          <a:fillRef idx="3">
            <a:schemeClr val="accent4"/>
          </a:fillRef>
          <a:effectRef idx="3">
            <a:schemeClr val="accent4"/>
          </a:effectRef>
          <a:fontRef idx="minor">
            <a:schemeClr val="lt1"/>
          </a:fontRef>
        </p:style>
        <p:txBody>
          <a:bodyPr rtlCol="0" anchor="t"/>
          <a:lstStyle/>
          <a:p>
            <a:r>
              <a:rPr lang="da-DK" dirty="0"/>
              <a:t>Interface</a:t>
            </a:r>
          </a:p>
        </p:txBody>
      </p:sp>
      <p:sp>
        <p:nvSpPr>
          <p:cNvPr id="19" name="Isosceles Triangle 18">
            <a:extLst>
              <a:ext uri="{FF2B5EF4-FFF2-40B4-BE49-F238E27FC236}">
                <a16:creationId xmlns:a16="http://schemas.microsoft.com/office/drawing/2014/main" id="{D298F6C3-C1BF-7510-FAE2-ACC8797FBDA1}"/>
              </a:ext>
            </a:extLst>
          </p:cNvPr>
          <p:cNvSpPr/>
          <p:nvPr/>
        </p:nvSpPr>
        <p:spPr>
          <a:xfrm>
            <a:off x="8598769" y="2565913"/>
            <a:ext cx="395926" cy="331197"/>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21" name="Straight Connector 20">
            <a:extLst>
              <a:ext uri="{FF2B5EF4-FFF2-40B4-BE49-F238E27FC236}">
                <a16:creationId xmlns:a16="http://schemas.microsoft.com/office/drawing/2014/main" id="{EABDE7C6-C0D3-B615-5A05-00FCCEA83832}"/>
              </a:ext>
            </a:extLst>
          </p:cNvPr>
          <p:cNvCxnSpPr>
            <a:stCxn id="19" idx="3"/>
            <a:endCxn id="15" idx="0"/>
          </p:cNvCxnSpPr>
          <p:nvPr/>
        </p:nvCxnSpPr>
        <p:spPr>
          <a:xfrm>
            <a:off x="8796732" y="2897110"/>
            <a:ext cx="0" cy="950615"/>
          </a:xfrm>
          <a:prstGeom prst="line">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C79EF404-889D-22A5-39C9-7587394B124F}"/>
              </a:ext>
            </a:extLst>
          </p:cNvPr>
          <p:cNvSpPr/>
          <p:nvPr/>
        </p:nvSpPr>
        <p:spPr>
          <a:xfrm>
            <a:off x="7502089" y="4399985"/>
            <a:ext cx="2498756" cy="152947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23" name="Rectangle 22">
            <a:extLst>
              <a:ext uri="{FF2B5EF4-FFF2-40B4-BE49-F238E27FC236}">
                <a16:creationId xmlns:a16="http://schemas.microsoft.com/office/drawing/2014/main" id="{5A9EEE07-75F3-B633-75D8-530996E5F449}"/>
              </a:ext>
            </a:extLst>
          </p:cNvPr>
          <p:cNvSpPr/>
          <p:nvPr/>
        </p:nvSpPr>
        <p:spPr>
          <a:xfrm>
            <a:off x="7502089" y="2013653"/>
            <a:ext cx="2498756" cy="3642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3" name="Rectangle 2">
            <a:extLst>
              <a:ext uri="{FF2B5EF4-FFF2-40B4-BE49-F238E27FC236}">
                <a16:creationId xmlns:a16="http://schemas.microsoft.com/office/drawing/2014/main" id="{97AAEC68-7FF9-11DE-9510-D7FFA7A75FFA}"/>
              </a:ext>
            </a:extLst>
          </p:cNvPr>
          <p:cNvSpPr/>
          <p:nvPr/>
        </p:nvSpPr>
        <p:spPr>
          <a:xfrm>
            <a:off x="1937660" y="2136618"/>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5" name="Rectangle 4">
            <a:extLst>
              <a:ext uri="{FF2B5EF4-FFF2-40B4-BE49-F238E27FC236}">
                <a16:creationId xmlns:a16="http://schemas.microsoft.com/office/drawing/2014/main" id="{F4B1698D-5F47-B0A9-3910-6480BC68007A}"/>
              </a:ext>
            </a:extLst>
          </p:cNvPr>
          <p:cNvSpPr/>
          <p:nvPr/>
        </p:nvSpPr>
        <p:spPr>
          <a:xfrm>
            <a:off x="1937660" y="2326741"/>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6" name="Rectangle 5">
            <a:extLst>
              <a:ext uri="{FF2B5EF4-FFF2-40B4-BE49-F238E27FC236}">
                <a16:creationId xmlns:a16="http://schemas.microsoft.com/office/drawing/2014/main" id="{D1A11596-6792-6B92-FED4-B6839293C53A}"/>
              </a:ext>
            </a:extLst>
          </p:cNvPr>
          <p:cNvSpPr/>
          <p:nvPr/>
        </p:nvSpPr>
        <p:spPr>
          <a:xfrm>
            <a:off x="1937660" y="2516864"/>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7" name="Rectangle 6">
            <a:extLst>
              <a:ext uri="{FF2B5EF4-FFF2-40B4-BE49-F238E27FC236}">
                <a16:creationId xmlns:a16="http://schemas.microsoft.com/office/drawing/2014/main" id="{A95F81EA-39DE-6BF9-93AB-94168A0A6712}"/>
              </a:ext>
            </a:extLst>
          </p:cNvPr>
          <p:cNvSpPr/>
          <p:nvPr/>
        </p:nvSpPr>
        <p:spPr>
          <a:xfrm>
            <a:off x="1937660" y="2706987"/>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8" name="Rectangle 7">
            <a:extLst>
              <a:ext uri="{FF2B5EF4-FFF2-40B4-BE49-F238E27FC236}">
                <a16:creationId xmlns:a16="http://schemas.microsoft.com/office/drawing/2014/main" id="{9B4B5D3E-A4CB-8C95-93B5-92D26554572C}"/>
              </a:ext>
            </a:extLst>
          </p:cNvPr>
          <p:cNvSpPr/>
          <p:nvPr/>
        </p:nvSpPr>
        <p:spPr>
          <a:xfrm>
            <a:off x="1937659" y="2897110"/>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9" name="Rectangle 8">
            <a:extLst>
              <a:ext uri="{FF2B5EF4-FFF2-40B4-BE49-F238E27FC236}">
                <a16:creationId xmlns:a16="http://schemas.microsoft.com/office/drawing/2014/main" id="{46B4A68F-21E7-2C4E-2AC8-7E4D0E373196}"/>
              </a:ext>
            </a:extLst>
          </p:cNvPr>
          <p:cNvSpPr/>
          <p:nvPr/>
        </p:nvSpPr>
        <p:spPr>
          <a:xfrm>
            <a:off x="1937659" y="3087233"/>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0" name="Rectangle 9">
            <a:extLst>
              <a:ext uri="{FF2B5EF4-FFF2-40B4-BE49-F238E27FC236}">
                <a16:creationId xmlns:a16="http://schemas.microsoft.com/office/drawing/2014/main" id="{5A0AA9CB-B0DE-2642-8131-BAC4E0467050}"/>
              </a:ext>
            </a:extLst>
          </p:cNvPr>
          <p:cNvSpPr/>
          <p:nvPr/>
        </p:nvSpPr>
        <p:spPr>
          <a:xfrm>
            <a:off x="1937660" y="3277356"/>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1" name="Rectangle 10">
            <a:extLst>
              <a:ext uri="{FF2B5EF4-FFF2-40B4-BE49-F238E27FC236}">
                <a16:creationId xmlns:a16="http://schemas.microsoft.com/office/drawing/2014/main" id="{26ED8804-F7E9-FF90-B682-8145C70B8D81}"/>
              </a:ext>
            </a:extLst>
          </p:cNvPr>
          <p:cNvSpPr/>
          <p:nvPr/>
        </p:nvSpPr>
        <p:spPr>
          <a:xfrm>
            <a:off x="1937660" y="3467479"/>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2" name="Rectangle 11">
            <a:extLst>
              <a:ext uri="{FF2B5EF4-FFF2-40B4-BE49-F238E27FC236}">
                <a16:creationId xmlns:a16="http://schemas.microsoft.com/office/drawing/2014/main" id="{6BD0A756-CE6F-41F3-2CCA-A2D1BE4D1F2D}"/>
              </a:ext>
            </a:extLst>
          </p:cNvPr>
          <p:cNvSpPr/>
          <p:nvPr/>
        </p:nvSpPr>
        <p:spPr>
          <a:xfrm>
            <a:off x="1937659" y="3657602"/>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3" name="Rectangle 12">
            <a:extLst>
              <a:ext uri="{FF2B5EF4-FFF2-40B4-BE49-F238E27FC236}">
                <a16:creationId xmlns:a16="http://schemas.microsoft.com/office/drawing/2014/main" id="{052FB93E-8971-3D39-0503-85200FD8DE46}"/>
              </a:ext>
            </a:extLst>
          </p:cNvPr>
          <p:cNvSpPr/>
          <p:nvPr/>
        </p:nvSpPr>
        <p:spPr>
          <a:xfrm>
            <a:off x="1937659" y="3847725"/>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4" name="Right Brace 13">
            <a:extLst>
              <a:ext uri="{FF2B5EF4-FFF2-40B4-BE49-F238E27FC236}">
                <a16:creationId xmlns:a16="http://schemas.microsoft.com/office/drawing/2014/main" id="{E60DE5ED-F362-26D6-F6E7-A256F201B321}"/>
              </a:ext>
            </a:extLst>
          </p:cNvPr>
          <p:cNvSpPr/>
          <p:nvPr/>
        </p:nvSpPr>
        <p:spPr>
          <a:xfrm>
            <a:off x="3703086" y="2706987"/>
            <a:ext cx="153908" cy="760492"/>
          </a:xfrm>
          <a:prstGeom prst="rightBrace">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a-DK"/>
          </a:p>
        </p:txBody>
      </p:sp>
      <p:sp>
        <p:nvSpPr>
          <p:cNvPr id="16" name="Right Brace 15">
            <a:extLst>
              <a:ext uri="{FF2B5EF4-FFF2-40B4-BE49-F238E27FC236}">
                <a16:creationId xmlns:a16="http://schemas.microsoft.com/office/drawing/2014/main" id="{3EDB13FC-3AD9-53EF-F336-DB3954D197B7}"/>
              </a:ext>
            </a:extLst>
          </p:cNvPr>
          <p:cNvSpPr/>
          <p:nvPr/>
        </p:nvSpPr>
        <p:spPr>
          <a:xfrm flipH="1">
            <a:off x="1611735" y="2706987"/>
            <a:ext cx="153908" cy="760492"/>
          </a:xfrm>
          <a:prstGeom prst="rightBrace">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a-DK"/>
          </a:p>
        </p:txBody>
      </p:sp>
    </p:spTree>
    <p:extLst>
      <p:ext uri="{BB962C8B-B14F-4D97-AF65-F5344CB8AC3E}">
        <p14:creationId xmlns:p14="http://schemas.microsoft.com/office/powerpoint/2010/main" val="8068019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23412-7E5E-2069-7FB2-BB77515EF4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A4EFBE-18E8-BAF1-34BA-BB15456160BF}"/>
              </a:ext>
            </a:extLst>
          </p:cNvPr>
          <p:cNvSpPr/>
          <p:nvPr/>
        </p:nvSpPr>
        <p:spPr>
          <a:xfrm>
            <a:off x="959885" y="760491"/>
            <a:ext cx="3730028" cy="553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2" name="Rectangle 1">
            <a:extLst>
              <a:ext uri="{FF2B5EF4-FFF2-40B4-BE49-F238E27FC236}">
                <a16:creationId xmlns:a16="http://schemas.microsoft.com/office/drawing/2014/main" id="{686F38F2-7AE0-4D19-2B76-71E23F4AAF91}"/>
              </a:ext>
            </a:extLst>
          </p:cNvPr>
          <p:cNvSpPr/>
          <p:nvPr/>
        </p:nvSpPr>
        <p:spPr>
          <a:xfrm>
            <a:off x="1530254" y="1629625"/>
            <a:ext cx="2498756" cy="27703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15" name="Rectangle 14">
            <a:extLst>
              <a:ext uri="{FF2B5EF4-FFF2-40B4-BE49-F238E27FC236}">
                <a16:creationId xmlns:a16="http://schemas.microsoft.com/office/drawing/2014/main" id="{34F605F2-A893-1D7E-7AAD-67990EB2304F}"/>
              </a:ext>
            </a:extLst>
          </p:cNvPr>
          <p:cNvSpPr/>
          <p:nvPr/>
        </p:nvSpPr>
        <p:spPr>
          <a:xfrm>
            <a:off x="6931718" y="3847725"/>
            <a:ext cx="3730028" cy="2444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18" name="Rectangle 17">
            <a:extLst>
              <a:ext uri="{FF2B5EF4-FFF2-40B4-BE49-F238E27FC236}">
                <a16:creationId xmlns:a16="http://schemas.microsoft.com/office/drawing/2014/main" id="{0FCDFDFE-4141-50CB-55A3-795E6247E54E}"/>
              </a:ext>
            </a:extLst>
          </p:cNvPr>
          <p:cNvSpPr/>
          <p:nvPr/>
        </p:nvSpPr>
        <p:spPr>
          <a:xfrm>
            <a:off x="6931718" y="1629625"/>
            <a:ext cx="3730028" cy="936288"/>
          </a:xfrm>
          <a:prstGeom prst="rect">
            <a:avLst/>
          </a:prstGeom>
        </p:spPr>
        <p:style>
          <a:lnRef idx="0">
            <a:schemeClr val="accent4"/>
          </a:lnRef>
          <a:fillRef idx="3">
            <a:schemeClr val="accent4"/>
          </a:fillRef>
          <a:effectRef idx="3">
            <a:schemeClr val="accent4"/>
          </a:effectRef>
          <a:fontRef idx="minor">
            <a:schemeClr val="lt1"/>
          </a:fontRef>
        </p:style>
        <p:txBody>
          <a:bodyPr rtlCol="0" anchor="t"/>
          <a:lstStyle/>
          <a:p>
            <a:r>
              <a:rPr lang="da-DK" dirty="0"/>
              <a:t>Interface</a:t>
            </a:r>
          </a:p>
        </p:txBody>
      </p:sp>
      <p:sp>
        <p:nvSpPr>
          <p:cNvPr id="19" name="Isosceles Triangle 18">
            <a:extLst>
              <a:ext uri="{FF2B5EF4-FFF2-40B4-BE49-F238E27FC236}">
                <a16:creationId xmlns:a16="http://schemas.microsoft.com/office/drawing/2014/main" id="{00AD5B7C-3106-9AE8-5D1A-0CA34F493048}"/>
              </a:ext>
            </a:extLst>
          </p:cNvPr>
          <p:cNvSpPr/>
          <p:nvPr/>
        </p:nvSpPr>
        <p:spPr>
          <a:xfrm>
            <a:off x="8598769" y="2565913"/>
            <a:ext cx="395926" cy="331197"/>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21" name="Straight Connector 20">
            <a:extLst>
              <a:ext uri="{FF2B5EF4-FFF2-40B4-BE49-F238E27FC236}">
                <a16:creationId xmlns:a16="http://schemas.microsoft.com/office/drawing/2014/main" id="{B7F53F49-CE0B-F156-3BCE-052501CC0C0B}"/>
              </a:ext>
            </a:extLst>
          </p:cNvPr>
          <p:cNvCxnSpPr>
            <a:stCxn id="19" idx="3"/>
            <a:endCxn id="15" idx="0"/>
          </p:cNvCxnSpPr>
          <p:nvPr/>
        </p:nvCxnSpPr>
        <p:spPr>
          <a:xfrm>
            <a:off x="8796732" y="2897110"/>
            <a:ext cx="0" cy="950615"/>
          </a:xfrm>
          <a:prstGeom prst="line">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228C9C87-6DA0-C93E-2354-6A6288D339B4}"/>
              </a:ext>
            </a:extLst>
          </p:cNvPr>
          <p:cNvSpPr/>
          <p:nvPr/>
        </p:nvSpPr>
        <p:spPr>
          <a:xfrm>
            <a:off x="7502089" y="4399985"/>
            <a:ext cx="2498756" cy="152947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23" name="Rectangle 22">
            <a:extLst>
              <a:ext uri="{FF2B5EF4-FFF2-40B4-BE49-F238E27FC236}">
                <a16:creationId xmlns:a16="http://schemas.microsoft.com/office/drawing/2014/main" id="{037E5070-A7AA-65D6-BD17-B27A4C300895}"/>
              </a:ext>
            </a:extLst>
          </p:cNvPr>
          <p:cNvSpPr/>
          <p:nvPr/>
        </p:nvSpPr>
        <p:spPr>
          <a:xfrm>
            <a:off x="7502089" y="2013653"/>
            <a:ext cx="2498756" cy="3642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grpSp>
        <p:nvGrpSpPr>
          <p:cNvPr id="29" name="Group 28">
            <a:extLst>
              <a:ext uri="{FF2B5EF4-FFF2-40B4-BE49-F238E27FC236}">
                <a16:creationId xmlns:a16="http://schemas.microsoft.com/office/drawing/2014/main" id="{C28D16B0-B11E-E838-1515-4B06AC334B16}"/>
              </a:ext>
            </a:extLst>
          </p:cNvPr>
          <p:cNvGrpSpPr/>
          <p:nvPr/>
        </p:nvGrpSpPr>
        <p:grpSpPr>
          <a:xfrm>
            <a:off x="1937660" y="2136618"/>
            <a:ext cx="1638677" cy="570369"/>
            <a:chOff x="1937660" y="2136618"/>
            <a:chExt cx="1638677" cy="570369"/>
          </a:xfrm>
        </p:grpSpPr>
        <p:sp>
          <p:nvSpPr>
            <p:cNvPr id="3" name="Rectangle 2">
              <a:extLst>
                <a:ext uri="{FF2B5EF4-FFF2-40B4-BE49-F238E27FC236}">
                  <a16:creationId xmlns:a16="http://schemas.microsoft.com/office/drawing/2014/main" id="{E2AD5FCA-124C-4B41-6BBD-5E352FF355CE}"/>
                </a:ext>
              </a:extLst>
            </p:cNvPr>
            <p:cNvSpPr/>
            <p:nvPr/>
          </p:nvSpPr>
          <p:spPr>
            <a:xfrm>
              <a:off x="1937660" y="2136618"/>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5" name="Rectangle 4">
              <a:extLst>
                <a:ext uri="{FF2B5EF4-FFF2-40B4-BE49-F238E27FC236}">
                  <a16:creationId xmlns:a16="http://schemas.microsoft.com/office/drawing/2014/main" id="{4D48830B-9E4C-C92D-9340-3AFFA8544413}"/>
                </a:ext>
              </a:extLst>
            </p:cNvPr>
            <p:cNvSpPr/>
            <p:nvPr/>
          </p:nvSpPr>
          <p:spPr>
            <a:xfrm>
              <a:off x="1937660" y="2326741"/>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6" name="Rectangle 5">
              <a:extLst>
                <a:ext uri="{FF2B5EF4-FFF2-40B4-BE49-F238E27FC236}">
                  <a16:creationId xmlns:a16="http://schemas.microsoft.com/office/drawing/2014/main" id="{0A9CB6BF-D342-1A3E-9F97-82FCE731CFA1}"/>
                </a:ext>
              </a:extLst>
            </p:cNvPr>
            <p:cNvSpPr/>
            <p:nvPr/>
          </p:nvSpPr>
          <p:spPr>
            <a:xfrm>
              <a:off x="1937660" y="2516864"/>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grpSp>
      <p:grpSp>
        <p:nvGrpSpPr>
          <p:cNvPr id="28" name="Group 27">
            <a:extLst>
              <a:ext uri="{FF2B5EF4-FFF2-40B4-BE49-F238E27FC236}">
                <a16:creationId xmlns:a16="http://schemas.microsoft.com/office/drawing/2014/main" id="{F282265B-D4DA-48AE-3975-D1D2B97884DB}"/>
              </a:ext>
            </a:extLst>
          </p:cNvPr>
          <p:cNvGrpSpPr/>
          <p:nvPr/>
        </p:nvGrpSpPr>
        <p:grpSpPr>
          <a:xfrm>
            <a:off x="1937659" y="3467479"/>
            <a:ext cx="1638678" cy="570369"/>
            <a:chOff x="1937659" y="3467479"/>
            <a:chExt cx="1638678" cy="570369"/>
          </a:xfrm>
        </p:grpSpPr>
        <p:sp>
          <p:nvSpPr>
            <p:cNvPr id="11" name="Rectangle 10">
              <a:extLst>
                <a:ext uri="{FF2B5EF4-FFF2-40B4-BE49-F238E27FC236}">
                  <a16:creationId xmlns:a16="http://schemas.microsoft.com/office/drawing/2014/main" id="{DF921412-8EA5-4C70-F92A-13BFB173C3C5}"/>
                </a:ext>
              </a:extLst>
            </p:cNvPr>
            <p:cNvSpPr/>
            <p:nvPr/>
          </p:nvSpPr>
          <p:spPr>
            <a:xfrm>
              <a:off x="1937660" y="3467479"/>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2" name="Rectangle 11">
              <a:extLst>
                <a:ext uri="{FF2B5EF4-FFF2-40B4-BE49-F238E27FC236}">
                  <a16:creationId xmlns:a16="http://schemas.microsoft.com/office/drawing/2014/main" id="{D7701C51-3BCF-F624-3BB2-793C823B0E6C}"/>
                </a:ext>
              </a:extLst>
            </p:cNvPr>
            <p:cNvSpPr/>
            <p:nvPr/>
          </p:nvSpPr>
          <p:spPr>
            <a:xfrm>
              <a:off x="1937659" y="3657602"/>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13" name="Rectangle 12">
              <a:extLst>
                <a:ext uri="{FF2B5EF4-FFF2-40B4-BE49-F238E27FC236}">
                  <a16:creationId xmlns:a16="http://schemas.microsoft.com/office/drawing/2014/main" id="{7559DA72-6F72-145F-048B-00AFCC6826B6}"/>
                </a:ext>
              </a:extLst>
            </p:cNvPr>
            <p:cNvSpPr/>
            <p:nvPr/>
          </p:nvSpPr>
          <p:spPr>
            <a:xfrm>
              <a:off x="1937659" y="3847725"/>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grpSp>
      <p:sp>
        <p:nvSpPr>
          <p:cNvPr id="14" name="Right Brace 13">
            <a:extLst>
              <a:ext uri="{FF2B5EF4-FFF2-40B4-BE49-F238E27FC236}">
                <a16:creationId xmlns:a16="http://schemas.microsoft.com/office/drawing/2014/main" id="{55F062F8-91AF-EDB7-3E07-8942AAFC2C66}"/>
              </a:ext>
            </a:extLst>
          </p:cNvPr>
          <p:cNvSpPr/>
          <p:nvPr/>
        </p:nvSpPr>
        <p:spPr>
          <a:xfrm>
            <a:off x="3703086" y="2706987"/>
            <a:ext cx="153908" cy="760492"/>
          </a:xfrm>
          <a:prstGeom prst="rightBrace">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a-DK"/>
          </a:p>
        </p:txBody>
      </p:sp>
      <p:sp>
        <p:nvSpPr>
          <p:cNvPr id="16" name="Right Brace 15">
            <a:extLst>
              <a:ext uri="{FF2B5EF4-FFF2-40B4-BE49-F238E27FC236}">
                <a16:creationId xmlns:a16="http://schemas.microsoft.com/office/drawing/2014/main" id="{88EE8FF5-0130-CFED-2D93-7A65443F8DE2}"/>
              </a:ext>
            </a:extLst>
          </p:cNvPr>
          <p:cNvSpPr/>
          <p:nvPr/>
        </p:nvSpPr>
        <p:spPr>
          <a:xfrm flipH="1">
            <a:off x="1611735" y="2706987"/>
            <a:ext cx="153908" cy="760492"/>
          </a:xfrm>
          <a:prstGeom prst="rightBrace">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a-DK"/>
          </a:p>
        </p:txBody>
      </p:sp>
      <p:grpSp>
        <p:nvGrpSpPr>
          <p:cNvPr id="20" name="Group 19">
            <a:extLst>
              <a:ext uri="{FF2B5EF4-FFF2-40B4-BE49-F238E27FC236}">
                <a16:creationId xmlns:a16="http://schemas.microsoft.com/office/drawing/2014/main" id="{2F1C4274-AF29-247B-A13A-B98DDCE16601}"/>
              </a:ext>
            </a:extLst>
          </p:cNvPr>
          <p:cNvGrpSpPr/>
          <p:nvPr/>
        </p:nvGrpSpPr>
        <p:grpSpPr>
          <a:xfrm>
            <a:off x="1937659" y="2706987"/>
            <a:ext cx="1638678" cy="760492"/>
            <a:chOff x="1937659" y="2706987"/>
            <a:chExt cx="1638678" cy="760492"/>
          </a:xfrm>
        </p:grpSpPr>
        <p:sp>
          <p:nvSpPr>
            <p:cNvPr id="24" name="Rectangle 23">
              <a:extLst>
                <a:ext uri="{FF2B5EF4-FFF2-40B4-BE49-F238E27FC236}">
                  <a16:creationId xmlns:a16="http://schemas.microsoft.com/office/drawing/2014/main" id="{E45BA2C6-4D0E-BCE9-3D20-2E3AFB95DFDC}"/>
                </a:ext>
              </a:extLst>
            </p:cNvPr>
            <p:cNvSpPr/>
            <p:nvPr/>
          </p:nvSpPr>
          <p:spPr>
            <a:xfrm>
              <a:off x="1937660" y="2706987"/>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25" name="Rectangle 24">
              <a:extLst>
                <a:ext uri="{FF2B5EF4-FFF2-40B4-BE49-F238E27FC236}">
                  <a16:creationId xmlns:a16="http://schemas.microsoft.com/office/drawing/2014/main" id="{A3688C9F-EB98-3156-F596-6FAC2E00F4CD}"/>
                </a:ext>
              </a:extLst>
            </p:cNvPr>
            <p:cNvSpPr/>
            <p:nvPr/>
          </p:nvSpPr>
          <p:spPr>
            <a:xfrm>
              <a:off x="1937659" y="2897110"/>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26" name="Rectangle 25">
              <a:extLst>
                <a:ext uri="{FF2B5EF4-FFF2-40B4-BE49-F238E27FC236}">
                  <a16:creationId xmlns:a16="http://schemas.microsoft.com/office/drawing/2014/main" id="{2B18D7F0-BCAD-CAD1-A05A-BB6EF11310BC}"/>
                </a:ext>
              </a:extLst>
            </p:cNvPr>
            <p:cNvSpPr/>
            <p:nvPr/>
          </p:nvSpPr>
          <p:spPr>
            <a:xfrm>
              <a:off x="1937659" y="3087233"/>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27" name="Rectangle 26">
              <a:extLst>
                <a:ext uri="{FF2B5EF4-FFF2-40B4-BE49-F238E27FC236}">
                  <a16:creationId xmlns:a16="http://schemas.microsoft.com/office/drawing/2014/main" id="{DBE30971-9784-67AD-531E-630CDA91F746}"/>
                </a:ext>
              </a:extLst>
            </p:cNvPr>
            <p:cNvSpPr/>
            <p:nvPr/>
          </p:nvSpPr>
          <p:spPr>
            <a:xfrm>
              <a:off x="1937660" y="3277356"/>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grpSp>
    </p:spTree>
    <p:extLst>
      <p:ext uri="{BB962C8B-B14F-4D97-AF65-F5344CB8AC3E}">
        <p14:creationId xmlns:p14="http://schemas.microsoft.com/office/powerpoint/2010/main" val="1317234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23E1C-3863-9A2E-8CA2-A582090DAA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7DBDA0-0B54-29A9-2C6E-0217FAD72889}"/>
              </a:ext>
            </a:extLst>
          </p:cNvPr>
          <p:cNvSpPr/>
          <p:nvPr/>
        </p:nvSpPr>
        <p:spPr>
          <a:xfrm>
            <a:off x="974540" y="746912"/>
            <a:ext cx="3730028" cy="553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2" name="Rectangle 1">
            <a:extLst>
              <a:ext uri="{FF2B5EF4-FFF2-40B4-BE49-F238E27FC236}">
                <a16:creationId xmlns:a16="http://schemas.microsoft.com/office/drawing/2014/main" id="{F50B4852-8EC3-FF91-73F8-956599EA2114}"/>
              </a:ext>
            </a:extLst>
          </p:cNvPr>
          <p:cNvSpPr/>
          <p:nvPr/>
        </p:nvSpPr>
        <p:spPr>
          <a:xfrm>
            <a:off x="1530254" y="1629625"/>
            <a:ext cx="2498756" cy="244275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15" name="Rectangle 14">
            <a:extLst>
              <a:ext uri="{FF2B5EF4-FFF2-40B4-BE49-F238E27FC236}">
                <a16:creationId xmlns:a16="http://schemas.microsoft.com/office/drawing/2014/main" id="{3B345AFE-F639-0AE3-95B8-DB45FB5F6F22}"/>
              </a:ext>
            </a:extLst>
          </p:cNvPr>
          <p:cNvSpPr/>
          <p:nvPr/>
        </p:nvSpPr>
        <p:spPr>
          <a:xfrm>
            <a:off x="6931718" y="3847725"/>
            <a:ext cx="3730028" cy="2444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a-DK" dirty="0"/>
              <a:t>Class</a:t>
            </a:r>
          </a:p>
        </p:txBody>
      </p:sp>
      <p:sp>
        <p:nvSpPr>
          <p:cNvPr id="18" name="Rectangle 17">
            <a:extLst>
              <a:ext uri="{FF2B5EF4-FFF2-40B4-BE49-F238E27FC236}">
                <a16:creationId xmlns:a16="http://schemas.microsoft.com/office/drawing/2014/main" id="{E8A63C15-1428-3C71-837A-506713DF0433}"/>
              </a:ext>
            </a:extLst>
          </p:cNvPr>
          <p:cNvSpPr/>
          <p:nvPr/>
        </p:nvSpPr>
        <p:spPr>
          <a:xfrm>
            <a:off x="6931718" y="1629625"/>
            <a:ext cx="3730028" cy="936288"/>
          </a:xfrm>
          <a:prstGeom prst="rect">
            <a:avLst/>
          </a:prstGeom>
        </p:spPr>
        <p:style>
          <a:lnRef idx="0">
            <a:schemeClr val="accent4"/>
          </a:lnRef>
          <a:fillRef idx="3">
            <a:schemeClr val="accent4"/>
          </a:fillRef>
          <a:effectRef idx="3">
            <a:schemeClr val="accent4"/>
          </a:effectRef>
          <a:fontRef idx="minor">
            <a:schemeClr val="lt1"/>
          </a:fontRef>
        </p:style>
        <p:txBody>
          <a:bodyPr rtlCol="0" anchor="t"/>
          <a:lstStyle/>
          <a:p>
            <a:r>
              <a:rPr lang="da-DK" dirty="0"/>
              <a:t>Interface</a:t>
            </a:r>
          </a:p>
        </p:txBody>
      </p:sp>
      <p:sp>
        <p:nvSpPr>
          <p:cNvPr id="19" name="Isosceles Triangle 18">
            <a:extLst>
              <a:ext uri="{FF2B5EF4-FFF2-40B4-BE49-F238E27FC236}">
                <a16:creationId xmlns:a16="http://schemas.microsoft.com/office/drawing/2014/main" id="{B3D1F80F-8920-5F5C-5142-7CDCDE7D2343}"/>
              </a:ext>
            </a:extLst>
          </p:cNvPr>
          <p:cNvSpPr/>
          <p:nvPr/>
        </p:nvSpPr>
        <p:spPr>
          <a:xfrm>
            <a:off x="8598769" y="2565913"/>
            <a:ext cx="395926" cy="331197"/>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21" name="Straight Connector 20">
            <a:extLst>
              <a:ext uri="{FF2B5EF4-FFF2-40B4-BE49-F238E27FC236}">
                <a16:creationId xmlns:a16="http://schemas.microsoft.com/office/drawing/2014/main" id="{5A3AFDA9-67D4-C3A4-537A-9B90FE26DFAB}"/>
              </a:ext>
            </a:extLst>
          </p:cNvPr>
          <p:cNvCxnSpPr>
            <a:stCxn id="19" idx="3"/>
            <a:endCxn id="15" idx="0"/>
          </p:cNvCxnSpPr>
          <p:nvPr/>
        </p:nvCxnSpPr>
        <p:spPr>
          <a:xfrm>
            <a:off x="8796732" y="2897110"/>
            <a:ext cx="0" cy="950615"/>
          </a:xfrm>
          <a:prstGeom prst="line">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27ACAA55-EF43-383B-A465-33B47D7CCF1F}"/>
              </a:ext>
            </a:extLst>
          </p:cNvPr>
          <p:cNvSpPr/>
          <p:nvPr/>
        </p:nvSpPr>
        <p:spPr>
          <a:xfrm>
            <a:off x="7502089" y="4399985"/>
            <a:ext cx="2498756" cy="152947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23" name="Rectangle 22">
            <a:extLst>
              <a:ext uri="{FF2B5EF4-FFF2-40B4-BE49-F238E27FC236}">
                <a16:creationId xmlns:a16="http://schemas.microsoft.com/office/drawing/2014/main" id="{79E7B9C8-B2C9-9C57-F3FC-34FF1575542C}"/>
              </a:ext>
            </a:extLst>
          </p:cNvPr>
          <p:cNvSpPr/>
          <p:nvPr/>
        </p:nvSpPr>
        <p:spPr>
          <a:xfrm>
            <a:off x="7502089" y="2013653"/>
            <a:ext cx="2498756" cy="3642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da-DK" dirty="0"/>
              <a:t>Method</a:t>
            </a:r>
          </a:p>
        </p:txBody>
      </p:sp>
      <p:sp>
        <p:nvSpPr>
          <p:cNvPr id="17" name="Rectangle 16">
            <a:extLst>
              <a:ext uri="{FF2B5EF4-FFF2-40B4-BE49-F238E27FC236}">
                <a16:creationId xmlns:a16="http://schemas.microsoft.com/office/drawing/2014/main" id="{A74D7C10-11CF-7097-BFC3-F196C2005337}"/>
              </a:ext>
            </a:extLst>
          </p:cNvPr>
          <p:cNvSpPr/>
          <p:nvPr/>
        </p:nvSpPr>
        <p:spPr>
          <a:xfrm>
            <a:off x="1937660" y="2824682"/>
            <a:ext cx="1638677" cy="190123"/>
          </a:xfrm>
          <a:prstGeom prst="rect">
            <a:avLst/>
          </a:prstGeom>
          <a:ln w="1905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da-DK"/>
          </a:p>
        </p:txBody>
      </p:sp>
      <p:cxnSp>
        <p:nvCxnSpPr>
          <p:cNvPr id="24" name="Connector: Curved 23">
            <a:extLst>
              <a:ext uri="{FF2B5EF4-FFF2-40B4-BE49-F238E27FC236}">
                <a16:creationId xmlns:a16="http://schemas.microsoft.com/office/drawing/2014/main" id="{84173642-0C51-51AC-1A5C-558E61F5870A}"/>
              </a:ext>
            </a:extLst>
          </p:cNvPr>
          <p:cNvCxnSpPr>
            <a:cxnSpLocks/>
            <a:stCxn id="17" idx="3"/>
            <a:endCxn id="23" idx="1"/>
          </p:cNvCxnSpPr>
          <p:nvPr/>
        </p:nvCxnSpPr>
        <p:spPr>
          <a:xfrm flipV="1">
            <a:off x="3576337" y="2195760"/>
            <a:ext cx="3925752" cy="723984"/>
          </a:xfrm>
          <a:prstGeom prst="curvedConnector3">
            <a:avLst/>
          </a:prstGeom>
          <a:ln w="38100">
            <a:headEnd type="none" w="med" len="med"/>
            <a:tailEnd type="arrow" w="med" len="med"/>
          </a:ln>
        </p:spPr>
        <p:style>
          <a:lnRef idx="2">
            <a:schemeClr val="accent2"/>
          </a:lnRef>
          <a:fillRef idx="0">
            <a:schemeClr val="accent2"/>
          </a:fillRef>
          <a:effectRef idx="1">
            <a:schemeClr val="accent2"/>
          </a:effectRef>
          <a:fontRef idx="minor">
            <a:schemeClr val="tx1"/>
          </a:fontRef>
        </p:style>
      </p:cxnSp>
      <p:grpSp>
        <p:nvGrpSpPr>
          <p:cNvPr id="26" name="Group 25">
            <a:extLst>
              <a:ext uri="{FF2B5EF4-FFF2-40B4-BE49-F238E27FC236}">
                <a16:creationId xmlns:a16="http://schemas.microsoft.com/office/drawing/2014/main" id="{50B82039-5AE6-41DE-C8F4-63091E46B0D5}"/>
              </a:ext>
            </a:extLst>
          </p:cNvPr>
          <p:cNvGrpSpPr/>
          <p:nvPr/>
        </p:nvGrpSpPr>
        <p:grpSpPr>
          <a:xfrm>
            <a:off x="7932128" y="4848129"/>
            <a:ext cx="1638678" cy="760492"/>
            <a:chOff x="1937659" y="2706987"/>
            <a:chExt cx="1638678" cy="760492"/>
          </a:xfrm>
        </p:grpSpPr>
        <p:sp>
          <p:nvSpPr>
            <p:cNvPr id="27" name="Rectangle 26">
              <a:extLst>
                <a:ext uri="{FF2B5EF4-FFF2-40B4-BE49-F238E27FC236}">
                  <a16:creationId xmlns:a16="http://schemas.microsoft.com/office/drawing/2014/main" id="{4ED2FB25-86DE-703C-54C7-0DA2D3221781}"/>
                </a:ext>
              </a:extLst>
            </p:cNvPr>
            <p:cNvSpPr/>
            <p:nvPr/>
          </p:nvSpPr>
          <p:spPr>
            <a:xfrm>
              <a:off x="1937660" y="2706987"/>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28" name="Rectangle 27">
              <a:extLst>
                <a:ext uri="{FF2B5EF4-FFF2-40B4-BE49-F238E27FC236}">
                  <a16:creationId xmlns:a16="http://schemas.microsoft.com/office/drawing/2014/main" id="{B08EEE5B-3E87-2CBA-4FC4-1AA88FBDEC03}"/>
                </a:ext>
              </a:extLst>
            </p:cNvPr>
            <p:cNvSpPr/>
            <p:nvPr/>
          </p:nvSpPr>
          <p:spPr>
            <a:xfrm>
              <a:off x="1937659" y="2897110"/>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29" name="Rectangle 28">
              <a:extLst>
                <a:ext uri="{FF2B5EF4-FFF2-40B4-BE49-F238E27FC236}">
                  <a16:creationId xmlns:a16="http://schemas.microsoft.com/office/drawing/2014/main" id="{E110D32A-7AE1-9880-CAC7-4E91227A4BFA}"/>
                </a:ext>
              </a:extLst>
            </p:cNvPr>
            <p:cNvSpPr/>
            <p:nvPr/>
          </p:nvSpPr>
          <p:spPr>
            <a:xfrm>
              <a:off x="1937659" y="3087233"/>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30" name="Rectangle 29">
              <a:extLst>
                <a:ext uri="{FF2B5EF4-FFF2-40B4-BE49-F238E27FC236}">
                  <a16:creationId xmlns:a16="http://schemas.microsoft.com/office/drawing/2014/main" id="{C2C6E41A-DC4E-FB03-91B0-C7F10A93E83B}"/>
                </a:ext>
              </a:extLst>
            </p:cNvPr>
            <p:cNvSpPr/>
            <p:nvPr/>
          </p:nvSpPr>
          <p:spPr>
            <a:xfrm>
              <a:off x="1937660" y="3277356"/>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grpSp>
      <p:grpSp>
        <p:nvGrpSpPr>
          <p:cNvPr id="31" name="Group 30">
            <a:extLst>
              <a:ext uri="{FF2B5EF4-FFF2-40B4-BE49-F238E27FC236}">
                <a16:creationId xmlns:a16="http://schemas.microsoft.com/office/drawing/2014/main" id="{237D97C3-F89D-1D6A-D978-885342735BBD}"/>
              </a:ext>
            </a:extLst>
          </p:cNvPr>
          <p:cNvGrpSpPr/>
          <p:nvPr/>
        </p:nvGrpSpPr>
        <p:grpSpPr>
          <a:xfrm>
            <a:off x="1937660" y="2136618"/>
            <a:ext cx="1638677" cy="570369"/>
            <a:chOff x="1937660" y="2136618"/>
            <a:chExt cx="1638677" cy="570369"/>
          </a:xfrm>
        </p:grpSpPr>
        <p:sp>
          <p:nvSpPr>
            <p:cNvPr id="32" name="Rectangle 31">
              <a:extLst>
                <a:ext uri="{FF2B5EF4-FFF2-40B4-BE49-F238E27FC236}">
                  <a16:creationId xmlns:a16="http://schemas.microsoft.com/office/drawing/2014/main" id="{8C74477A-27AB-DF93-365A-97C8481985AE}"/>
                </a:ext>
              </a:extLst>
            </p:cNvPr>
            <p:cNvSpPr/>
            <p:nvPr/>
          </p:nvSpPr>
          <p:spPr>
            <a:xfrm>
              <a:off x="1937660" y="2136618"/>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33" name="Rectangle 32">
              <a:extLst>
                <a:ext uri="{FF2B5EF4-FFF2-40B4-BE49-F238E27FC236}">
                  <a16:creationId xmlns:a16="http://schemas.microsoft.com/office/drawing/2014/main" id="{F53D3CD4-7C79-50F1-FC74-67F782AAA60A}"/>
                </a:ext>
              </a:extLst>
            </p:cNvPr>
            <p:cNvSpPr/>
            <p:nvPr/>
          </p:nvSpPr>
          <p:spPr>
            <a:xfrm>
              <a:off x="1937660" y="2326741"/>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34" name="Rectangle 33">
              <a:extLst>
                <a:ext uri="{FF2B5EF4-FFF2-40B4-BE49-F238E27FC236}">
                  <a16:creationId xmlns:a16="http://schemas.microsoft.com/office/drawing/2014/main" id="{F6FA990C-0F49-93F4-7680-3E0647510D59}"/>
                </a:ext>
              </a:extLst>
            </p:cNvPr>
            <p:cNvSpPr/>
            <p:nvPr/>
          </p:nvSpPr>
          <p:spPr>
            <a:xfrm>
              <a:off x="1937660" y="2516864"/>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grpSp>
      <p:grpSp>
        <p:nvGrpSpPr>
          <p:cNvPr id="35" name="Group 34">
            <a:extLst>
              <a:ext uri="{FF2B5EF4-FFF2-40B4-BE49-F238E27FC236}">
                <a16:creationId xmlns:a16="http://schemas.microsoft.com/office/drawing/2014/main" id="{D07217F0-5F5D-5F9A-A14F-61246621F335}"/>
              </a:ext>
            </a:extLst>
          </p:cNvPr>
          <p:cNvGrpSpPr/>
          <p:nvPr/>
        </p:nvGrpSpPr>
        <p:grpSpPr>
          <a:xfrm>
            <a:off x="1937659" y="3167290"/>
            <a:ext cx="1638678" cy="570369"/>
            <a:chOff x="1937659" y="3467479"/>
            <a:chExt cx="1638678" cy="570369"/>
          </a:xfrm>
        </p:grpSpPr>
        <p:sp>
          <p:nvSpPr>
            <p:cNvPr id="36" name="Rectangle 35">
              <a:extLst>
                <a:ext uri="{FF2B5EF4-FFF2-40B4-BE49-F238E27FC236}">
                  <a16:creationId xmlns:a16="http://schemas.microsoft.com/office/drawing/2014/main" id="{012885E5-6CE7-73F6-9CED-296AA46BF161}"/>
                </a:ext>
              </a:extLst>
            </p:cNvPr>
            <p:cNvSpPr/>
            <p:nvPr/>
          </p:nvSpPr>
          <p:spPr>
            <a:xfrm>
              <a:off x="1937660" y="3467479"/>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37" name="Rectangle 36">
              <a:extLst>
                <a:ext uri="{FF2B5EF4-FFF2-40B4-BE49-F238E27FC236}">
                  <a16:creationId xmlns:a16="http://schemas.microsoft.com/office/drawing/2014/main" id="{42A53EF0-3DF1-802A-9C9C-9A4D36436FB5}"/>
                </a:ext>
              </a:extLst>
            </p:cNvPr>
            <p:cNvSpPr/>
            <p:nvPr/>
          </p:nvSpPr>
          <p:spPr>
            <a:xfrm>
              <a:off x="1937659" y="3657602"/>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sp>
          <p:nvSpPr>
            <p:cNvPr id="38" name="Rectangle 37">
              <a:extLst>
                <a:ext uri="{FF2B5EF4-FFF2-40B4-BE49-F238E27FC236}">
                  <a16:creationId xmlns:a16="http://schemas.microsoft.com/office/drawing/2014/main" id="{41FF7010-4812-013A-9243-E86D7D276B9A}"/>
                </a:ext>
              </a:extLst>
            </p:cNvPr>
            <p:cNvSpPr/>
            <p:nvPr/>
          </p:nvSpPr>
          <p:spPr>
            <a:xfrm>
              <a:off x="1937659" y="3847725"/>
              <a:ext cx="1638677" cy="19012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a-DK"/>
            </a:p>
          </p:txBody>
        </p:sp>
      </p:grpSp>
    </p:spTree>
    <p:extLst>
      <p:ext uri="{BB962C8B-B14F-4D97-AF65-F5344CB8AC3E}">
        <p14:creationId xmlns:p14="http://schemas.microsoft.com/office/powerpoint/2010/main" val="1193386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E2A58-1611-21AD-DC37-DC7005BAF73D}"/>
              </a:ext>
            </a:extLst>
          </p:cNvPr>
          <p:cNvSpPr>
            <a:spLocks noGrp="1"/>
          </p:cNvSpPr>
          <p:nvPr>
            <p:ph type="title"/>
          </p:nvPr>
        </p:nvSpPr>
        <p:spPr/>
        <p:txBody>
          <a:bodyPr/>
          <a:lstStyle/>
          <a:p>
            <a:r>
              <a:rPr lang="da-DK" dirty="0"/>
              <a:t>Code</a:t>
            </a:r>
          </a:p>
        </p:txBody>
      </p:sp>
      <p:sp>
        <p:nvSpPr>
          <p:cNvPr id="5" name="TextBox 4">
            <a:extLst>
              <a:ext uri="{FF2B5EF4-FFF2-40B4-BE49-F238E27FC236}">
                <a16:creationId xmlns:a16="http://schemas.microsoft.com/office/drawing/2014/main" id="{3B1C131A-A2E9-6E7D-6106-51D5EF0C374E}"/>
              </a:ext>
            </a:extLst>
          </p:cNvPr>
          <p:cNvSpPr txBox="1"/>
          <p:nvPr/>
        </p:nvSpPr>
        <p:spPr>
          <a:xfrm>
            <a:off x="0" y="671831"/>
            <a:ext cx="9146484" cy="4801314"/>
          </a:xfrm>
          <a:prstGeom prst="rect">
            <a:avLst/>
          </a:prstGeom>
          <a:noFill/>
        </p:spPr>
        <p:txBody>
          <a:bodyPr wrap="square">
            <a:spAutoFit/>
          </a:bodyPr>
          <a:lstStyle/>
          <a:p>
            <a:pPr>
              <a:buNone/>
            </a:pPr>
            <a:r>
              <a:rPr lang="da-DK" sz="1800" dirty="0">
                <a:solidFill>
                  <a:srgbClr val="6C95EB"/>
                </a:solidFill>
                <a:effectLst/>
                <a:latin typeface="JetBrains Mono"/>
              </a:rPr>
              <a:t>public class </a:t>
            </a:r>
            <a:r>
              <a:rPr lang="da-DK" sz="1800" dirty="0" err="1">
                <a:solidFill>
                  <a:srgbClr val="C191FF"/>
                </a:solidFill>
                <a:effectLst/>
                <a:latin typeface="JetBrains Mono"/>
              </a:rPr>
              <a:t>ShippingCostCalculator</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double </a:t>
            </a:r>
            <a:r>
              <a:rPr lang="da-DK" sz="1800" dirty="0" err="1">
                <a:solidFill>
                  <a:srgbClr val="39CC9B"/>
                </a:solidFill>
                <a:effectLst/>
                <a:latin typeface="JetBrains Mono"/>
              </a:rPr>
              <a:t>calculate</a:t>
            </a:r>
            <a:r>
              <a:rPr lang="da-DK" sz="1800" dirty="0">
                <a:solidFill>
                  <a:srgbClr val="BDBDBD"/>
                </a:solidFill>
                <a:effectLst/>
                <a:latin typeface="JetBrains Mono"/>
              </a:rPr>
              <a:t>(</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BDBDBD"/>
                </a:solidFill>
                <a:effectLst/>
                <a:latin typeface="JetBrains Mono"/>
              </a:rPr>
              <a:t>shippingType</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weightKg</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distanceKm</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switch </a:t>
            </a:r>
            <a:r>
              <a:rPr lang="da-DK" sz="1800" dirty="0">
                <a:solidFill>
                  <a:srgbClr val="BDBDBD"/>
                </a:solidFill>
                <a:effectLst/>
                <a:latin typeface="JetBrains Mono"/>
              </a:rPr>
              <a:t>(</a:t>
            </a:r>
            <a:r>
              <a:rPr lang="da-DK" sz="1800" dirty="0" err="1">
                <a:solidFill>
                  <a:srgbClr val="BDBDBD"/>
                </a:solidFill>
                <a:effectLst/>
                <a:latin typeface="JetBrains Mono"/>
              </a:rPr>
              <a:t>shippingType</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case </a:t>
            </a:r>
            <a:r>
              <a:rPr lang="da-DK" sz="1800" dirty="0">
                <a:solidFill>
                  <a:srgbClr val="C9A26D"/>
                </a:solidFill>
                <a:effectLst/>
                <a:latin typeface="JetBrains Mono"/>
              </a:rPr>
              <a:t>"STANDARD"</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a:solidFill>
                  <a:srgbClr val="ED94C0"/>
                </a:solidFill>
                <a:effectLst/>
                <a:latin typeface="JetBrains Mono"/>
              </a:rPr>
              <a:t>5.0 </a:t>
            </a:r>
            <a:r>
              <a:rPr lang="da-DK" sz="1800" dirty="0">
                <a:solidFill>
                  <a:srgbClr val="BDBDBD"/>
                </a:solidFill>
                <a:effectLst/>
                <a:latin typeface="JetBrains Mono"/>
              </a:rPr>
              <a:t>+ (</a:t>
            </a:r>
            <a:r>
              <a:rPr lang="da-DK" sz="1800" dirty="0" err="1">
                <a:solidFill>
                  <a:srgbClr val="BDBDBD"/>
                </a:solidFill>
                <a:effectLst/>
                <a:latin typeface="JetBrains Mono"/>
              </a:rPr>
              <a:t>weightKg</a:t>
            </a:r>
            <a:r>
              <a:rPr lang="da-DK" sz="1800" dirty="0">
                <a:solidFill>
                  <a:srgbClr val="BDBDBD"/>
                </a:solidFill>
                <a:effectLst/>
                <a:latin typeface="JetBrains Mono"/>
              </a:rPr>
              <a:t> * </a:t>
            </a:r>
            <a:r>
              <a:rPr lang="da-DK" sz="1800" dirty="0">
                <a:solidFill>
                  <a:srgbClr val="ED94C0"/>
                </a:solidFill>
                <a:effectLst/>
                <a:latin typeface="JetBrains Mono"/>
              </a:rPr>
              <a:t>0.8</a:t>
            </a:r>
            <a:r>
              <a:rPr lang="da-DK" sz="1800" dirty="0">
                <a:solidFill>
                  <a:srgbClr val="BDBDBD"/>
                </a:solidFill>
                <a:effectLst/>
                <a:latin typeface="JetBrains Mono"/>
              </a:rPr>
              <a:t>) + (</a:t>
            </a:r>
            <a:r>
              <a:rPr lang="da-DK" sz="1800" dirty="0" err="1">
                <a:solidFill>
                  <a:srgbClr val="BDBDBD"/>
                </a:solidFill>
                <a:effectLst/>
                <a:latin typeface="JetBrains Mono"/>
              </a:rPr>
              <a:t>distanceKm</a:t>
            </a:r>
            <a:r>
              <a:rPr lang="da-DK" sz="1800" dirty="0">
                <a:solidFill>
                  <a:srgbClr val="BDBDBD"/>
                </a:solidFill>
                <a:effectLst/>
                <a:latin typeface="JetBrains Mono"/>
              </a:rPr>
              <a:t> * </a:t>
            </a:r>
            <a:r>
              <a:rPr lang="da-DK" sz="1800" dirty="0">
                <a:solidFill>
                  <a:srgbClr val="ED94C0"/>
                </a:solidFill>
                <a:effectLst/>
                <a:latin typeface="JetBrains Mono"/>
              </a:rPr>
              <a:t>0.02</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case </a:t>
            </a:r>
            <a:r>
              <a:rPr lang="da-DK" sz="1800" dirty="0">
                <a:solidFill>
                  <a:srgbClr val="C9A26D"/>
                </a:solidFill>
                <a:effectLst/>
                <a:latin typeface="JetBrains Mono"/>
              </a:rPr>
              <a:t>"EXPRESS"</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a:solidFill>
                  <a:srgbClr val="ED94C0"/>
                </a:solidFill>
                <a:effectLst/>
                <a:latin typeface="JetBrains Mono"/>
              </a:rPr>
              <a:t>12.0 </a:t>
            </a:r>
            <a:r>
              <a:rPr lang="da-DK" sz="1800" dirty="0">
                <a:solidFill>
                  <a:srgbClr val="BDBDBD"/>
                </a:solidFill>
                <a:effectLst/>
                <a:latin typeface="JetBrains Mono"/>
              </a:rPr>
              <a:t>+ (</a:t>
            </a:r>
            <a:r>
              <a:rPr lang="da-DK" sz="1800" dirty="0" err="1">
                <a:solidFill>
                  <a:srgbClr val="BDBDBD"/>
                </a:solidFill>
                <a:effectLst/>
                <a:latin typeface="JetBrains Mono"/>
              </a:rPr>
              <a:t>weightKg</a:t>
            </a:r>
            <a:r>
              <a:rPr lang="da-DK" sz="1800" dirty="0">
                <a:solidFill>
                  <a:srgbClr val="BDBDBD"/>
                </a:solidFill>
                <a:effectLst/>
                <a:latin typeface="JetBrains Mono"/>
              </a:rPr>
              <a:t> * </a:t>
            </a:r>
            <a:r>
              <a:rPr lang="da-DK" sz="1800" dirty="0">
                <a:solidFill>
                  <a:srgbClr val="ED94C0"/>
                </a:solidFill>
                <a:effectLst/>
                <a:latin typeface="JetBrains Mono"/>
              </a:rPr>
              <a:t>1.2</a:t>
            </a:r>
            <a:r>
              <a:rPr lang="da-DK" sz="1800" dirty="0">
                <a:solidFill>
                  <a:srgbClr val="BDBDBD"/>
                </a:solidFill>
                <a:effectLst/>
                <a:latin typeface="JetBrains Mono"/>
              </a:rPr>
              <a:t>) + (</a:t>
            </a:r>
            <a:r>
              <a:rPr lang="da-DK" sz="1800" dirty="0" err="1">
                <a:solidFill>
                  <a:srgbClr val="BDBDBD"/>
                </a:solidFill>
                <a:effectLst/>
                <a:latin typeface="JetBrains Mono"/>
              </a:rPr>
              <a:t>distanceKm</a:t>
            </a:r>
            <a:r>
              <a:rPr lang="da-DK" sz="1800" dirty="0">
                <a:solidFill>
                  <a:srgbClr val="BDBDBD"/>
                </a:solidFill>
                <a:effectLst/>
                <a:latin typeface="JetBrains Mono"/>
              </a:rPr>
              <a:t> * </a:t>
            </a:r>
            <a:r>
              <a:rPr lang="da-DK" sz="1800" dirty="0">
                <a:solidFill>
                  <a:srgbClr val="ED94C0"/>
                </a:solidFill>
                <a:effectLst/>
                <a:latin typeface="JetBrains Mono"/>
              </a:rPr>
              <a:t>0.05</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case </a:t>
            </a:r>
            <a:r>
              <a:rPr lang="da-DK" sz="1800" dirty="0">
                <a:solidFill>
                  <a:srgbClr val="C9A26D"/>
                </a:solidFill>
                <a:effectLst/>
                <a:latin typeface="JetBrains Mono"/>
              </a:rPr>
              <a:t>"PICKUP"</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a:solidFill>
                  <a:srgbClr val="ED94C0"/>
                </a:solidFill>
                <a:effectLst/>
                <a:latin typeface="JetBrains Mono"/>
              </a:rPr>
              <a:t>0.0</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default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throw</a:t>
            </a:r>
            <a:r>
              <a:rPr lang="da-DK" sz="1800" dirty="0">
                <a:solidFill>
                  <a:srgbClr val="6C95EB"/>
                </a:solidFill>
                <a:effectLst/>
                <a:latin typeface="JetBrains Mono"/>
              </a:rPr>
              <a:t> new </a:t>
            </a:r>
            <a:r>
              <a:rPr lang="da-DK" sz="1800" dirty="0" err="1">
                <a:solidFill>
                  <a:srgbClr val="39CC9B"/>
                </a:solidFill>
                <a:effectLst/>
                <a:latin typeface="JetBrains Mono"/>
              </a:rPr>
              <a:t>IllegalArgumentException</a:t>
            </a:r>
            <a:r>
              <a:rPr lang="da-DK" sz="1800" dirty="0">
                <a:solidFill>
                  <a:srgbClr val="BDBDBD"/>
                </a:solidFill>
                <a:effectLst/>
                <a:latin typeface="JetBrains Mono"/>
              </a:rPr>
              <a:t>(</a:t>
            </a:r>
            <a:r>
              <a:rPr lang="da-DK" sz="1800" dirty="0">
                <a:solidFill>
                  <a:srgbClr val="C9A26D"/>
                </a:solidFill>
                <a:effectLst/>
                <a:latin typeface="JetBrains Mono"/>
              </a:rPr>
              <a:t>"</a:t>
            </a:r>
            <a:r>
              <a:rPr lang="da-DK" sz="1800" dirty="0" err="1">
                <a:solidFill>
                  <a:srgbClr val="C9A26D"/>
                </a:solidFill>
                <a:effectLst/>
                <a:latin typeface="JetBrains Mono"/>
              </a:rPr>
              <a:t>Unknown</a:t>
            </a:r>
            <a:r>
              <a:rPr lang="da-DK" sz="1800" dirty="0">
                <a:solidFill>
                  <a:srgbClr val="C9A26D"/>
                </a:solidFill>
                <a:effectLst/>
                <a:latin typeface="JetBrains Mono"/>
              </a:rPr>
              <a:t> shipping type: " </a:t>
            </a:r>
            <a:r>
              <a:rPr lang="da-DK" sz="1800" dirty="0">
                <a:solidFill>
                  <a:srgbClr val="BDBDBD"/>
                </a:solidFill>
                <a:effectLst/>
                <a:latin typeface="JetBrains Mono"/>
              </a:rPr>
              <a:t>+ </a:t>
            </a:r>
            <a:r>
              <a:rPr lang="da-DK" sz="1800" dirty="0" err="1">
                <a:solidFill>
                  <a:srgbClr val="BDBDBD"/>
                </a:solidFill>
                <a:effectLst/>
                <a:latin typeface="JetBrains Mono"/>
              </a:rPr>
              <a:t>shippingType</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sp>
        <p:nvSpPr>
          <p:cNvPr id="6" name="Rectangle: Rounded Corners 5">
            <a:extLst>
              <a:ext uri="{FF2B5EF4-FFF2-40B4-BE49-F238E27FC236}">
                <a16:creationId xmlns:a16="http://schemas.microsoft.com/office/drawing/2014/main" id="{82301940-EACB-280F-6FEC-13C93D8459CF}"/>
              </a:ext>
            </a:extLst>
          </p:cNvPr>
          <p:cNvSpPr/>
          <p:nvPr/>
        </p:nvSpPr>
        <p:spPr>
          <a:xfrm>
            <a:off x="357809" y="1828800"/>
            <a:ext cx="8348869" cy="2842591"/>
          </a:xfrm>
          <a:prstGeom prst="roundRect">
            <a:avLst>
              <a:gd name="adj" fmla="val 7926"/>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233651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45C9D-B5F7-2BBF-4F77-68279E5A613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C57B79-2103-D625-0CF4-352E72D45821}"/>
              </a:ext>
            </a:extLst>
          </p:cNvPr>
          <p:cNvSpPr txBox="1"/>
          <p:nvPr/>
        </p:nvSpPr>
        <p:spPr>
          <a:xfrm>
            <a:off x="0" y="671831"/>
            <a:ext cx="9146484" cy="4801314"/>
          </a:xfrm>
          <a:prstGeom prst="rect">
            <a:avLst/>
          </a:prstGeom>
          <a:noFill/>
        </p:spPr>
        <p:txBody>
          <a:bodyPr wrap="square">
            <a:spAutoFit/>
          </a:bodyPr>
          <a:lstStyle/>
          <a:p>
            <a:pPr>
              <a:buNone/>
            </a:pPr>
            <a:r>
              <a:rPr lang="da-DK" sz="1800" dirty="0">
                <a:solidFill>
                  <a:srgbClr val="6C95EB"/>
                </a:solidFill>
                <a:effectLst/>
                <a:latin typeface="JetBrains Mono"/>
              </a:rPr>
              <a:t>public class </a:t>
            </a:r>
            <a:r>
              <a:rPr lang="da-DK" sz="1800" dirty="0" err="1">
                <a:solidFill>
                  <a:srgbClr val="C191FF"/>
                </a:solidFill>
                <a:effectLst/>
                <a:latin typeface="JetBrains Mono"/>
              </a:rPr>
              <a:t>ShippingCostCalculator</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double </a:t>
            </a:r>
            <a:r>
              <a:rPr lang="da-DK" sz="1800" dirty="0" err="1">
                <a:solidFill>
                  <a:srgbClr val="39CC9B"/>
                </a:solidFill>
                <a:effectLst/>
                <a:latin typeface="JetBrains Mono"/>
              </a:rPr>
              <a:t>calculate</a:t>
            </a:r>
            <a:r>
              <a:rPr lang="da-DK" sz="1800" dirty="0">
                <a:solidFill>
                  <a:srgbClr val="BDBDBD"/>
                </a:solidFill>
                <a:effectLst/>
                <a:latin typeface="JetBrains Mono"/>
              </a:rPr>
              <a:t>(</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BDBDBD"/>
                </a:solidFill>
                <a:effectLst/>
                <a:latin typeface="JetBrains Mono"/>
              </a:rPr>
              <a:t>shippingType</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weightKg</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distanceKm</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switch </a:t>
            </a:r>
            <a:r>
              <a:rPr lang="da-DK" sz="1800" dirty="0">
                <a:solidFill>
                  <a:srgbClr val="BDBDBD"/>
                </a:solidFill>
                <a:effectLst/>
                <a:latin typeface="JetBrains Mono"/>
              </a:rPr>
              <a:t>(</a:t>
            </a:r>
            <a:r>
              <a:rPr lang="da-DK" sz="1800" dirty="0" err="1">
                <a:solidFill>
                  <a:srgbClr val="BDBDBD"/>
                </a:solidFill>
                <a:effectLst/>
                <a:latin typeface="JetBrains Mono"/>
              </a:rPr>
              <a:t>shippingType</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case </a:t>
            </a:r>
            <a:r>
              <a:rPr lang="da-DK" sz="1800" dirty="0">
                <a:solidFill>
                  <a:srgbClr val="C9A26D"/>
                </a:solidFill>
                <a:effectLst/>
                <a:latin typeface="JetBrains Mono"/>
              </a:rPr>
              <a:t>"STANDARD"</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a:solidFill>
                  <a:srgbClr val="ED94C0"/>
                </a:solidFill>
                <a:effectLst/>
                <a:latin typeface="JetBrains Mono"/>
              </a:rPr>
              <a:t>5.0 </a:t>
            </a:r>
            <a:r>
              <a:rPr lang="da-DK" sz="1800" dirty="0">
                <a:solidFill>
                  <a:srgbClr val="BDBDBD"/>
                </a:solidFill>
                <a:effectLst/>
                <a:latin typeface="JetBrains Mono"/>
              </a:rPr>
              <a:t>+ (</a:t>
            </a:r>
            <a:r>
              <a:rPr lang="da-DK" sz="1800" dirty="0" err="1">
                <a:solidFill>
                  <a:srgbClr val="BDBDBD"/>
                </a:solidFill>
                <a:effectLst/>
                <a:latin typeface="JetBrains Mono"/>
              </a:rPr>
              <a:t>weightKg</a:t>
            </a:r>
            <a:r>
              <a:rPr lang="da-DK" sz="1800" dirty="0">
                <a:solidFill>
                  <a:srgbClr val="BDBDBD"/>
                </a:solidFill>
                <a:effectLst/>
                <a:latin typeface="JetBrains Mono"/>
              </a:rPr>
              <a:t> * </a:t>
            </a:r>
            <a:r>
              <a:rPr lang="da-DK" sz="1800" dirty="0">
                <a:solidFill>
                  <a:srgbClr val="ED94C0"/>
                </a:solidFill>
                <a:effectLst/>
                <a:latin typeface="JetBrains Mono"/>
              </a:rPr>
              <a:t>0.8</a:t>
            </a:r>
            <a:r>
              <a:rPr lang="da-DK" sz="1800" dirty="0">
                <a:solidFill>
                  <a:srgbClr val="BDBDBD"/>
                </a:solidFill>
                <a:effectLst/>
                <a:latin typeface="JetBrains Mono"/>
              </a:rPr>
              <a:t>) + (</a:t>
            </a:r>
            <a:r>
              <a:rPr lang="da-DK" sz="1800" dirty="0" err="1">
                <a:solidFill>
                  <a:srgbClr val="BDBDBD"/>
                </a:solidFill>
                <a:effectLst/>
                <a:latin typeface="JetBrains Mono"/>
              </a:rPr>
              <a:t>distanceKm</a:t>
            </a:r>
            <a:r>
              <a:rPr lang="da-DK" sz="1800" dirty="0">
                <a:solidFill>
                  <a:srgbClr val="BDBDBD"/>
                </a:solidFill>
                <a:effectLst/>
                <a:latin typeface="JetBrains Mono"/>
              </a:rPr>
              <a:t> * </a:t>
            </a:r>
            <a:r>
              <a:rPr lang="da-DK" sz="1800" dirty="0">
                <a:solidFill>
                  <a:srgbClr val="ED94C0"/>
                </a:solidFill>
                <a:effectLst/>
                <a:latin typeface="JetBrains Mono"/>
              </a:rPr>
              <a:t>0.02</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case </a:t>
            </a:r>
            <a:r>
              <a:rPr lang="da-DK" sz="1800" dirty="0">
                <a:solidFill>
                  <a:srgbClr val="C9A26D"/>
                </a:solidFill>
                <a:effectLst/>
                <a:latin typeface="JetBrains Mono"/>
              </a:rPr>
              <a:t>"EXPRESS"</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a:solidFill>
                  <a:srgbClr val="ED94C0"/>
                </a:solidFill>
                <a:effectLst/>
                <a:latin typeface="JetBrains Mono"/>
              </a:rPr>
              <a:t>12.0 </a:t>
            </a:r>
            <a:r>
              <a:rPr lang="da-DK" sz="1800" dirty="0">
                <a:solidFill>
                  <a:srgbClr val="BDBDBD"/>
                </a:solidFill>
                <a:effectLst/>
                <a:latin typeface="JetBrains Mono"/>
              </a:rPr>
              <a:t>+ (</a:t>
            </a:r>
            <a:r>
              <a:rPr lang="da-DK" sz="1800" dirty="0" err="1">
                <a:solidFill>
                  <a:srgbClr val="BDBDBD"/>
                </a:solidFill>
                <a:effectLst/>
                <a:latin typeface="JetBrains Mono"/>
              </a:rPr>
              <a:t>weightKg</a:t>
            </a:r>
            <a:r>
              <a:rPr lang="da-DK" sz="1800" dirty="0">
                <a:solidFill>
                  <a:srgbClr val="BDBDBD"/>
                </a:solidFill>
                <a:effectLst/>
                <a:latin typeface="JetBrains Mono"/>
              </a:rPr>
              <a:t> * </a:t>
            </a:r>
            <a:r>
              <a:rPr lang="da-DK" sz="1800" dirty="0">
                <a:solidFill>
                  <a:srgbClr val="ED94C0"/>
                </a:solidFill>
                <a:effectLst/>
                <a:latin typeface="JetBrains Mono"/>
              </a:rPr>
              <a:t>1.2</a:t>
            </a:r>
            <a:r>
              <a:rPr lang="da-DK" sz="1800" dirty="0">
                <a:solidFill>
                  <a:srgbClr val="BDBDBD"/>
                </a:solidFill>
                <a:effectLst/>
                <a:latin typeface="JetBrains Mono"/>
              </a:rPr>
              <a:t>) + (</a:t>
            </a:r>
            <a:r>
              <a:rPr lang="da-DK" sz="1800" dirty="0" err="1">
                <a:solidFill>
                  <a:srgbClr val="BDBDBD"/>
                </a:solidFill>
                <a:effectLst/>
                <a:latin typeface="JetBrains Mono"/>
              </a:rPr>
              <a:t>distanceKm</a:t>
            </a:r>
            <a:r>
              <a:rPr lang="da-DK" sz="1800" dirty="0">
                <a:solidFill>
                  <a:srgbClr val="BDBDBD"/>
                </a:solidFill>
                <a:effectLst/>
                <a:latin typeface="JetBrains Mono"/>
              </a:rPr>
              <a:t> * </a:t>
            </a:r>
            <a:r>
              <a:rPr lang="da-DK" sz="1800" dirty="0">
                <a:solidFill>
                  <a:srgbClr val="ED94C0"/>
                </a:solidFill>
                <a:effectLst/>
                <a:latin typeface="JetBrains Mono"/>
              </a:rPr>
              <a:t>0.05</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case </a:t>
            </a:r>
            <a:r>
              <a:rPr lang="da-DK" sz="1800" dirty="0">
                <a:solidFill>
                  <a:srgbClr val="C9A26D"/>
                </a:solidFill>
                <a:effectLst/>
                <a:latin typeface="JetBrains Mono"/>
              </a:rPr>
              <a:t>"PICKUP"</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a:solidFill>
                  <a:srgbClr val="ED94C0"/>
                </a:solidFill>
                <a:effectLst/>
                <a:latin typeface="JetBrains Mono"/>
              </a:rPr>
              <a:t>0.0</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default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throw</a:t>
            </a:r>
            <a:r>
              <a:rPr lang="da-DK" sz="1800" dirty="0">
                <a:solidFill>
                  <a:srgbClr val="6C95EB"/>
                </a:solidFill>
                <a:effectLst/>
                <a:latin typeface="JetBrains Mono"/>
              </a:rPr>
              <a:t> new </a:t>
            </a:r>
            <a:r>
              <a:rPr lang="da-DK" sz="1800" dirty="0" err="1">
                <a:solidFill>
                  <a:srgbClr val="39CC9B"/>
                </a:solidFill>
                <a:effectLst/>
                <a:latin typeface="JetBrains Mono"/>
              </a:rPr>
              <a:t>IllegalArgumentException</a:t>
            </a:r>
            <a:r>
              <a:rPr lang="da-DK" sz="1800" dirty="0">
                <a:solidFill>
                  <a:srgbClr val="BDBDBD"/>
                </a:solidFill>
                <a:effectLst/>
                <a:latin typeface="JetBrains Mono"/>
              </a:rPr>
              <a:t>(</a:t>
            </a:r>
            <a:r>
              <a:rPr lang="da-DK" sz="1800" dirty="0">
                <a:solidFill>
                  <a:srgbClr val="C9A26D"/>
                </a:solidFill>
                <a:effectLst/>
                <a:latin typeface="JetBrains Mono"/>
              </a:rPr>
              <a:t>"</a:t>
            </a:r>
            <a:r>
              <a:rPr lang="da-DK" sz="1800" dirty="0" err="1">
                <a:solidFill>
                  <a:srgbClr val="C9A26D"/>
                </a:solidFill>
                <a:effectLst/>
                <a:latin typeface="JetBrains Mono"/>
              </a:rPr>
              <a:t>Unknown</a:t>
            </a:r>
            <a:r>
              <a:rPr lang="da-DK" sz="1800" dirty="0">
                <a:solidFill>
                  <a:srgbClr val="C9A26D"/>
                </a:solidFill>
                <a:effectLst/>
                <a:latin typeface="JetBrains Mono"/>
              </a:rPr>
              <a:t> shipping type: " </a:t>
            </a:r>
            <a:r>
              <a:rPr lang="da-DK" sz="1800" dirty="0">
                <a:solidFill>
                  <a:srgbClr val="BDBDBD"/>
                </a:solidFill>
                <a:effectLst/>
                <a:latin typeface="JetBrains Mono"/>
              </a:rPr>
              <a:t>+ </a:t>
            </a:r>
            <a:r>
              <a:rPr lang="da-DK" sz="1800" dirty="0" err="1">
                <a:solidFill>
                  <a:srgbClr val="BDBDBD"/>
                </a:solidFill>
                <a:effectLst/>
                <a:latin typeface="JetBrains Mono"/>
              </a:rPr>
              <a:t>shippingType</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sp>
        <p:nvSpPr>
          <p:cNvPr id="9" name="Rectangle 8">
            <a:extLst>
              <a:ext uri="{FF2B5EF4-FFF2-40B4-BE49-F238E27FC236}">
                <a16:creationId xmlns:a16="http://schemas.microsoft.com/office/drawing/2014/main" id="{B3949283-3AE3-1841-8ABE-9C0C8DA8A539}"/>
              </a:ext>
            </a:extLst>
          </p:cNvPr>
          <p:cNvSpPr/>
          <p:nvPr/>
        </p:nvSpPr>
        <p:spPr>
          <a:xfrm>
            <a:off x="4780722" y="-99391"/>
            <a:ext cx="7411278" cy="7136295"/>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Title 3">
            <a:extLst>
              <a:ext uri="{FF2B5EF4-FFF2-40B4-BE49-F238E27FC236}">
                <a16:creationId xmlns:a16="http://schemas.microsoft.com/office/drawing/2014/main" id="{0AC6614A-D05D-5107-1D7C-A87D59D0E63C}"/>
              </a:ext>
            </a:extLst>
          </p:cNvPr>
          <p:cNvSpPr>
            <a:spLocks noGrp="1"/>
          </p:cNvSpPr>
          <p:nvPr>
            <p:ph type="title"/>
          </p:nvPr>
        </p:nvSpPr>
        <p:spPr/>
        <p:txBody>
          <a:bodyPr/>
          <a:lstStyle/>
          <a:p>
            <a:endParaRPr lang="da-DK"/>
          </a:p>
        </p:txBody>
      </p:sp>
      <p:sp>
        <p:nvSpPr>
          <p:cNvPr id="8" name="TextBox 7">
            <a:extLst>
              <a:ext uri="{FF2B5EF4-FFF2-40B4-BE49-F238E27FC236}">
                <a16:creationId xmlns:a16="http://schemas.microsoft.com/office/drawing/2014/main" id="{88301E7A-1FB3-21BA-B2D3-E7964C291B61}"/>
              </a:ext>
            </a:extLst>
          </p:cNvPr>
          <p:cNvSpPr txBox="1"/>
          <p:nvPr/>
        </p:nvSpPr>
        <p:spPr>
          <a:xfrm>
            <a:off x="5267739" y="701073"/>
            <a:ext cx="9352721" cy="3970318"/>
          </a:xfrm>
          <a:prstGeom prst="rect">
            <a:avLst/>
          </a:prstGeom>
          <a:solidFill>
            <a:schemeClr val="tx1">
              <a:lumMod val="85000"/>
              <a:lumOff val="15000"/>
            </a:schemeClr>
          </a:solidFill>
        </p:spPr>
        <p:txBody>
          <a:bodyPr wrap="square" anchor="ctr">
            <a:spAutoFit/>
          </a:bodyPr>
          <a:lstStyle/>
          <a:p>
            <a:pPr>
              <a:buNone/>
            </a:pPr>
            <a:r>
              <a:rPr lang="da-DK" sz="1800" dirty="0">
                <a:solidFill>
                  <a:srgbClr val="6C95EB"/>
                </a:solidFill>
                <a:effectLst/>
                <a:latin typeface="JetBrains Mono"/>
              </a:rPr>
              <a:t>public class </a:t>
            </a:r>
            <a:r>
              <a:rPr lang="da-DK" sz="1800" dirty="0">
                <a:solidFill>
                  <a:srgbClr val="C191FF"/>
                </a:solidFill>
                <a:effectLst/>
                <a:latin typeface="JetBrains Mono"/>
              </a:rPr>
              <a:t>ShippingCostCalculator2</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private </a:t>
            </a:r>
            <a:r>
              <a:rPr lang="da-DK" sz="1800" dirty="0" err="1">
                <a:solidFill>
                  <a:srgbClr val="C191FF"/>
                </a:solidFill>
                <a:effectLst/>
                <a:latin typeface="JetBrains Mono"/>
              </a:rPr>
              <a:t>ShippingStrategy</a:t>
            </a:r>
            <a:r>
              <a:rPr lang="da-DK" sz="1800" dirty="0">
                <a:solidFill>
                  <a:srgbClr val="C191FF"/>
                </a:solidFill>
                <a:effectLst/>
                <a:latin typeface="JetBrains Mono"/>
              </a:rPr>
              <a:t> </a:t>
            </a:r>
            <a:r>
              <a:rPr lang="da-DK" sz="1800" dirty="0" err="1">
                <a:solidFill>
                  <a:srgbClr val="66C3CC"/>
                </a:solidFill>
                <a:effectLst/>
                <a:latin typeface="JetBrains Mono"/>
              </a:rPr>
              <a:t>strategy</a:t>
            </a: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a:t>
            </a:r>
            <a:r>
              <a:rPr lang="da-DK" sz="1800" dirty="0">
                <a:solidFill>
                  <a:srgbClr val="39CC9B"/>
                </a:solidFill>
                <a:effectLst/>
                <a:latin typeface="JetBrains Mono"/>
              </a:rPr>
              <a:t>ShippingCostCalculator2</a:t>
            </a:r>
            <a:r>
              <a:rPr lang="da-DK" sz="1800" dirty="0">
                <a:solidFill>
                  <a:srgbClr val="BDBDBD"/>
                </a:solidFill>
                <a:effectLst/>
                <a:latin typeface="JetBrains Mono"/>
              </a:rPr>
              <a:t>(</a:t>
            </a:r>
            <a:r>
              <a:rPr lang="da-DK" sz="1800" dirty="0" err="1">
                <a:solidFill>
                  <a:srgbClr val="C191FF"/>
                </a:solidFill>
                <a:effectLst/>
                <a:latin typeface="JetBrains Mono"/>
              </a:rPr>
              <a:t>ShippingStrategy</a:t>
            </a:r>
            <a:r>
              <a:rPr lang="da-DK" sz="1800" dirty="0">
                <a:solidFill>
                  <a:srgbClr val="C191FF"/>
                </a:solidFill>
                <a:effectLst/>
                <a:latin typeface="JetBrains Mono"/>
              </a:rPr>
              <a:t> </a:t>
            </a:r>
            <a:r>
              <a:rPr lang="da-DK" sz="1800" dirty="0" err="1">
                <a:solidFill>
                  <a:srgbClr val="BDBDBD"/>
                </a:solidFill>
                <a:effectLst/>
                <a:latin typeface="JetBrains Mono"/>
              </a:rPr>
              <a:t>strategy</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this</a:t>
            </a:r>
            <a:r>
              <a:rPr lang="da-DK" sz="1800" dirty="0" err="1">
                <a:solidFill>
                  <a:srgbClr val="BDBDBD"/>
                </a:solidFill>
                <a:effectLst/>
                <a:latin typeface="JetBrains Mono"/>
              </a:rPr>
              <a:t>.</a:t>
            </a:r>
            <a:r>
              <a:rPr lang="da-DK" sz="1800" dirty="0" err="1">
                <a:solidFill>
                  <a:srgbClr val="66C3CC"/>
                </a:solidFill>
                <a:effectLst/>
                <a:latin typeface="JetBrains Mono"/>
              </a:rPr>
              <a:t>strategy</a:t>
            </a:r>
            <a:r>
              <a:rPr lang="da-DK" sz="1800" dirty="0">
                <a:solidFill>
                  <a:srgbClr val="66C3CC"/>
                </a:solidFill>
                <a:effectLst/>
                <a:latin typeface="JetBrains Mono"/>
              </a:rPr>
              <a:t> </a:t>
            </a:r>
            <a:r>
              <a:rPr lang="da-DK" sz="1800" dirty="0">
                <a:solidFill>
                  <a:srgbClr val="BDBDBD"/>
                </a:solidFill>
                <a:effectLst/>
                <a:latin typeface="JetBrains Mono"/>
              </a:rPr>
              <a:t>= </a:t>
            </a:r>
            <a:r>
              <a:rPr lang="da-DK" sz="1800" dirty="0" err="1">
                <a:solidFill>
                  <a:srgbClr val="BDBDBD"/>
                </a:solidFill>
                <a:effectLst/>
                <a:latin typeface="JetBrains Mono"/>
              </a:rPr>
              <a:t>strategy</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double </a:t>
            </a:r>
            <a:r>
              <a:rPr lang="da-DK" sz="1800" dirty="0" err="1">
                <a:solidFill>
                  <a:srgbClr val="39CC9B"/>
                </a:solidFill>
                <a:effectLst/>
                <a:latin typeface="JetBrains Mono"/>
              </a:rPr>
              <a:t>calculate</a:t>
            </a:r>
            <a:r>
              <a:rPr lang="da-DK" sz="1800" dirty="0">
                <a:solidFill>
                  <a:srgbClr val="BDBDBD"/>
                </a:solidFill>
                <a:effectLst/>
                <a:latin typeface="JetBrains Mono"/>
              </a:rPr>
              <a:t>(</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BDBDBD"/>
                </a:solidFill>
                <a:effectLst/>
                <a:latin typeface="JetBrains Mono"/>
              </a:rPr>
              <a:t>shippingType</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weightKg</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distanceKm</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err="1">
                <a:solidFill>
                  <a:srgbClr val="66C3CC"/>
                </a:solidFill>
                <a:effectLst/>
                <a:latin typeface="JetBrains Mono"/>
              </a:rPr>
              <a:t>strategy</a:t>
            </a:r>
            <a:r>
              <a:rPr lang="da-DK" sz="1800" dirty="0" err="1">
                <a:solidFill>
                  <a:srgbClr val="BDBDBD"/>
                </a:solidFill>
                <a:effectLst/>
                <a:latin typeface="JetBrains Mono"/>
              </a:rPr>
              <a:t>.</a:t>
            </a:r>
            <a:r>
              <a:rPr lang="da-DK" sz="1800" dirty="0" err="1">
                <a:solidFill>
                  <a:srgbClr val="39CC9B"/>
                </a:solidFill>
                <a:effectLst/>
                <a:latin typeface="JetBrains Mono"/>
              </a:rPr>
              <a:t>calculate</a:t>
            </a:r>
            <a:r>
              <a:rPr lang="da-DK" sz="1800" dirty="0">
                <a:solidFill>
                  <a:srgbClr val="BDBDBD"/>
                </a:solidFill>
                <a:effectLst/>
                <a:latin typeface="JetBrains Mono"/>
              </a:rPr>
              <a:t>(</a:t>
            </a:r>
            <a:r>
              <a:rPr lang="da-DK" sz="1800" dirty="0" err="1">
                <a:solidFill>
                  <a:srgbClr val="BDBDBD"/>
                </a:solidFill>
                <a:effectLst/>
                <a:latin typeface="JetBrains Mono"/>
              </a:rPr>
              <a:t>weightKg</a:t>
            </a:r>
            <a:r>
              <a:rPr lang="da-DK" sz="1800" dirty="0">
                <a:solidFill>
                  <a:srgbClr val="BDBDBD"/>
                </a:solidFill>
                <a:effectLst/>
                <a:latin typeface="JetBrains Mono"/>
              </a:rPr>
              <a:t>, </a:t>
            </a:r>
            <a:r>
              <a:rPr lang="da-DK" sz="1800" dirty="0" err="1">
                <a:solidFill>
                  <a:srgbClr val="BDBDBD"/>
                </a:solidFill>
                <a:effectLst/>
                <a:latin typeface="JetBrains Mono"/>
              </a:rPr>
              <a:t>distanceKm</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spTree>
    <p:extLst>
      <p:ext uri="{BB962C8B-B14F-4D97-AF65-F5344CB8AC3E}">
        <p14:creationId xmlns:p14="http://schemas.microsoft.com/office/powerpoint/2010/main" val="106043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79845-6282-3470-FCD6-492EF63263F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F835DC4-6D2D-BA28-08A4-B445FEF52790}"/>
              </a:ext>
            </a:extLst>
          </p:cNvPr>
          <p:cNvSpPr/>
          <p:nvPr/>
        </p:nvSpPr>
        <p:spPr>
          <a:xfrm>
            <a:off x="5078896" y="-99391"/>
            <a:ext cx="7113104" cy="7136295"/>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8" name="TextBox 7">
            <a:extLst>
              <a:ext uri="{FF2B5EF4-FFF2-40B4-BE49-F238E27FC236}">
                <a16:creationId xmlns:a16="http://schemas.microsoft.com/office/drawing/2014/main" id="{623F7854-20DC-3B73-7A92-E8AFF565810F}"/>
              </a:ext>
            </a:extLst>
          </p:cNvPr>
          <p:cNvSpPr txBox="1"/>
          <p:nvPr/>
        </p:nvSpPr>
        <p:spPr>
          <a:xfrm>
            <a:off x="5267739" y="701073"/>
            <a:ext cx="9352721" cy="3970318"/>
          </a:xfrm>
          <a:prstGeom prst="rect">
            <a:avLst/>
          </a:prstGeom>
          <a:solidFill>
            <a:schemeClr val="tx1">
              <a:lumMod val="85000"/>
              <a:lumOff val="15000"/>
            </a:schemeClr>
          </a:solidFill>
        </p:spPr>
        <p:txBody>
          <a:bodyPr wrap="square" anchor="ctr">
            <a:spAutoFit/>
          </a:bodyPr>
          <a:lstStyle/>
          <a:p>
            <a:pPr>
              <a:buNone/>
            </a:pPr>
            <a:r>
              <a:rPr lang="da-DK" sz="1800" dirty="0">
                <a:solidFill>
                  <a:srgbClr val="6C95EB"/>
                </a:solidFill>
                <a:effectLst/>
                <a:latin typeface="JetBrains Mono"/>
              </a:rPr>
              <a:t>public class </a:t>
            </a:r>
            <a:r>
              <a:rPr lang="da-DK" sz="1800" dirty="0">
                <a:solidFill>
                  <a:srgbClr val="C191FF"/>
                </a:solidFill>
                <a:effectLst/>
                <a:latin typeface="JetBrains Mono"/>
              </a:rPr>
              <a:t>ShippingCostCalculator2</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private </a:t>
            </a:r>
            <a:r>
              <a:rPr lang="da-DK" sz="1800" dirty="0" err="1">
                <a:solidFill>
                  <a:srgbClr val="C191FF"/>
                </a:solidFill>
                <a:effectLst/>
                <a:latin typeface="JetBrains Mono"/>
              </a:rPr>
              <a:t>ShippingStrategy</a:t>
            </a:r>
            <a:r>
              <a:rPr lang="da-DK" sz="1800" dirty="0">
                <a:solidFill>
                  <a:srgbClr val="C191FF"/>
                </a:solidFill>
                <a:effectLst/>
                <a:latin typeface="JetBrains Mono"/>
              </a:rPr>
              <a:t> </a:t>
            </a:r>
            <a:r>
              <a:rPr lang="da-DK" sz="1800" dirty="0" err="1">
                <a:solidFill>
                  <a:srgbClr val="66C3CC"/>
                </a:solidFill>
                <a:effectLst/>
                <a:latin typeface="JetBrains Mono"/>
              </a:rPr>
              <a:t>strategy</a:t>
            </a: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a:t>
            </a:r>
            <a:r>
              <a:rPr lang="da-DK" sz="1800" dirty="0">
                <a:solidFill>
                  <a:srgbClr val="39CC9B"/>
                </a:solidFill>
                <a:effectLst/>
                <a:latin typeface="JetBrains Mono"/>
              </a:rPr>
              <a:t>ShippingCostCalculator2</a:t>
            </a:r>
            <a:r>
              <a:rPr lang="da-DK" sz="1800" dirty="0">
                <a:solidFill>
                  <a:srgbClr val="BDBDBD"/>
                </a:solidFill>
                <a:effectLst/>
                <a:latin typeface="JetBrains Mono"/>
              </a:rPr>
              <a:t>(</a:t>
            </a:r>
            <a:r>
              <a:rPr lang="da-DK" sz="1800" dirty="0" err="1">
                <a:solidFill>
                  <a:srgbClr val="C191FF"/>
                </a:solidFill>
                <a:effectLst/>
                <a:latin typeface="JetBrains Mono"/>
              </a:rPr>
              <a:t>ShippingStrategy</a:t>
            </a:r>
            <a:r>
              <a:rPr lang="da-DK" sz="1800" dirty="0">
                <a:solidFill>
                  <a:srgbClr val="C191FF"/>
                </a:solidFill>
                <a:effectLst/>
                <a:latin typeface="JetBrains Mono"/>
              </a:rPr>
              <a:t> </a:t>
            </a:r>
            <a:r>
              <a:rPr lang="da-DK" sz="1800" dirty="0" err="1">
                <a:solidFill>
                  <a:srgbClr val="BDBDBD"/>
                </a:solidFill>
                <a:effectLst/>
                <a:latin typeface="JetBrains Mono"/>
              </a:rPr>
              <a:t>strategy</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this</a:t>
            </a:r>
            <a:r>
              <a:rPr lang="da-DK" sz="1800" dirty="0" err="1">
                <a:solidFill>
                  <a:srgbClr val="BDBDBD"/>
                </a:solidFill>
                <a:effectLst/>
                <a:latin typeface="JetBrains Mono"/>
              </a:rPr>
              <a:t>.</a:t>
            </a:r>
            <a:r>
              <a:rPr lang="da-DK" sz="1800" dirty="0" err="1">
                <a:solidFill>
                  <a:srgbClr val="66C3CC"/>
                </a:solidFill>
                <a:effectLst/>
                <a:latin typeface="JetBrains Mono"/>
              </a:rPr>
              <a:t>strategy</a:t>
            </a:r>
            <a:r>
              <a:rPr lang="da-DK" sz="1800" dirty="0">
                <a:solidFill>
                  <a:srgbClr val="66C3CC"/>
                </a:solidFill>
                <a:effectLst/>
                <a:latin typeface="JetBrains Mono"/>
              </a:rPr>
              <a:t> </a:t>
            </a:r>
            <a:r>
              <a:rPr lang="da-DK" sz="1800" dirty="0">
                <a:solidFill>
                  <a:srgbClr val="BDBDBD"/>
                </a:solidFill>
                <a:effectLst/>
                <a:latin typeface="JetBrains Mono"/>
              </a:rPr>
              <a:t>= </a:t>
            </a:r>
            <a:r>
              <a:rPr lang="da-DK" sz="1800" dirty="0" err="1">
                <a:solidFill>
                  <a:srgbClr val="BDBDBD"/>
                </a:solidFill>
                <a:effectLst/>
                <a:latin typeface="JetBrains Mono"/>
              </a:rPr>
              <a:t>strategy</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double </a:t>
            </a:r>
            <a:r>
              <a:rPr lang="da-DK" sz="1800" dirty="0" err="1">
                <a:solidFill>
                  <a:srgbClr val="39CC9B"/>
                </a:solidFill>
                <a:effectLst/>
                <a:latin typeface="JetBrains Mono"/>
              </a:rPr>
              <a:t>calculate</a:t>
            </a:r>
            <a:r>
              <a:rPr lang="da-DK" sz="1800" dirty="0">
                <a:solidFill>
                  <a:srgbClr val="BDBDBD"/>
                </a:solidFill>
                <a:effectLst/>
                <a:latin typeface="JetBrains Mono"/>
              </a:rPr>
              <a:t>(</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BDBDBD"/>
                </a:solidFill>
                <a:effectLst/>
                <a:latin typeface="JetBrains Mono"/>
              </a:rPr>
              <a:t>shippingType</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weightKg</a:t>
            </a: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err="1">
                <a:solidFill>
                  <a:srgbClr val="BDBDBD"/>
                </a:solidFill>
                <a:effectLst/>
                <a:latin typeface="JetBrains Mono"/>
              </a:rPr>
              <a:t>distanceKm</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err="1">
                <a:solidFill>
                  <a:srgbClr val="66C3CC"/>
                </a:solidFill>
                <a:effectLst/>
                <a:latin typeface="JetBrains Mono"/>
              </a:rPr>
              <a:t>strategy</a:t>
            </a:r>
            <a:r>
              <a:rPr lang="da-DK" sz="1800" dirty="0" err="1">
                <a:solidFill>
                  <a:srgbClr val="BDBDBD"/>
                </a:solidFill>
                <a:effectLst/>
                <a:latin typeface="JetBrains Mono"/>
              </a:rPr>
              <a:t>.</a:t>
            </a:r>
            <a:r>
              <a:rPr lang="da-DK" sz="1800" dirty="0" err="1">
                <a:solidFill>
                  <a:srgbClr val="39CC9B"/>
                </a:solidFill>
                <a:effectLst/>
                <a:latin typeface="JetBrains Mono"/>
              </a:rPr>
              <a:t>calculate</a:t>
            </a:r>
            <a:r>
              <a:rPr lang="da-DK" sz="1800" dirty="0">
                <a:solidFill>
                  <a:srgbClr val="BDBDBD"/>
                </a:solidFill>
                <a:effectLst/>
                <a:latin typeface="JetBrains Mono"/>
              </a:rPr>
              <a:t>(</a:t>
            </a:r>
            <a:r>
              <a:rPr lang="da-DK" sz="1800" dirty="0" err="1">
                <a:solidFill>
                  <a:srgbClr val="BDBDBD"/>
                </a:solidFill>
                <a:effectLst/>
                <a:latin typeface="JetBrains Mono"/>
              </a:rPr>
              <a:t>weightKg</a:t>
            </a:r>
            <a:r>
              <a:rPr lang="da-DK" sz="1800" dirty="0">
                <a:solidFill>
                  <a:srgbClr val="BDBDBD"/>
                </a:solidFill>
                <a:effectLst/>
                <a:latin typeface="JetBrains Mono"/>
              </a:rPr>
              <a:t>, </a:t>
            </a:r>
            <a:r>
              <a:rPr lang="da-DK" sz="1800" dirty="0" err="1">
                <a:solidFill>
                  <a:srgbClr val="BDBDBD"/>
                </a:solidFill>
                <a:effectLst/>
                <a:latin typeface="JetBrains Mono"/>
              </a:rPr>
              <a:t>distanceKm</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sp>
        <p:nvSpPr>
          <p:cNvPr id="3" name="TextBox 2">
            <a:extLst>
              <a:ext uri="{FF2B5EF4-FFF2-40B4-BE49-F238E27FC236}">
                <a16:creationId xmlns:a16="http://schemas.microsoft.com/office/drawing/2014/main" id="{22160489-1ED2-50E8-22B1-F7E7F6A3F998}"/>
              </a:ext>
            </a:extLst>
          </p:cNvPr>
          <p:cNvSpPr txBox="1"/>
          <p:nvPr/>
        </p:nvSpPr>
        <p:spPr>
          <a:xfrm>
            <a:off x="0" y="406379"/>
            <a:ext cx="9722954" cy="6124754"/>
          </a:xfrm>
          <a:prstGeom prst="rect">
            <a:avLst/>
          </a:prstGeom>
          <a:noFill/>
        </p:spPr>
        <p:txBody>
          <a:bodyPr wrap="square">
            <a:spAutoFit/>
          </a:bodyPr>
          <a:lstStyle/>
          <a:p>
            <a:pPr>
              <a:buNone/>
            </a:pPr>
            <a:r>
              <a:rPr lang="da-DK" sz="1400" dirty="0">
                <a:solidFill>
                  <a:srgbClr val="6C95EB"/>
                </a:solidFill>
                <a:effectLst/>
                <a:latin typeface="JetBrains Mono"/>
              </a:rPr>
              <a:t>public interface </a:t>
            </a:r>
            <a:r>
              <a:rPr lang="da-DK" sz="1400" dirty="0" err="1">
                <a:solidFill>
                  <a:srgbClr val="C191FF"/>
                </a:solidFill>
                <a:effectLst/>
                <a:latin typeface="JetBrains Mono"/>
              </a:rPr>
              <a:t>ShippingStrategy</a:t>
            </a:r>
            <a:br>
              <a:rPr lang="da-DK" sz="1400" dirty="0">
                <a:solidFill>
                  <a:srgbClr val="C191FF"/>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double </a:t>
            </a:r>
            <a:r>
              <a:rPr lang="da-DK" sz="1400" dirty="0" err="1">
                <a:solidFill>
                  <a:srgbClr val="39CC9B"/>
                </a:solidFill>
                <a:effectLst/>
                <a:latin typeface="JetBrains Mono"/>
              </a:rPr>
              <a:t>calculate</a:t>
            </a:r>
            <a:r>
              <a:rPr lang="da-DK" sz="1400" dirty="0">
                <a:solidFill>
                  <a:srgbClr val="BDBDBD"/>
                </a:solidFill>
                <a:effectLst/>
                <a:latin typeface="JetBrains Mono"/>
              </a:rPr>
              <a:t>(</a:t>
            </a:r>
            <a:r>
              <a:rPr lang="da-DK" sz="1400" dirty="0">
                <a:solidFill>
                  <a:srgbClr val="6C95EB"/>
                </a:solidFill>
                <a:effectLst/>
                <a:latin typeface="JetBrains Mono"/>
              </a:rPr>
              <a:t>double </a:t>
            </a:r>
            <a:r>
              <a:rPr lang="da-DK" sz="1400" dirty="0" err="1">
                <a:solidFill>
                  <a:srgbClr val="BDBDBD"/>
                </a:solidFill>
                <a:effectLst/>
                <a:latin typeface="JetBrains Mono"/>
              </a:rPr>
              <a:t>weightKg</a:t>
            </a:r>
            <a:r>
              <a:rPr lang="da-DK" sz="1400" dirty="0">
                <a:solidFill>
                  <a:srgbClr val="BDBDBD"/>
                </a:solidFill>
                <a:effectLst/>
                <a:latin typeface="JetBrains Mono"/>
              </a:rPr>
              <a:t>, </a:t>
            </a:r>
            <a:r>
              <a:rPr lang="da-DK" sz="1400" dirty="0">
                <a:solidFill>
                  <a:srgbClr val="6C95EB"/>
                </a:solidFill>
                <a:effectLst/>
                <a:latin typeface="JetBrains Mono"/>
              </a:rPr>
              <a:t>double </a:t>
            </a:r>
            <a:r>
              <a:rPr lang="da-DK" sz="1400" dirty="0" err="1">
                <a:solidFill>
                  <a:srgbClr val="BDBDBD"/>
                </a:solidFill>
                <a:effectLst/>
                <a:latin typeface="JetBrains Mono"/>
              </a:rPr>
              <a:t>distanceKm</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br>
              <a:rPr lang="da-DK" sz="1400" dirty="0">
                <a:solidFill>
                  <a:srgbClr val="BDBDBD"/>
                </a:solidFill>
                <a:effectLst/>
                <a:latin typeface="JetBrains Mono"/>
              </a:rPr>
            </a:br>
            <a:r>
              <a:rPr lang="da-DK" sz="1400" dirty="0">
                <a:solidFill>
                  <a:srgbClr val="6C95EB"/>
                </a:solidFill>
                <a:effectLst/>
                <a:latin typeface="JetBrains Mono"/>
              </a:rPr>
              <a:t>class </a:t>
            </a:r>
            <a:r>
              <a:rPr lang="da-DK" sz="1400" dirty="0" err="1">
                <a:solidFill>
                  <a:srgbClr val="C191FF"/>
                </a:solidFill>
                <a:effectLst/>
                <a:latin typeface="JetBrains Mono"/>
              </a:rPr>
              <a:t>StandardShippingStrategy</a:t>
            </a:r>
            <a:r>
              <a:rPr lang="da-DK" sz="1400" dirty="0">
                <a:solidFill>
                  <a:srgbClr val="C191FF"/>
                </a:solidFill>
                <a:effectLst/>
                <a:latin typeface="JetBrains Mono"/>
              </a:rPr>
              <a:t> </a:t>
            </a:r>
            <a:r>
              <a:rPr lang="da-DK" sz="1400" dirty="0" err="1">
                <a:solidFill>
                  <a:srgbClr val="6C95EB"/>
                </a:solidFill>
                <a:effectLst/>
                <a:latin typeface="JetBrains Mono"/>
              </a:rPr>
              <a:t>implements</a:t>
            </a:r>
            <a:r>
              <a:rPr lang="da-DK" sz="1400" dirty="0">
                <a:solidFill>
                  <a:srgbClr val="6C95EB"/>
                </a:solidFill>
                <a:effectLst/>
                <a:latin typeface="JetBrains Mono"/>
              </a:rPr>
              <a:t> </a:t>
            </a:r>
            <a:r>
              <a:rPr lang="da-DK" sz="1400" dirty="0" err="1">
                <a:solidFill>
                  <a:srgbClr val="C191FF"/>
                </a:solidFill>
                <a:effectLst/>
                <a:latin typeface="JetBrains Mono"/>
              </a:rPr>
              <a:t>ShippingStrategy</a:t>
            </a:r>
            <a:br>
              <a:rPr lang="da-DK" sz="1400" dirty="0">
                <a:solidFill>
                  <a:srgbClr val="C191FF"/>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public double </a:t>
            </a:r>
            <a:r>
              <a:rPr lang="da-DK" sz="1400" dirty="0" err="1">
                <a:solidFill>
                  <a:srgbClr val="39CC9B"/>
                </a:solidFill>
                <a:effectLst/>
                <a:latin typeface="JetBrains Mono"/>
              </a:rPr>
              <a:t>calculate</a:t>
            </a:r>
            <a:r>
              <a:rPr lang="da-DK" sz="1400" dirty="0">
                <a:solidFill>
                  <a:srgbClr val="BDBDBD"/>
                </a:solidFill>
                <a:effectLst/>
                <a:latin typeface="JetBrains Mono"/>
              </a:rPr>
              <a:t>(</a:t>
            </a:r>
            <a:r>
              <a:rPr lang="da-DK" sz="1400" dirty="0">
                <a:solidFill>
                  <a:srgbClr val="6C95EB"/>
                </a:solidFill>
                <a:effectLst/>
                <a:latin typeface="JetBrains Mono"/>
              </a:rPr>
              <a:t>double </a:t>
            </a:r>
            <a:r>
              <a:rPr lang="da-DK" sz="1400" dirty="0" err="1">
                <a:solidFill>
                  <a:srgbClr val="BDBDBD"/>
                </a:solidFill>
                <a:effectLst/>
                <a:latin typeface="JetBrains Mono"/>
              </a:rPr>
              <a:t>weightKg</a:t>
            </a:r>
            <a:r>
              <a:rPr lang="da-DK" sz="1400" dirty="0">
                <a:solidFill>
                  <a:srgbClr val="BDBDBD"/>
                </a:solidFill>
                <a:effectLst/>
                <a:latin typeface="JetBrains Mono"/>
              </a:rPr>
              <a:t>, </a:t>
            </a:r>
            <a:r>
              <a:rPr lang="da-DK" sz="1400" dirty="0">
                <a:solidFill>
                  <a:srgbClr val="6C95EB"/>
                </a:solidFill>
                <a:effectLst/>
                <a:latin typeface="JetBrains Mono"/>
              </a:rPr>
              <a:t>double </a:t>
            </a:r>
            <a:r>
              <a:rPr lang="da-DK" sz="1400" dirty="0" err="1">
                <a:solidFill>
                  <a:srgbClr val="BDBDBD"/>
                </a:solidFill>
                <a:effectLst/>
                <a:latin typeface="JetBrains Mono"/>
              </a:rPr>
              <a:t>distanceKm</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return </a:t>
            </a:r>
            <a:r>
              <a:rPr lang="da-DK" sz="1400" dirty="0">
                <a:solidFill>
                  <a:srgbClr val="ED94C0"/>
                </a:solidFill>
                <a:effectLst/>
                <a:latin typeface="JetBrains Mono"/>
              </a:rPr>
              <a:t>5.0 </a:t>
            </a:r>
            <a:r>
              <a:rPr lang="da-DK" sz="1400" dirty="0">
                <a:solidFill>
                  <a:srgbClr val="BDBDBD"/>
                </a:solidFill>
                <a:effectLst/>
                <a:latin typeface="JetBrains Mono"/>
              </a:rPr>
              <a:t>+ (</a:t>
            </a:r>
            <a:r>
              <a:rPr lang="da-DK" sz="1400" dirty="0" err="1">
                <a:solidFill>
                  <a:srgbClr val="BDBDBD"/>
                </a:solidFill>
                <a:effectLst/>
                <a:latin typeface="JetBrains Mono"/>
              </a:rPr>
              <a:t>weightKg</a:t>
            </a:r>
            <a:r>
              <a:rPr lang="da-DK" sz="1400" dirty="0">
                <a:solidFill>
                  <a:srgbClr val="BDBDBD"/>
                </a:solidFill>
                <a:effectLst/>
                <a:latin typeface="JetBrains Mono"/>
              </a:rPr>
              <a:t> * </a:t>
            </a:r>
            <a:r>
              <a:rPr lang="da-DK" sz="1400" dirty="0">
                <a:solidFill>
                  <a:srgbClr val="ED94C0"/>
                </a:solidFill>
                <a:effectLst/>
                <a:latin typeface="JetBrains Mono"/>
              </a:rPr>
              <a:t>0.8</a:t>
            </a:r>
            <a:r>
              <a:rPr lang="da-DK" sz="1400" dirty="0">
                <a:solidFill>
                  <a:srgbClr val="BDBDBD"/>
                </a:solidFill>
                <a:effectLst/>
                <a:latin typeface="JetBrains Mono"/>
              </a:rPr>
              <a:t>) + (</a:t>
            </a:r>
            <a:r>
              <a:rPr lang="da-DK" sz="1400" dirty="0" err="1">
                <a:solidFill>
                  <a:srgbClr val="BDBDBD"/>
                </a:solidFill>
                <a:effectLst/>
                <a:latin typeface="JetBrains Mono"/>
              </a:rPr>
              <a:t>distanceKm</a:t>
            </a:r>
            <a:r>
              <a:rPr lang="da-DK" sz="1400" dirty="0">
                <a:solidFill>
                  <a:srgbClr val="BDBDBD"/>
                </a:solidFill>
                <a:effectLst/>
                <a:latin typeface="JetBrains Mono"/>
              </a:rPr>
              <a:t> * </a:t>
            </a:r>
            <a:r>
              <a:rPr lang="da-DK" sz="1400" dirty="0">
                <a:solidFill>
                  <a:srgbClr val="ED94C0"/>
                </a:solidFill>
                <a:effectLst/>
                <a:latin typeface="JetBrains Mono"/>
              </a:rPr>
              <a:t>0.02</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br>
              <a:rPr lang="da-DK" sz="1400" dirty="0">
                <a:solidFill>
                  <a:srgbClr val="BDBDBD"/>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br>
              <a:rPr lang="da-DK" sz="1400" dirty="0">
                <a:solidFill>
                  <a:srgbClr val="BDBDBD"/>
                </a:solidFill>
                <a:effectLst/>
                <a:latin typeface="JetBrains Mono"/>
              </a:rPr>
            </a:br>
            <a:r>
              <a:rPr lang="da-DK" sz="1400" dirty="0">
                <a:solidFill>
                  <a:srgbClr val="6C95EB"/>
                </a:solidFill>
                <a:effectLst/>
                <a:latin typeface="JetBrains Mono"/>
              </a:rPr>
              <a:t>class </a:t>
            </a:r>
            <a:r>
              <a:rPr lang="da-DK" sz="1400" dirty="0" err="1">
                <a:solidFill>
                  <a:srgbClr val="C191FF"/>
                </a:solidFill>
                <a:effectLst/>
                <a:latin typeface="JetBrains Mono"/>
              </a:rPr>
              <a:t>ExpressShippingStrategy</a:t>
            </a:r>
            <a:r>
              <a:rPr lang="da-DK" sz="1400" dirty="0">
                <a:solidFill>
                  <a:srgbClr val="C191FF"/>
                </a:solidFill>
                <a:effectLst/>
                <a:latin typeface="JetBrains Mono"/>
              </a:rPr>
              <a:t> </a:t>
            </a:r>
            <a:r>
              <a:rPr lang="da-DK" sz="1400" dirty="0" err="1">
                <a:solidFill>
                  <a:srgbClr val="6C95EB"/>
                </a:solidFill>
                <a:effectLst/>
                <a:latin typeface="JetBrains Mono"/>
              </a:rPr>
              <a:t>implements</a:t>
            </a:r>
            <a:r>
              <a:rPr lang="da-DK" sz="1400" dirty="0">
                <a:solidFill>
                  <a:srgbClr val="6C95EB"/>
                </a:solidFill>
                <a:effectLst/>
                <a:latin typeface="JetBrains Mono"/>
              </a:rPr>
              <a:t> </a:t>
            </a:r>
            <a:r>
              <a:rPr lang="da-DK" sz="1400" dirty="0" err="1">
                <a:solidFill>
                  <a:srgbClr val="C191FF"/>
                </a:solidFill>
                <a:effectLst/>
                <a:latin typeface="JetBrains Mono"/>
              </a:rPr>
              <a:t>ShippingStrategy</a:t>
            </a:r>
            <a:br>
              <a:rPr lang="da-DK" sz="1400" dirty="0">
                <a:solidFill>
                  <a:srgbClr val="C191FF"/>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public double </a:t>
            </a:r>
            <a:r>
              <a:rPr lang="da-DK" sz="1400" dirty="0" err="1">
                <a:solidFill>
                  <a:srgbClr val="39CC9B"/>
                </a:solidFill>
                <a:effectLst/>
                <a:latin typeface="JetBrains Mono"/>
              </a:rPr>
              <a:t>calculate</a:t>
            </a:r>
            <a:r>
              <a:rPr lang="da-DK" sz="1400" dirty="0">
                <a:solidFill>
                  <a:srgbClr val="BDBDBD"/>
                </a:solidFill>
                <a:effectLst/>
                <a:latin typeface="JetBrains Mono"/>
              </a:rPr>
              <a:t>(</a:t>
            </a:r>
            <a:r>
              <a:rPr lang="da-DK" sz="1400" dirty="0">
                <a:solidFill>
                  <a:srgbClr val="6C95EB"/>
                </a:solidFill>
                <a:effectLst/>
                <a:latin typeface="JetBrains Mono"/>
              </a:rPr>
              <a:t>double </a:t>
            </a:r>
            <a:r>
              <a:rPr lang="da-DK" sz="1400" dirty="0" err="1">
                <a:solidFill>
                  <a:srgbClr val="BDBDBD"/>
                </a:solidFill>
                <a:effectLst/>
                <a:latin typeface="JetBrains Mono"/>
              </a:rPr>
              <a:t>weightKg</a:t>
            </a:r>
            <a:r>
              <a:rPr lang="da-DK" sz="1400" dirty="0">
                <a:solidFill>
                  <a:srgbClr val="BDBDBD"/>
                </a:solidFill>
                <a:effectLst/>
                <a:latin typeface="JetBrains Mono"/>
              </a:rPr>
              <a:t>, </a:t>
            </a:r>
            <a:r>
              <a:rPr lang="da-DK" sz="1400" dirty="0">
                <a:solidFill>
                  <a:srgbClr val="6C95EB"/>
                </a:solidFill>
                <a:effectLst/>
                <a:latin typeface="JetBrains Mono"/>
              </a:rPr>
              <a:t>double </a:t>
            </a:r>
            <a:r>
              <a:rPr lang="da-DK" sz="1400" dirty="0" err="1">
                <a:solidFill>
                  <a:srgbClr val="BDBDBD"/>
                </a:solidFill>
                <a:effectLst/>
                <a:latin typeface="JetBrains Mono"/>
              </a:rPr>
              <a:t>distanceKm</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return </a:t>
            </a:r>
            <a:r>
              <a:rPr lang="da-DK" sz="1400" dirty="0">
                <a:solidFill>
                  <a:srgbClr val="ED94C0"/>
                </a:solidFill>
                <a:effectLst/>
                <a:latin typeface="JetBrains Mono"/>
              </a:rPr>
              <a:t>12.0 </a:t>
            </a:r>
            <a:r>
              <a:rPr lang="da-DK" sz="1400" dirty="0">
                <a:solidFill>
                  <a:srgbClr val="BDBDBD"/>
                </a:solidFill>
                <a:effectLst/>
                <a:latin typeface="JetBrains Mono"/>
              </a:rPr>
              <a:t>+ (</a:t>
            </a:r>
            <a:r>
              <a:rPr lang="da-DK" sz="1400" dirty="0" err="1">
                <a:solidFill>
                  <a:srgbClr val="BDBDBD"/>
                </a:solidFill>
                <a:effectLst/>
                <a:latin typeface="JetBrains Mono"/>
              </a:rPr>
              <a:t>weightKg</a:t>
            </a:r>
            <a:r>
              <a:rPr lang="da-DK" sz="1400" dirty="0">
                <a:solidFill>
                  <a:srgbClr val="BDBDBD"/>
                </a:solidFill>
                <a:effectLst/>
                <a:latin typeface="JetBrains Mono"/>
              </a:rPr>
              <a:t> * </a:t>
            </a:r>
            <a:r>
              <a:rPr lang="da-DK" sz="1400" dirty="0">
                <a:solidFill>
                  <a:srgbClr val="ED94C0"/>
                </a:solidFill>
                <a:effectLst/>
                <a:latin typeface="JetBrains Mono"/>
              </a:rPr>
              <a:t>1.2</a:t>
            </a:r>
            <a:r>
              <a:rPr lang="da-DK" sz="1400" dirty="0">
                <a:solidFill>
                  <a:srgbClr val="BDBDBD"/>
                </a:solidFill>
                <a:effectLst/>
                <a:latin typeface="JetBrains Mono"/>
              </a:rPr>
              <a:t>) + (</a:t>
            </a:r>
            <a:r>
              <a:rPr lang="da-DK" sz="1400" dirty="0" err="1">
                <a:solidFill>
                  <a:srgbClr val="BDBDBD"/>
                </a:solidFill>
                <a:effectLst/>
                <a:latin typeface="JetBrains Mono"/>
              </a:rPr>
              <a:t>distanceKm</a:t>
            </a:r>
            <a:r>
              <a:rPr lang="da-DK" sz="1400" dirty="0">
                <a:solidFill>
                  <a:srgbClr val="BDBDBD"/>
                </a:solidFill>
                <a:effectLst/>
                <a:latin typeface="JetBrains Mono"/>
              </a:rPr>
              <a:t> * </a:t>
            </a:r>
            <a:r>
              <a:rPr lang="da-DK" sz="1400" dirty="0">
                <a:solidFill>
                  <a:srgbClr val="ED94C0"/>
                </a:solidFill>
                <a:effectLst/>
                <a:latin typeface="JetBrains Mono"/>
              </a:rPr>
              <a:t>0.05</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br>
              <a:rPr lang="da-DK" sz="1400" dirty="0">
                <a:solidFill>
                  <a:srgbClr val="BDBDBD"/>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br>
              <a:rPr lang="da-DK" sz="1400" dirty="0">
                <a:solidFill>
                  <a:srgbClr val="BDBDBD"/>
                </a:solidFill>
                <a:effectLst/>
                <a:latin typeface="JetBrains Mono"/>
              </a:rPr>
            </a:br>
            <a:r>
              <a:rPr lang="da-DK" sz="1400" dirty="0">
                <a:solidFill>
                  <a:srgbClr val="6C95EB"/>
                </a:solidFill>
                <a:effectLst/>
                <a:latin typeface="JetBrains Mono"/>
              </a:rPr>
              <a:t>class </a:t>
            </a:r>
            <a:r>
              <a:rPr lang="da-DK" sz="1400" dirty="0" err="1">
                <a:solidFill>
                  <a:srgbClr val="C191FF"/>
                </a:solidFill>
                <a:effectLst/>
                <a:latin typeface="JetBrains Mono"/>
              </a:rPr>
              <a:t>PickupShippingStrategy</a:t>
            </a:r>
            <a:r>
              <a:rPr lang="da-DK" sz="1400" dirty="0">
                <a:solidFill>
                  <a:srgbClr val="C191FF"/>
                </a:solidFill>
                <a:effectLst/>
                <a:latin typeface="JetBrains Mono"/>
              </a:rPr>
              <a:t> </a:t>
            </a:r>
            <a:r>
              <a:rPr lang="da-DK" sz="1400" dirty="0" err="1">
                <a:solidFill>
                  <a:srgbClr val="6C95EB"/>
                </a:solidFill>
                <a:effectLst/>
                <a:latin typeface="JetBrains Mono"/>
              </a:rPr>
              <a:t>implements</a:t>
            </a:r>
            <a:r>
              <a:rPr lang="da-DK" sz="1400" dirty="0">
                <a:solidFill>
                  <a:srgbClr val="6C95EB"/>
                </a:solidFill>
                <a:effectLst/>
                <a:latin typeface="JetBrains Mono"/>
              </a:rPr>
              <a:t> </a:t>
            </a:r>
            <a:r>
              <a:rPr lang="da-DK" sz="1400" dirty="0" err="1">
                <a:solidFill>
                  <a:srgbClr val="C191FF"/>
                </a:solidFill>
                <a:effectLst/>
                <a:latin typeface="JetBrains Mono"/>
              </a:rPr>
              <a:t>ShippingStrategy</a:t>
            </a:r>
            <a:br>
              <a:rPr lang="da-DK" sz="1400" dirty="0">
                <a:solidFill>
                  <a:srgbClr val="C191FF"/>
                </a:solidFill>
                <a:effectLst/>
                <a:latin typeface="JetBrains Mono"/>
              </a:rPr>
            </a:b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public double </a:t>
            </a:r>
            <a:r>
              <a:rPr lang="da-DK" sz="1400" dirty="0" err="1">
                <a:solidFill>
                  <a:srgbClr val="39CC9B"/>
                </a:solidFill>
                <a:effectLst/>
                <a:latin typeface="JetBrains Mono"/>
              </a:rPr>
              <a:t>calculate</a:t>
            </a:r>
            <a:r>
              <a:rPr lang="da-DK" sz="1400" dirty="0">
                <a:solidFill>
                  <a:srgbClr val="BDBDBD"/>
                </a:solidFill>
                <a:effectLst/>
                <a:latin typeface="JetBrains Mono"/>
              </a:rPr>
              <a:t>(</a:t>
            </a:r>
            <a:r>
              <a:rPr lang="da-DK" sz="1400" dirty="0">
                <a:solidFill>
                  <a:srgbClr val="6C95EB"/>
                </a:solidFill>
                <a:effectLst/>
                <a:latin typeface="JetBrains Mono"/>
              </a:rPr>
              <a:t>double </a:t>
            </a:r>
            <a:r>
              <a:rPr lang="da-DK" sz="1400" dirty="0" err="1">
                <a:solidFill>
                  <a:srgbClr val="BDBDBD"/>
                </a:solidFill>
                <a:effectLst/>
                <a:latin typeface="JetBrains Mono"/>
              </a:rPr>
              <a:t>weightKg</a:t>
            </a:r>
            <a:r>
              <a:rPr lang="da-DK" sz="1400" dirty="0">
                <a:solidFill>
                  <a:srgbClr val="BDBDBD"/>
                </a:solidFill>
                <a:effectLst/>
                <a:latin typeface="JetBrains Mono"/>
              </a:rPr>
              <a:t>, </a:t>
            </a:r>
            <a:r>
              <a:rPr lang="da-DK" sz="1400" dirty="0">
                <a:solidFill>
                  <a:srgbClr val="6C95EB"/>
                </a:solidFill>
                <a:effectLst/>
                <a:latin typeface="JetBrains Mono"/>
              </a:rPr>
              <a:t>double </a:t>
            </a:r>
            <a:r>
              <a:rPr lang="da-DK" sz="1400" dirty="0" err="1">
                <a:solidFill>
                  <a:srgbClr val="BDBDBD"/>
                </a:solidFill>
                <a:effectLst/>
                <a:latin typeface="JetBrains Mono"/>
              </a:rPr>
              <a:t>distanceKm</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br>
              <a:rPr lang="da-DK" sz="1400" dirty="0">
                <a:solidFill>
                  <a:srgbClr val="BDBDBD"/>
                </a:solidFill>
                <a:effectLst/>
                <a:latin typeface="JetBrains Mono"/>
              </a:rPr>
            </a:br>
            <a:r>
              <a:rPr lang="da-DK" sz="1400" dirty="0">
                <a:solidFill>
                  <a:srgbClr val="BDBDBD"/>
                </a:solidFill>
                <a:effectLst/>
                <a:latin typeface="JetBrains Mono"/>
              </a:rPr>
              <a:t>        </a:t>
            </a:r>
            <a:r>
              <a:rPr lang="da-DK" sz="1400" dirty="0">
                <a:solidFill>
                  <a:srgbClr val="6C95EB"/>
                </a:solidFill>
                <a:effectLst/>
                <a:latin typeface="JetBrains Mono"/>
              </a:rPr>
              <a:t>return </a:t>
            </a:r>
            <a:r>
              <a:rPr lang="da-DK" sz="1400" dirty="0">
                <a:solidFill>
                  <a:srgbClr val="ED94C0"/>
                </a:solidFill>
                <a:effectLst/>
                <a:latin typeface="JetBrains Mono"/>
              </a:rPr>
              <a:t>0.0</a:t>
            </a:r>
            <a:r>
              <a:rPr lang="da-DK" sz="1400" dirty="0">
                <a:solidFill>
                  <a:srgbClr val="BDBDBD"/>
                </a:solidFill>
                <a:effectLst/>
                <a:latin typeface="JetBrains Mono"/>
              </a:rPr>
              <a:t>;</a:t>
            </a:r>
            <a:br>
              <a:rPr lang="da-DK" sz="1400" dirty="0">
                <a:solidFill>
                  <a:srgbClr val="BDBDBD"/>
                </a:solidFill>
                <a:effectLst/>
                <a:latin typeface="JetBrains Mono"/>
              </a:rPr>
            </a:br>
            <a:r>
              <a:rPr lang="da-DK" sz="1400" dirty="0">
                <a:solidFill>
                  <a:srgbClr val="BDBDBD"/>
                </a:solidFill>
                <a:effectLst/>
                <a:latin typeface="JetBrains Mono"/>
              </a:rPr>
              <a:t>    }</a:t>
            </a:r>
            <a:br>
              <a:rPr lang="da-DK" sz="1400" dirty="0">
                <a:solidFill>
                  <a:srgbClr val="BDBDBD"/>
                </a:solidFill>
                <a:effectLst/>
                <a:latin typeface="JetBrains Mono"/>
              </a:rPr>
            </a:br>
            <a:r>
              <a:rPr lang="da-DK" sz="1400" dirty="0">
                <a:solidFill>
                  <a:srgbClr val="BDBDBD"/>
                </a:solidFill>
                <a:effectLst/>
                <a:latin typeface="JetBrains Mono"/>
              </a:rPr>
              <a:t>}</a:t>
            </a:r>
            <a:endParaRPr lang="da-DK" sz="1400" dirty="0">
              <a:solidFill>
                <a:srgbClr val="D0D0D0"/>
              </a:solidFill>
              <a:effectLst/>
              <a:latin typeface="JetBrains Mono"/>
            </a:endParaRPr>
          </a:p>
        </p:txBody>
      </p:sp>
    </p:spTree>
    <p:extLst>
      <p:ext uri="{BB962C8B-B14F-4D97-AF65-F5344CB8AC3E}">
        <p14:creationId xmlns:p14="http://schemas.microsoft.com/office/powerpoint/2010/main" val="216904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C4EEAC-282A-BD19-3716-0AA83B8B791D}"/>
              </a:ext>
            </a:extLst>
          </p:cNvPr>
          <p:cNvSpPr>
            <a:spLocks noGrp="1"/>
          </p:cNvSpPr>
          <p:nvPr>
            <p:ph type="ctrTitle"/>
          </p:nvPr>
        </p:nvSpPr>
        <p:spPr/>
        <p:txBody>
          <a:bodyPr/>
          <a:lstStyle/>
          <a:p>
            <a:r>
              <a:rPr lang="da-DK" dirty="0"/>
              <a:t>SOLID?</a:t>
            </a:r>
          </a:p>
        </p:txBody>
      </p:sp>
      <p:sp>
        <p:nvSpPr>
          <p:cNvPr id="5" name="Subtitle 4">
            <a:extLst>
              <a:ext uri="{FF2B5EF4-FFF2-40B4-BE49-F238E27FC236}">
                <a16:creationId xmlns:a16="http://schemas.microsoft.com/office/drawing/2014/main" id="{3860AB05-88CF-A4F7-000C-74632949DB50}"/>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3228133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ADCB2-B5E1-BBBE-73CA-CB5EDAC1AF16}"/>
              </a:ext>
            </a:extLst>
          </p:cNvPr>
          <p:cNvSpPr>
            <a:spLocks noGrp="1"/>
          </p:cNvSpPr>
          <p:nvPr>
            <p:ph idx="1"/>
          </p:nvPr>
        </p:nvSpPr>
        <p:spPr>
          <a:xfrm>
            <a:off x="189345" y="223200"/>
            <a:ext cx="11813310" cy="6494399"/>
          </a:xfrm>
        </p:spPr>
        <p:txBody>
          <a:bodyPr>
            <a:normAutofit fontScale="55000" lnSpcReduction="20000"/>
          </a:bodyPr>
          <a:lstStyle/>
          <a:p>
            <a:pPr>
              <a:buNone/>
            </a:pPr>
            <a:r>
              <a:rPr lang="en-US" b="1" dirty="0"/>
              <a:t>1. Single Responsibility Principle (SRP)</a:t>
            </a:r>
          </a:p>
          <a:p>
            <a:pPr>
              <a:buNone/>
            </a:pPr>
            <a:r>
              <a:rPr lang="en-US" dirty="0"/>
              <a:t>The Strategy pattern prevents "God Classes" that contain massive </a:t>
            </a:r>
            <a:r>
              <a:rPr lang="en-US" dirty="0">
                <a:latin typeface="Courier New" panose="02070309020205020404" pitchFamily="49" charset="0"/>
              </a:rPr>
              <a:t>if-else</a:t>
            </a:r>
            <a:r>
              <a:rPr lang="en-US" dirty="0"/>
              <a:t> or </a:t>
            </a:r>
            <a:r>
              <a:rPr lang="en-US" dirty="0">
                <a:latin typeface="Courier New" panose="02070309020205020404" pitchFamily="49" charset="0"/>
              </a:rPr>
              <a:t>switch</a:t>
            </a:r>
            <a:r>
              <a:rPr lang="en-US" dirty="0"/>
              <a:t> blocks for different behaviors.</a:t>
            </a:r>
          </a:p>
          <a:p>
            <a:pPr>
              <a:buFont typeface="Arial" panose="020B0604020202020204" pitchFamily="34" charset="0"/>
              <a:buChar char="•"/>
            </a:pPr>
            <a:r>
              <a:rPr lang="en-US" b="1" dirty="0"/>
              <a:t>The Problem:</a:t>
            </a:r>
            <a:r>
              <a:rPr lang="en-US" dirty="0"/>
              <a:t> A </a:t>
            </a:r>
            <a:r>
              <a:rPr lang="en-US" dirty="0">
                <a:latin typeface="Courier New" panose="02070309020205020404" pitchFamily="49" charset="0"/>
              </a:rPr>
              <a:t>Navigation</a:t>
            </a:r>
            <a:r>
              <a:rPr lang="en-US" dirty="0"/>
              <a:t> class trying to calculate routes for walking, driving, and cycling all in one file.</a:t>
            </a:r>
          </a:p>
          <a:p>
            <a:pPr>
              <a:buFont typeface="Arial" panose="020B0604020202020204" pitchFamily="34" charset="0"/>
              <a:buChar char="•"/>
            </a:pPr>
            <a:r>
              <a:rPr lang="en-US" b="1" dirty="0"/>
              <a:t>The Strategy Solution:</a:t>
            </a:r>
            <a:r>
              <a:rPr lang="en-US" dirty="0"/>
              <a:t> Each routing logic is moved into its own class (e.g., </a:t>
            </a:r>
            <a:r>
              <a:rPr lang="en-US" dirty="0" err="1">
                <a:latin typeface="Courier New" panose="02070309020205020404" pitchFamily="49" charset="0"/>
              </a:rPr>
              <a:t>WalkingStrategy</a:t>
            </a:r>
            <a:r>
              <a:rPr lang="en-US" dirty="0"/>
              <a:t>, </a:t>
            </a:r>
            <a:r>
              <a:rPr lang="en-US" dirty="0" err="1">
                <a:latin typeface="Courier New" panose="02070309020205020404" pitchFamily="49" charset="0"/>
              </a:rPr>
              <a:t>DrivingStrategy</a:t>
            </a:r>
            <a:r>
              <a:rPr lang="en-US" dirty="0"/>
              <a:t>). The </a:t>
            </a:r>
            <a:r>
              <a:rPr lang="en-US" dirty="0">
                <a:latin typeface="Courier New" panose="02070309020205020404" pitchFamily="49" charset="0"/>
              </a:rPr>
              <a:t>Navigation</a:t>
            </a:r>
            <a:r>
              <a:rPr lang="en-US" dirty="0"/>
              <a:t> class is now only responsible for </a:t>
            </a:r>
            <a:r>
              <a:rPr lang="en-US" i="1" dirty="0"/>
              <a:t>executing</a:t>
            </a:r>
            <a:r>
              <a:rPr lang="en-US" dirty="0"/>
              <a:t> the strategy, not </a:t>
            </a:r>
            <a:r>
              <a:rPr lang="en-US" i="1" dirty="0"/>
              <a:t>defining</a:t>
            </a:r>
            <a:r>
              <a:rPr lang="en-US" dirty="0"/>
              <a:t> the math behind it.</a:t>
            </a:r>
          </a:p>
          <a:p>
            <a:pPr>
              <a:buNone/>
            </a:pPr>
            <a:r>
              <a:rPr lang="en-US" b="1" dirty="0"/>
              <a:t>2. Open/Closed Principle (OCP)</a:t>
            </a:r>
          </a:p>
          <a:p>
            <a:pPr>
              <a:buFont typeface="Arial" panose="020B0604020202020204" pitchFamily="34" charset="0"/>
              <a:buChar char="•"/>
            </a:pPr>
            <a:r>
              <a:rPr lang="en-US" b="1" dirty="0"/>
              <a:t>Extension:</a:t>
            </a:r>
            <a:r>
              <a:rPr lang="en-US" dirty="0"/>
              <a:t> If you want to add a "Public Transport" route, you simply create a new class that implements the </a:t>
            </a:r>
            <a:r>
              <a:rPr lang="en-US" dirty="0" err="1">
                <a:latin typeface="Courier New" panose="02070309020205020404" pitchFamily="49" charset="0"/>
              </a:rPr>
              <a:t>RouteStrategy</a:t>
            </a:r>
            <a:r>
              <a:rPr lang="en-US" dirty="0"/>
              <a:t> interface.</a:t>
            </a:r>
          </a:p>
          <a:p>
            <a:pPr>
              <a:buFont typeface="Arial" panose="020B0604020202020204" pitchFamily="34" charset="0"/>
              <a:buChar char="•"/>
            </a:pPr>
            <a:r>
              <a:rPr lang="en-US" b="1" dirty="0"/>
              <a:t>No Modification:</a:t>
            </a:r>
            <a:r>
              <a:rPr lang="en-US" dirty="0"/>
              <a:t> You don't have to touch the existing, tested code in the </a:t>
            </a:r>
            <a:r>
              <a:rPr lang="en-US" dirty="0">
                <a:latin typeface="Courier New" panose="02070309020205020404" pitchFamily="49" charset="0"/>
              </a:rPr>
              <a:t>Navigation</a:t>
            </a:r>
            <a:r>
              <a:rPr lang="en-US" dirty="0"/>
              <a:t> class or the other existing strategies. The system is literally open for extension but closed for modification.</a:t>
            </a:r>
          </a:p>
          <a:p>
            <a:pPr>
              <a:buNone/>
            </a:pPr>
            <a:r>
              <a:rPr lang="en-US" b="1" dirty="0"/>
              <a:t>3. </a:t>
            </a:r>
            <a:r>
              <a:rPr lang="en-US" b="1" dirty="0" err="1"/>
              <a:t>Liskov</a:t>
            </a:r>
            <a:r>
              <a:rPr lang="en-US" b="1" dirty="0"/>
              <a:t> Substitution Principle (LSP)</a:t>
            </a:r>
          </a:p>
          <a:p>
            <a:pPr>
              <a:buNone/>
            </a:pPr>
            <a:r>
              <a:rPr lang="en-US" dirty="0"/>
              <a:t>The Strategy pattern relies on the fact that all concrete strategies are </a:t>
            </a:r>
            <a:r>
              <a:rPr lang="en-US" b="1" dirty="0"/>
              <a:t>interchangeable</a:t>
            </a:r>
            <a:r>
              <a:rPr lang="en-US" dirty="0"/>
              <a:t>, and so they must all uphold the interface contract</a:t>
            </a:r>
          </a:p>
          <a:p>
            <a:pPr>
              <a:buFont typeface="Arial" panose="020B0604020202020204" pitchFamily="34" charset="0"/>
              <a:buChar char="•"/>
            </a:pPr>
            <a:r>
              <a:rPr lang="en-US" dirty="0"/>
              <a:t>Because every strategy implements the same interface (e.g., </a:t>
            </a:r>
            <a:r>
              <a:rPr lang="en-US" dirty="0" err="1">
                <a:latin typeface="Courier New" panose="02070309020205020404" pitchFamily="49" charset="0"/>
              </a:rPr>
              <a:t>calculateRoute</a:t>
            </a:r>
            <a:r>
              <a:rPr lang="en-US" dirty="0">
                <a:latin typeface="Courier New" panose="02070309020205020404" pitchFamily="49" charset="0"/>
              </a:rPr>
              <a:t>()</a:t>
            </a:r>
            <a:r>
              <a:rPr lang="en-US" dirty="0"/>
              <a:t>), the context class can swap a </a:t>
            </a:r>
            <a:r>
              <a:rPr lang="en-US" dirty="0" err="1">
                <a:latin typeface="Courier New" panose="02070309020205020404" pitchFamily="49" charset="0"/>
              </a:rPr>
              <a:t>FastestPathStrategy</a:t>
            </a:r>
            <a:r>
              <a:rPr lang="en-US" dirty="0"/>
              <a:t> for a </a:t>
            </a:r>
            <a:r>
              <a:rPr lang="en-US" dirty="0" err="1">
                <a:latin typeface="Courier New" panose="02070309020205020404" pitchFamily="49" charset="0"/>
              </a:rPr>
              <a:t>ShortestPathStrategy</a:t>
            </a:r>
            <a:r>
              <a:rPr lang="en-US" dirty="0"/>
              <a:t> at runtime without the program crashing or behaving unpredictably. They all fulfill the "contract" defined by the interface.</a:t>
            </a:r>
          </a:p>
          <a:p>
            <a:pPr>
              <a:buNone/>
            </a:pPr>
            <a:r>
              <a:rPr lang="en-US" b="1" dirty="0"/>
              <a:t>4. Interface Segregation Principle (ISP)</a:t>
            </a:r>
          </a:p>
          <a:p>
            <a:pPr>
              <a:buNone/>
            </a:pPr>
            <a:r>
              <a:rPr lang="en-US" dirty="0"/>
              <a:t>Strategy helps keep interfaces "lean."</a:t>
            </a:r>
          </a:p>
          <a:p>
            <a:pPr>
              <a:buFont typeface="Arial" panose="020B0604020202020204" pitchFamily="34" charset="0"/>
              <a:buChar char="•"/>
            </a:pPr>
            <a:r>
              <a:rPr lang="en-US" dirty="0"/>
              <a:t>Instead of having one massive </a:t>
            </a:r>
            <a:r>
              <a:rPr lang="en-US" dirty="0" err="1">
                <a:latin typeface="Courier New" panose="02070309020205020404" pitchFamily="49" charset="0"/>
              </a:rPr>
              <a:t>IMovement</a:t>
            </a:r>
            <a:r>
              <a:rPr lang="en-US" dirty="0"/>
              <a:t> interface with methods for </a:t>
            </a:r>
            <a:r>
              <a:rPr lang="en-US" dirty="0">
                <a:latin typeface="Courier New" panose="02070309020205020404" pitchFamily="49" charset="0"/>
              </a:rPr>
              <a:t>fly()</a:t>
            </a:r>
            <a:r>
              <a:rPr lang="en-US" dirty="0"/>
              <a:t>, </a:t>
            </a:r>
            <a:r>
              <a:rPr lang="en-US" dirty="0">
                <a:latin typeface="Courier New" panose="02070309020205020404" pitchFamily="49" charset="0"/>
              </a:rPr>
              <a:t>swim()</a:t>
            </a:r>
            <a:r>
              <a:rPr lang="en-US" dirty="0"/>
              <a:t>, and </a:t>
            </a:r>
            <a:r>
              <a:rPr lang="en-US" dirty="0">
                <a:latin typeface="Courier New" panose="02070309020205020404" pitchFamily="49" charset="0"/>
              </a:rPr>
              <a:t>run()</a:t>
            </a:r>
            <a:r>
              <a:rPr lang="en-US" dirty="0"/>
              <a:t>, you can create specific Strategy interfaces.</a:t>
            </a:r>
          </a:p>
          <a:p>
            <a:pPr>
              <a:buFont typeface="Arial" panose="020B0604020202020204" pitchFamily="34" charset="0"/>
              <a:buChar char="•"/>
            </a:pPr>
            <a:r>
              <a:rPr lang="en-US" dirty="0"/>
              <a:t>A </a:t>
            </a:r>
            <a:r>
              <a:rPr lang="en-US" dirty="0">
                <a:latin typeface="Courier New" panose="02070309020205020404" pitchFamily="49" charset="0"/>
              </a:rPr>
              <a:t>Bird</a:t>
            </a:r>
            <a:r>
              <a:rPr lang="en-US" dirty="0"/>
              <a:t> object might use a </a:t>
            </a:r>
            <a:r>
              <a:rPr lang="en-US" dirty="0" err="1">
                <a:latin typeface="Courier New" panose="02070309020205020404" pitchFamily="49" charset="0"/>
              </a:rPr>
              <a:t>FlyStrategy</a:t>
            </a:r>
            <a:r>
              <a:rPr lang="en-US" dirty="0"/>
              <a:t>, while a </a:t>
            </a:r>
            <a:r>
              <a:rPr lang="en-US" dirty="0">
                <a:latin typeface="Courier New" panose="02070309020205020404" pitchFamily="49" charset="0"/>
              </a:rPr>
              <a:t>Fish</a:t>
            </a:r>
            <a:r>
              <a:rPr lang="en-US" dirty="0"/>
              <a:t> uses a </a:t>
            </a:r>
            <a:r>
              <a:rPr lang="en-US" dirty="0" err="1">
                <a:latin typeface="Courier New" panose="02070309020205020404" pitchFamily="49" charset="0"/>
              </a:rPr>
              <a:t>SwimStrategy</a:t>
            </a:r>
            <a:r>
              <a:rPr lang="en-US" dirty="0"/>
              <a:t>. Objects only implement or depend on the specific behaviors (strategies) they actually need.</a:t>
            </a:r>
          </a:p>
          <a:p>
            <a:pPr>
              <a:buNone/>
            </a:pPr>
            <a:r>
              <a:rPr lang="en-US" b="1" dirty="0"/>
              <a:t>5. Dependency Inversion Principle (DIP)</a:t>
            </a:r>
          </a:p>
          <a:p>
            <a:pPr>
              <a:buFont typeface="Arial" panose="020B0604020202020204" pitchFamily="34" charset="0"/>
              <a:buChar char="•"/>
            </a:pPr>
            <a:r>
              <a:rPr lang="en-US"/>
              <a:t>The </a:t>
            </a:r>
            <a:r>
              <a:rPr lang="en-US" dirty="0"/>
              <a:t>high-level class (the </a:t>
            </a:r>
            <a:r>
              <a:rPr lang="en-US" b="1" dirty="0"/>
              <a:t>Context</a:t>
            </a:r>
            <a:r>
              <a:rPr lang="en-US" dirty="0"/>
              <a:t>) does not depend on low-level concrete classes (like </a:t>
            </a:r>
            <a:r>
              <a:rPr lang="en-US" dirty="0" err="1">
                <a:latin typeface="Courier New" panose="02070309020205020404" pitchFamily="49" charset="0"/>
              </a:rPr>
              <a:t>RoadRouteCalculation</a:t>
            </a:r>
            <a:r>
              <a:rPr lang="en-US" dirty="0"/>
              <a:t>).</a:t>
            </a:r>
          </a:p>
          <a:p>
            <a:pPr>
              <a:buFont typeface="Arial" panose="020B0604020202020204" pitchFamily="34" charset="0"/>
              <a:buChar char="•"/>
            </a:pPr>
            <a:r>
              <a:rPr lang="en-US" dirty="0"/>
              <a:t>Instead, both the Context and the Algorithms depend on an </a:t>
            </a:r>
            <a:r>
              <a:rPr lang="en-US" b="1" dirty="0"/>
              <a:t>Abstraction</a:t>
            </a:r>
            <a:r>
              <a:rPr lang="en-US" dirty="0"/>
              <a:t> (the </a:t>
            </a:r>
            <a:r>
              <a:rPr lang="en-US" dirty="0">
                <a:latin typeface="Courier New" panose="02070309020205020404" pitchFamily="49" charset="0"/>
              </a:rPr>
              <a:t>Strategy</a:t>
            </a:r>
            <a:r>
              <a:rPr lang="en-US" dirty="0"/>
              <a:t> interface). This "inverts" the dependency, making the high-level logic decoupled from the implementation details.</a:t>
            </a:r>
          </a:p>
        </p:txBody>
      </p:sp>
    </p:spTree>
    <p:extLst>
      <p:ext uri="{BB962C8B-B14F-4D97-AF65-F5344CB8AC3E}">
        <p14:creationId xmlns:p14="http://schemas.microsoft.com/office/powerpoint/2010/main" val="1288765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A65EC6-32F1-3E6B-38D1-8B29ECE103F5}"/>
              </a:ext>
            </a:extLst>
          </p:cNvPr>
          <p:cNvSpPr>
            <a:spLocks noGrp="1"/>
          </p:cNvSpPr>
          <p:nvPr>
            <p:ph type="ctrTitle"/>
          </p:nvPr>
        </p:nvSpPr>
        <p:spPr/>
        <p:txBody>
          <a:bodyPr/>
          <a:lstStyle/>
          <a:p>
            <a:r>
              <a:rPr lang="da-DK" dirty="0"/>
              <a:t>Adapter Pattern</a:t>
            </a:r>
          </a:p>
        </p:txBody>
      </p:sp>
      <p:sp>
        <p:nvSpPr>
          <p:cNvPr id="5" name="Subtitle 4">
            <a:extLst>
              <a:ext uri="{FF2B5EF4-FFF2-40B4-BE49-F238E27FC236}">
                <a16:creationId xmlns:a16="http://schemas.microsoft.com/office/drawing/2014/main" id="{CC84DD6D-4202-6DA4-C37A-A038F8ACC012}"/>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3536123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60C9-DCB2-49D9-05EA-EE7D2069BA25}"/>
              </a:ext>
            </a:extLst>
          </p:cNvPr>
          <p:cNvSpPr>
            <a:spLocks noGrp="1"/>
          </p:cNvSpPr>
          <p:nvPr>
            <p:ph type="title"/>
          </p:nvPr>
        </p:nvSpPr>
        <p:spPr/>
        <p:txBody>
          <a:bodyPr/>
          <a:lstStyle/>
          <a:p>
            <a:r>
              <a:rPr lang="da-DK" dirty="0"/>
              <a:t>Overview</a:t>
            </a:r>
          </a:p>
        </p:txBody>
      </p:sp>
      <p:sp>
        <p:nvSpPr>
          <p:cNvPr id="3" name="Content Placeholder 2">
            <a:extLst>
              <a:ext uri="{FF2B5EF4-FFF2-40B4-BE49-F238E27FC236}">
                <a16:creationId xmlns:a16="http://schemas.microsoft.com/office/drawing/2014/main" id="{0F711B38-C984-0C6F-4C94-801CA757F20C}"/>
              </a:ext>
            </a:extLst>
          </p:cNvPr>
          <p:cNvSpPr>
            <a:spLocks noGrp="1"/>
          </p:cNvSpPr>
          <p:nvPr>
            <p:ph idx="1"/>
          </p:nvPr>
        </p:nvSpPr>
        <p:spPr/>
        <p:txBody>
          <a:bodyPr/>
          <a:lstStyle/>
          <a:p>
            <a:r>
              <a:rPr lang="da-DK" dirty="0" err="1"/>
              <a:t>Your</a:t>
            </a:r>
            <a:r>
              <a:rPr lang="da-DK" dirty="0"/>
              <a:t> system </a:t>
            </a:r>
            <a:r>
              <a:rPr lang="da-DK" dirty="0" err="1"/>
              <a:t>depends</a:t>
            </a:r>
            <a:r>
              <a:rPr lang="da-DK" dirty="0"/>
              <a:t> on an interface, </a:t>
            </a:r>
            <a:r>
              <a:rPr lang="da-DK" dirty="0" err="1"/>
              <a:t>you</a:t>
            </a:r>
            <a:r>
              <a:rPr lang="da-DK" dirty="0"/>
              <a:t> have </a:t>
            </a:r>
            <a:r>
              <a:rPr lang="da-DK" dirty="0" err="1"/>
              <a:t>defined</a:t>
            </a:r>
            <a:r>
              <a:rPr lang="da-DK" dirty="0"/>
              <a:t>. This interface </a:t>
            </a:r>
            <a:r>
              <a:rPr lang="da-DK" dirty="0" err="1"/>
              <a:t>promises</a:t>
            </a:r>
            <a:r>
              <a:rPr lang="da-DK" dirty="0"/>
              <a:t> </a:t>
            </a:r>
            <a:r>
              <a:rPr lang="da-DK" dirty="0" err="1"/>
              <a:t>certain</a:t>
            </a:r>
            <a:r>
              <a:rPr lang="da-DK" dirty="0"/>
              <a:t> </a:t>
            </a:r>
            <a:r>
              <a:rPr lang="da-DK" dirty="0" err="1"/>
              <a:t>functionality</a:t>
            </a:r>
            <a:r>
              <a:rPr lang="da-DK" dirty="0"/>
              <a:t>.</a:t>
            </a:r>
          </a:p>
          <a:p>
            <a:r>
              <a:rPr lang="da-DK" dirty="0" err="1"/>
              <a:t>You</a:t>
            </a:r>
            <a:r>
              <a:rPr lang="da-DK" dirty="0"/>
              <a:t> find a 3rd party </a:t>
            </a:r>
            <a:r>
              <a:rPr lang="da-DK" dirty="0" err="1"/>
              <a:t>library</a:t>
            </a:r>
            <a:r>
              <a:rPr lang="da-DK" dirty="0"/>
              <a:t>, or </a:t>
            </a:r>
            <a:r>
              <a:rPr lang="da-DK" dirty="0" err="1"/>
              <a:t>other</a:t>
            </a:r>
            <a:r>
              <a:rPr lang="da-DK" dirty="0"/>
              <a:t> class, </a:t>
            </a:r>
            <a:r>
              <a:rPr lang="da-DK" dirty="0" err="1"/>
              <a:t>which</a:t>
            </a:r>
            <a:r>
              <a:rPr lang="da-DK" dirty="0"/>
              <a:t> </a:t>
            </a:r>
            <a:r>
              <a:rPr lang="da-DK" dirty="0" err="1"/>
              <a:t>you</a:t>
            </a:r>
            <a:r>
              <a:rPr lang="da-DK" dirty="0"/>
              <a:t> </a:t>
            </a:r>
            <a:r>
              <a:rPr lang="da-DK" dirty="0" err="1"/>
              <a:t>cannot</a:t>
            </a:r>
            <a:r>
              <a:rPr lang="da-DK" dirty="0"/>
              <a:t> </a:t>
            </a:r>
            <a:r>
              <a:rPr lang="da-DK" dirty="0" err="1"/>
              <a:t>modify</a:t>
            </a:r>
            <a:r>
              <a:rPr lang="da-DK" dirty="0"/>
              <a:t>, but it provides </a:t>
            </a:r>
            <a:r>
              <a:rPr lang="da-DK" dirty="0" err="1"/>
              <a:t>similar</a:t>
            </a:r>
            <a:r>
              <a:rPr lang="da-DK" dirty="0"/>
              <a:t> </a:t>
            </a:r>
            <a:r>
              <a:rPr lang="da-DK" dirty="0" err="1"/>
              <a:t>functionality</a:t>
            </a:r>
            <a:r>
              <a:rPr lang="da-DK" dirty="0"/>
              <a:t> to </a:t>
            </a:r>
            <a:r>
              <a:rPr lang="da-DK" dirty="0" err="1"/>
              <a:t>what</a:t>
            </a:r>
            <a:r>
              <a:rPr lang="da-DK" dirty="0"/>
              <a:t> </a:t>
            </a:r>
            <a:r>
              <a:rPr lang="da-DK" dirty="0" err="1"/>
              <a:t>you</a:t>
            </a:r>
            <a:r>
              <a:rPr lang="da-DK" dirty="0"/>
              <a:t> </a:t>
            </a:r>
            <a:r>
              <a:rPr lang="da-DK" dirty="0" err="1"/>
              <a:t>need</a:t>
            </a:r>
            <a:r>
              <a:rPr lang="da-DK" dirty="0"/>
              <a:t>.</a:t>
            </a:r>
          </a:p>
          <a:p>
            <a:endParaRPr lang="da-DK" dirty="0"/>
          </a:p>
          <a:p>
            <a:r>
              <a:rPr lang="da-DK" dirty="0" err="1"/>
              <a:t>You</a:t>
            </a:r>
            <a:r>
              <a:rPr lang="da-DK" dirty="0"/>
              <a:t> </a:t>
            </a:r>
            <a:r>
              <a:rPr lang="da-DK" dirty="0" err="1"/>
              <a:t>create</a:t>
            </a:r>
            <a:r>
              <a:rPr lang="da-DK" dirty="0"/>
              <a:t> a new class, the adapter, </a:t>
            </a:r>
            <a:r>
              <a:rPr lang="da-DK" dirty="0" err="1"/>
              <a:t>which</a:t>
            </a:r>
            <a:r>
              <a:rPr lang="da-DK" dirty="0"/>
              <a:t> </a:t>
            </a:r>
            <a:r>
              <a:rPr lang="da-DK" dirty="0" err="1"/>
              <a:t>implements</a:t>
            </a:r>
            <a:r>
              <a:rPr lang="da-DK" dirty="0"/>
              <a:t> </a:t>
            </a:r>
            <a:r>
              <a:rPr lang="da-DK" dirty="0" err="1"/>
              <a:t>your</a:t>
            </a:r>
            <a:r>
              <a:rPr lang="da-DK" dirty="0"/>
              <a:t> interface. </a:t>
            </a:r>
          </a:p>
          <a:p>
            <a:pPr lvl="1"/>
            <a:r>
              <a:rPr lang="da-DK" dirty="0"/>
              <a:t>It composes the </a:t>
            </a:r>
            <a:r>
              <a:rPr lang="da-DK" dirty="0" err="1"/>
              <a:t>existing</a:t>
            </a:r>
            <a:r>
              <a:rPr lang="da-DK" dirty="0"/>
              <a:t> class, </a:t>
            </a:r>
            <a:r>
              <a:rPr lang="da-DK" dirty="0" err="1"/>
              <a:t>you</a:t>
            </a:r>
            <a:r>
              <a:rPr lang="da-DK" dirty="0"/>
              <a:t> </a:t>
            </a:r>
            <a:r>
              <a:rPr lang="da-DK" dirty="0" err="1"/>
              <a:t>want</a:t>
            </a:r>
            <a:r>
              <a:rPr lang="da-DK" dirty="0"/>
              <a:t> to </a:t>
            </a:r>
            <a:r>
              <a:rPr lang="da-DK" dirty="0" err="1"/>
              <a:t>use</a:t>
            </a:r>
            <a:r>
              <a:rPr lang="da-DK" dirty="0"/>
              <a:t>. </a:t>
            </a:r>
          </a:p>
          <a:p>
            <a:pPr lvl="1"/>
            <a:r>
              <a:rPr lang="da-DK" dirty="0"/>
              <a:t>It </a:t>
            </a:r>
            <a:r>
              <a:rPr lang="da-DK" dirty="0" err="1"/>
              <a:t>translates</a:t>
            </a:r>
            <a:r>
              <a:rPr lang="da-DK" dirty="0"/>
              <a:t> </a:t>
            </a:r>
            <a:r>
              <a:rPr lang="da-DK" dirty="0" err="1"/>
              <a:t>methods</a:t>
            </a:r>
            <a:r>
              <a:rPr lang="da-DK" dirty="0"/>
              <a:t> </a:t>
            </a:r>
            <a:r>
              <a:rPr lang="da-DK" dirty="0" err="1"/>
              <a:t>declared</a:t>
            </a:r>
            <a:r>
              <a:rPr lang="da-DK" dirty="0"/>
              <a:t> in the interface to the </a:t>
            </a:r>
            <a:r>
              <a:rPr lang="da-DK" dirty="0" err="1"/>
              <a:t>adaptee</a:t>
            </a:r>
            <a:r>
              <a:rPr lang="da-DK" dirty="0"/>
              <a:t> class</a:t>
            </a:r>
          </a:p>
          <a:p>
            <a:pPr lvl="1"/>
            <a:r>
              <a:rPr lang="da-DK" dirty="0"/>
              <a:t>It </a:t>
            </a:r>
            <a:r>
              <a:rPr lang="da-DK" dirty="0" err="1"/>
              <a:t>translates</a:t>
            </a:r>
            <a:r>
              <a:rPr lang="da-DK" dirty="0"/>
              <a:t> data formats </a:t>
            </a:r>
            <a:r>
              <a:rPr lang="da-DK" dirty="0" err="1"/>
              <a:t>declared</a:t>
            </a:r>
            <a:r>
              <a:rPr lang="da-DK" dirty="0"/>
              <a:t> in the interface to the </a:t>
            </a:r>
            <a:r>
              <a:rPr lang="da-DK" dirty="0" err="1"/>
              <a:t>adaptee</a:t>
            </a:r>
            <a:r>
              <a:rPr lang="da-DK" dirty="0"/>
              <a:t> class</a:t>
            </a:r>
          </a:p>
        </p:txBody>
      </p:sp>
    </p:spTree>
    <p:extLst>
      <p:ext uri="{BB962C8B-B14F-4D97-AF65-F5344CB8AC3E}">
        <p14:creationId xmlns:p14="http://schemas.microsoft.com/office/powerpoint/2010/main" val="3178357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04977-1ACB-0F87-6DB1-60F3FDE1ABEB}"/>
              </a:ext>
            </a:extLst>
          </p:cNvPr>
          <p:cNvSpPr>
            <a:spLocks noGrp="1"/>
          </p:cNvSpPr>
          <p:nvPr>
            <p:ph type="title"/>
          </p:nvPr>
        </p:nvSpPr>
        <p:spPr/>
        <p:txBody>
          <a:bodyPr/>
          <a:lstStyle/>
          <a:p>
            <a:r>
              <a:rPr lang="da-DK" dirty="0"/>
              <a:t>General class diagram</a:t>
            </a:r>
          </a:p>
        </p:txBody>
      </p:sp>
      <p:sp>
        <p:nvSpPr>
          <p:cNvPr id="4" name="Isosceles Triangle 3">
            <a:extLst>
              <a:ext uri="{FF2B5EF4-FFF2-40B4-BE49-F238E27FC236}">
                <a16:creationId xmlns:a16="http://schemas.microsoft.com/office/drawing/2014/main" id="{DBB71B55-4DDC-7D7E-0022-9A1AEBD95F8C}"/>
              </a:ext>
            </a:extLst>
          </p:cNvPr>
          <p:cNvSpPr/>
          <p:nvPr/>
        </p:nvSpPr>
        <p:spPr>
          <a:xfrm>
            <a:off x="5649799" y="3467022"/>
            <a:ext cx="395924" cy="317126"/>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aphicFrame>
        <p:nvGraphicFramePr>
          <p:cNvPr id="5" name="Table 4">
            <a:extLst>
              <a:ext uri="{FF2B5EF4-FFF2-40B4-BE49-F238E27FC236}">
                <a16:creationId xmlns:a16="http://schemas.microsoft.com/office/drawing/2014/main" id="{CCE8FC50-E9FF-4E88-DFE1-D243B224F655}"/>
              </a:ext>
            </a:extLst>
          </p:cNvPr>
          <p:cNvGraphicFramePr>
            <a:graphicFrameLocks noGrp="1"/>
          </p:cNvGraphicFramePr>
          <p:nvPr>
            <p:extLst>
              <p:ext uri="{D42A27DB-BD31-4B8C-83A1-F6EECF244321}">
                <p14:modId xmlns:p14="http://schemas.microsoft.com/office/powerpoint/2010/main" val="2166765209"/>
              </p:ext>
            </p:extLst>
          </p:nvPr>
        </p:nvGraphicFramePr>
        <p:xfrm>
          <a:off x="388447" y="2353619"/>
          <a:ext cx="2601797" cy="138176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err="1"/>
                        <a:t>Context</a:t>
                      </a:r>
                      <a:endParaRPr lang="da-DK" dirty="0"/>
                    </a:p>
                  </a:txBody>
                  <a:tcPr/>
                </a:tc>
                <a:extLst>
                  <a:ext uri="{0D108BD9-81ED-4DB2-BD59-A6C34878D82A}">
                    <a16:rowId xmlns:a16="http://schemas.microsoft.com/office/drawing/2014/main" val="3839574297"/>
                  </a:ext>
                </a:extLst>
              </a:tr>
              <a:tr h="370840">
                <a:tc>
                  <a:txBody>
                    <a:bodyPr/>
                    <a:lstStyle/>
                    <a:p>
                      <a:r>
                        <a:rPr lang="da-DK" dirty="0"/>
                        <a:t>- </a:t>
                      </a:r>
                      <a:r>
                        <a:rPr lang="da-DK" dirty="0" err="1"/>
                        <a:t>target</a:t>
                      </a:r>
                      <a:r>
                        <a:rPr lang="da-DK" dirty="0"/>
                        <a:t> : Target</a:t>
                      </a:r>
                    </a:p>
                  </a:txBody>
                  <a:tcPr/>
                </a:tc>
                <a:extLst>
                  <a:ext uri="{0D108BD9-81ED-4DB2-BD59-A6C34878D82A}">
                    <a16:rowId xmlns:a16="http://schemas.microsoft.com/office/drawing/2014/main" val="1840434807"/>
                  </a:ext>
                </a:extLst>
              </a:tr>
              <a:tr h="370840">
                <a:tc>
                  <a:txBody>
                    <a:bodyPr/>
                    <a:lstStyle/>
                    <a:p>
                      <a:r>
                        <a:rPr lang="da-DK" dirty="0"/>
                        <a:t>+ </a:t>
                      </a:r>
                      <a:r>
                        <a:rPr lang="da-DK" dirty="0" err="1"/>
                        <a:t>Context</a:t>
                      </a:r>
                      <a:r>
                        <a:rPr lang="da-DK" dirty="0"/>
                        <a:t>(</a:t>
                      </a:r>
                      <a:r>
                        <a:rPr lang="da-DK" dirty="0" err="1"/>
                        <a:t>trgt</a:t>
                      </a:r>
                      <a:r>
                        <a:rPr lang="da-DK" dirty="0"/>
                        <a:t> : Target)</a:t>
                      </a:r>
                    </a:p>
                    <a:p>
                      <a:r>
                        <a:rPr lang="da-DK" dirty="0"/>
                        <a:t>+ </a:t>
                      </a:r>
                      <a:r>
                        <a:rPr lang="da-DK" dirty="0" err="1"/>
                        <a:t>someMethod</a:t>
                      </a:r>
                      <a:r>
                        <a:rPr lang="da-DK" dirty="0"/>
                        <a:t>() : </a:t>
                      </a:r>
                      <a:r>
                        <a:rPr lang="da-DK" dirty="0" err="1"/>
                        <a:t>void</a:t>
                      </a:r>
                      <a:endParaRPr lang="da-DK" dirty="0"/>
                    </a:p>
                  </a:txBody>
                  <a:tcPr/>
                </a:tc>
                <a:extLst>
                  <a:ext uri="{0D108BD9-81ED-4DB2-BD59-A6C34878D82A}">
                    <a16:rowId xmlns:a16="http://schemas.microsoft.com/office/drawing/2014/main" val="154626388"/>
                  </a:ext>
                </a:extLst>
              </a:tr>
            </a:tbl>
          </a:graphicData>
        </a:graphic>
      </p:graphicFrame>
      <p:graphicFrame>
        <p:nvGraphicFramePr>
          <p:cNvPr id="6" name="Table 5">
            <a:extLst>
              <a:ext uri="{FF2B5EF4-FFF2-40B4-BE49-F238E27FC236}">
                <a16:creationId xmlns:a16="http://schemas.microsoft.com/office/drawing/2014/main" id="{BF8C3A96-B300-A092-1AD7-065BB8AA043F}"/>
              </a:ext>
            </a:extLst>
          </p:cNvPr>
          <p:cNvGraphicFramePr>
            <a:graphicFrameLocks noGrp="1"/>
          </p:cNvGraphicFramePr>
          <p:nvPr>
            <p:extLst>
              <p:ext uri="{D42A27DB-BD31-4B8C-83A1-F6EECF244321}">
                <p14:modId xmlns:p14="http://schemas.microsoft.com/office/powerpoint/2010/main" val="480399054"/>
              </p:ext>
            </p:extLst>
          </p:nvPr>
        </p:nvGraphicFramePr>
        <p:xfrm>
          <a:off x="4546863" y="2539039"/>
          <a:ext cx="2601797" cy="101092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a:t>&lt;&lt;interface&gt;&gt;</a:t>
                      </a:r>
                    </a:p>
                    <a:p>
                      <a:pPr algn="ctr"/>
                      <a:r>
                        <a:rPr lang="da-DK" dirty="0"/>
                        <a:t>Target</a:t>
                      </a:r>
                    </a:p>
                  </a:txBody>
                  <a:tcPr/>
                </a:tc>
                <a:extLst>
                  <a:ext uri="{0D108BD9-81ED-4DB2-BD59-A6C34878D82A}">
                    <a16:rowId xmlns:a16="http://schemas.microsoft.com/office/drawing/2014/main" val="3839574297"/>
                  </a:ext>
                </a:extLst>
              </a:tr>
              <a:tr h="370840">
                <a:tc>
                  <a:txBody>
                    <a:bodyPr/>
                    <a:lstStyle/>
                    <a:p>
                      <a:r>
                        <a:rPr lang="da-DK" i="1" dirty="0"/>
                        <a:t>+ </a:t>
                      </a:r>
                      <a:r>
                        <a:rPr lang="da-DK" i="1" dirty="0" err="1"/>
                        <a:t>method</a:t>
                      </a:r>
                      <a:r>
                        <a:rPr lang="da-DK" i="1" dirty="0"/>
                        <a:t>(x : </a:t>
                      </a:r>
                      <a:r>
                        <a:rPr lang="da-DK" i="1" dirty="0" err="1"/>
                        <a:t>int</a:t>
                      </a:r>
                      <a:r>
                        <a:rPr lang="da-DK" i="1" dirty="0"/>
                        <a:t>) : </a:t>
                      </a:r>
                      <a:r>
                        <a:rPr lang="da-DK" i="1" dirty="0" err="1"/>
                        <a:t>String</a:t>
                      </a:r>
                      <a:endParaRPr lang="da-DK" i="1" dirty="0"/>
                    </a:p>
                  </a:txBody>
                  <a:tcPr/>
                </a:tc>
                <a:extLst>
                  <a:ext uri="{0D108BD9-81ED-4DB2-BD59-A6C34878D82A}">
                    <a16:rowId xmlns:a16="http://schemas.microsoft.com/office/drawing/2014/main" val="154626388"/>
                  </a:ext>
                </a:extLst>
              </a:tr>
            </a:tbl>
          </a:graphicData>
        </a:graphic>
      </p:graphicFrame>
      <p:graphicFrame>
        <p:nvGraphicFramePr>
          <p:cNvPr id="7" name="Table 6">
            <a:extLst>
              <a:ext uri="{FF2B5EF4-FFF2-40B4-BE49-F238E27FC236}">
                <a16:creationId xmlns:a16="http://schemas.microsoft.com/office/drawing/2014/main" id="{95280A2B-2605-60E2-DC07-8ADC386462D0}"/>
              </a:ext>
            </a:extLst>
          </p:cNvPr>
          <p:cNvGraphicFramePr>
            <a:graphicFrameLocks noGrp="1"/>
          </p:cNvGraphicFramePr>
          <p:nvPr>
            <p:extLst>
              <p:ext uri="{D42A27DB-BD31-4B8C-83A1-F6EECF244321}">
                <p14:modId xmlns:p14="http://schemas.microsoft.com/office/powerpoint/2010/main" val="3696594120"/>
              </p:ext>
            </p:extLst>
          </p:nvPr>
        </p:nvGraphicFramePr>
        <p:xfrm>
          <a:off x="8059916" y="4914594"/>
          <a:ext cx="3986310" cy="1102902"/>
        </p:xfrm>
        <a:graphic>
          <a:graphicData uri="http://schemas.openxmlformats.org/drawingml/2006/table">
            <a:tbl>
              <a:tblPr firstRow="1" bandRow="1">
                <a:tableStyleId>{5C22544A-7EE6-4342-B048-85BDC9FD1C3A}</a:tableStyleId>
              </a:tblPr>
              <a:tblGrid>
                <a:gridCol w="3986310">
                  <a:extLst>
                    <a:ext uri="{9D8B030D-6E8A-4147-A177-3AD203B41FA5}">
                      <a16:colId xmlns:a16="http://schemas.microsoft.com/office/drawing/2014/main" val="696213711"/>
                    </a:ext>
                  </a:extLst>
                </a:gridCol>
              </a:tblGrid>
              <a:tr h="0">
                <a:tc>
                  <a:txBody>
                    <a:bodyPr/>
                    <a:lstStyle/>
                    <a:p>
                      <a:pPr algn="ctr"/>
                      <a:r>
                        <a:rPr lang="da-DK" dirty="0" err="1"/>
                        <a:t>Adaptee</a:t>
                      </a:r>
                      <a:endParaRPr lang="da-DK" dirty="0"/>
                    </a:p>
                  </a:txBody>
                  <a:tcPr/>
                </a:tc>
                <a:extLst>
                  <a:ext uri="{0D108BD9-81ED-4DB2-BD59-A6C34878D82A}">
                    <a16:rowId xmlns:a16="http://schemas.microsoft.com/office/drawing/2014/main" val="3839574297"/>
                  </a:ext>
                </a:extLst>
              </a:tr>
              <a:tr h="366302">
                <a:tc>
                  <a:txBody>
                    <a:bodyPr/>
                    <a:lstStyle/>
                    <a:p>
                      <a:r>
                        <a:rPr lang="da-DK" dirty="0"/>
                        <a:t>…</a:t>
                      </a:r>
                    </a:p>
                  </a:txBody>
                  <a:tcPr/>
                </a:tc>
                <a:extLst>
                  <a:ext uri="{0D108BD9-81ED-4DB2-BD59-A6C34878D82A}">
                    <a16:rowId xmlns:a16="http://schemas.microsoft.com/office/drawing/2014/main" val="1840434807"/>
                  </a:ext>
                </a:extLst>
              </a:tr>
              <a:tr h="370840">
                <a:tc>
                  <a:txBody>
                    <a:bodyPr/>
                    <a:lstStyle/>
                    <a:p>
                      <a:r>
                        <a:rPr lang="da-DK" dirty="0"/>
                        <a:t>+ </a:t>
                      </a:r>
                      <a:r>
                        <a:rPr lang="da-DK" dirty="0" err="1"/>
                        <a:t>specificMethod</a:t>
                      </a:r>
                      <a:r>
                        <a:rPr lang="da-DK" dirty="0"/>
                        <a:t>(d : double) : double</a:t>
                      </a:r>
                    </a:p>
                  </a:txBody>
                  <a:tcPr/>
                </a:tc>
                <a:extLst>
                  <a:ext uri="{0D108BD9-81ED-4DB2-BD59-A6C34878D82A}">
                    <a16:rowId xmlns:a16="http://schemas.microsoft.com/office/drawing/2014/main" val="154626388"/>
                  </a:ext>
                </a:extLst>
              </a:tr>
            </a:tbl>
          </a:graphicData>
        </a:graphic>
      </p:graphicFrame>
      <p:graphicFrame>
        <p:nvGraphicFramePr>
          <p:cNvPr id="8" name="Table 7">
            <a:extLst>
              <a:ext uri="{FF2B5EF4-FFF2-40B4-BE49-F238E27FC236}">
                <a16:creationId xmlns:a16="http://schemas.microsoft.com/office/drawing/2014/main" id="{51225914-BAA3-812D-8FB2-6C6B209942C9}"/>
              </a:ext>
            </a:extLst>
          </p:cNvPr>
          <p:cNvGraphicFramePr>
            <a:graphicFrameLocks noGrp="1"/>
          </p:cNvGraphicFramePr>
          <p:nvPr>
            <p:extLst>
              <p:ext uri="{D42A27DB-BD31-4B8C-83A1-F6EECF244321}">
                <p14:modId xmlns:p14="http://schemas.microsoft.com/office/powerpoint/2010/main" val="2985268948"/>
              </p:ext>
            </p:extLst>
          </p:nvPr>
        </p:nvGraphicFramePr>
        <p:xfrm>
          <a:off x="4132085" y="4914594"/>
          <a:ext cx="2601797" cy="111252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a:t>Adapter</a:t>
                      </a:r>
                    </a:p>
                  </a:txBody>
                  <a:tcPr/>
                </a:tc>
                <a:extLst>
                  <a:ext uri="{0D108BD9-81ED-4DB2-BD59-A6C34878D82A}">
                    <a16:rowId xmlns:a16="http://schemas.microsoft.com/office/drawing/2014/main" val="3839574297"/>
                  </a:ext>
                </a:extLst>
              </a:tr>
              <a:tr h="370840">
                <a:tc>
                  <a:txBody>
                    <a:bodyPr/>
                    <a:lstStyle/>
                    <a:p>
                      <a:r>
                        <a:rPr lang="da-DK" dirty="0"/>
                        <a:t>- </a:t>
                      </a:r>
                      <a:r>
                        <a:rPr lang="da-DK" dirty="0" err="1"/>
                        <a:t>adaptee</a:t>
                      </a:r>
                      <a:r>
                        <a:rPr lang="da-DK" dirty="0"/>
                        <a:t> : </a:t>
                      </a:r>
                      <a:r>
                        <a:rPr lang="da-DK" dirty="0" err="1"/>
                        <a:t>Adaptee</a:t>
                      </a:r>
                      <a:endParaRPr lang="da-DK" dirty="0"/>
                    </a:p>
                  </a:txBody>
                  <a:tcPr/>
                </a:tc>
                <a:extLst>
                  <a:ext uri="{0D108BD9-81ED-4DB2-BD59-A6C34878D82A}">
                    <a16:rowId xmlns:a16="http://schemas.microsoft.com/office/drawing/2014/main" val="1840434807"/>
                  </a:ext>
                </a:extLst>
              </a:tr>
              <a:tr h="370840">
                <a:tc>
                  <a:txBody>
                    <a:bodyPr/>
                    <a:lstStyle/>
                    <a:p>
                      <a:r>
                        <a:rPr lang="da-DK" dirty="0"/>
                        <a:t>+ </a:t>
                      </a:r>
                      <a:r>
                        <a:rPr lang="da-DK" dirty="0" err="1"/>
                        <a:t>method</a:t>
                      </a:r>
                      <a:r>
                        <a:rPr lang="da-DK" dirty="0"/>
                        <a:t>(x : </a:t>
                      </a:r>
                      <a:r>
                        <a:rPr lang="da-DK" dirty="0" err="1"/>
                        <a:t>int</a:t>
                      </a:r>
                      <a:r>
                        <a:rPr lang="da-DK" dirty="0"/>
                        <a:t>) : </a:t>
                      </a:r>
                      <a:r>
                        <a:rPr lang="da-DK" dirty="0" err="1"/>
                        <a:t>String</a:t>
                      </a:r>
                      <a:endParaRPr lang="da-DK" dirty="0"/>
                    </a:p>
                  </a:txBody>
                  <a:tcPr/>
                </a:tc>
                <a:extLst>
                  <a:ext uri="{0D108BD9-81ED-4DB2-BD59-A6C34878D82A}">
                    <a16:rowId xmlns:a16="http://schemas.microsoft.com/office/drawing/2014/main" val="154626388"/>
                  </a:ext>
                </a:extLst>
              </a:tr>
            </a:tbl>
          </a:graphicData>
        </a:graphic>
      </p:graphicFrame>
      <p:cxnSp>
        <p:nvCxnSpPr>
          <p:cNvPr id="9" name="Connector: Elbow 8">
            <a:extLst>
              <a:ext uri="{FF2B5EF4-FFF2-40B4-BE49-F238E27FC236}">
                <a16:creationId xmlns:a16="http://schemas.microsoft.com/office/drawing/2014/main" id="{1FE27F5E-B540-CB22-2AC4-BBA053DE9E8A}"/>
              </a:ext>
            </a:extLst>
          </p:cNvPr>
          <p:cNvCxnSpPr>
            <a:stCxn id="4" idx="3"/>
            <a:endCxn id="8" idx="0"/>
          </p:cNvCxnSpPr>
          <p:nvPr/>
        </p:nvCxnSpPr>
        <p:spPr>
          <a:xfrm rot="5400000">
            <a:off x="5075149" y="4141982"/>
            <a:ext cx="1130446" cy="414778"/>
          </a:xfrm>
          <a:prstGeom prst="bentConnector3">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079D41C-98DE-4DEE-4FEE-937AC99E73B2}"/>
              </a:ext>
            </a:extLst>
          </p:cNvPr>
          <p:cNvCxnSpPr>
            <a:cxnSpLocks/>
            <a:stCxn id="5" idx="3"/>
            <a:endCxn id="6" idx="1"/>
          </p:cNvCxnSpPr>
          <p:nvPr/>
        </p:nvCxnSpPr>
        <p:spPr>
          <a:xfrm>
            <a:off x="2990244" y="3044499"/>
            <a:ext cx="1556619" cy="0"/>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27447C2-6BBC-9D4E-76CE-858BA8DAE5B8}"/>
              </a:ext>
            </a:extLst>
          </p:cNvPr>
          <p:cNvCxnSpPr>
            <a:cxnSpLocks/>
            <a:endCxn id="7" idx="1"/>
          </p:cNvCxnSpPr>
          <p:nvPr/>
        </p:nvCxnSpPr>
        <p:spPr>
          <a:xfrm>
            <a:off x="6733882" y="5466045"/>
            <a:ext cx="1326034" cy="0"/>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12452CB-95AF-28B9-2726-362D62206223}"/>
              </a:ext>
            </a:extLst>
          </p:cNvPr>
          <p:cNvSpPr txBox="1"/>
          <p:nvPr/>
        </p:nvSpPr>
        <p:spPr>
          <a:xfrm>
            <a:off x="9352721" y="4545262"/>
            <a:ext cx="2321469" cy="369332"/>
          </a:xfrm>
          <a:prstGeom prst="rect">
            <a:avLst/>
          </a:prstGeom>
          <a:noFill/>
        </p:spPr>
        <p:txBody>
          <a:bodyPr wrap="none" rtlCol="0">
            <a:spAutoFit/>
          </a:bodyPr>
          <a:lstStyle/>
          <a:p>
            <a:r>
              <a:rPr lang="da-DK" dirty="0" err="1">
                <a:solidFill>
                  <a:srgbClr val="FF0000"/>
                </a:solidFill>
                <a:latin typeface="Segoe Print" panose="02000600000000000000" pitchFamily="2" charset="0"/>
              </a:rPr>
              <a:t>Unmodifiable</a:t>
            </a:r>
            <a:r>
              <a:rPr lang="da-DK" dirty="0">
                <a:solidFill>
                  <a:srgbClr val="FF0000"/>
                </a:solidFill>
                <a:latin typeface="Segoe Print" panose="02000600000000000000" pitchFamily="2" charset="0"/>
              </a:rPr>
              <a:t> class</a:t>
            </a:r>
          </a:p>
        </p:txBody>
      </p:sp>
      <p:sp>
        <p:nvSpPr>
          <p:cNvPr id="24" name="TextBox 23">
            <a:extLst>
              <a:ext uri="{FF2B5EF4-FFF2-40B4-BE49-F238E27FC236}">
                <a16:creationId xmlns:a16="http://schemas.microsoft.com/office/drawing/2014/main" id="{E2A183E8-3691-B147-51AA-3891259030B2}"/>
              </a:ext>
            </a:extLst>
          </p:cNvPr>
          <p:cNvSpPr txBox="1"/>
          <p:nvPr/>
        </p:nvSpPr>
        <p:spPr>
          <a:xfrm>
            <a:off x="298173" y="1711612"/>
            <a:ext cx="2565126" cy="369332"/>
          </a:xfrm>
          <a:prstGeom prst="rect">
            <a:avLst/>
          </a:prstGeom>
          <a:noFill/>
        </p:spPr>
        <p:txBody>
          <a:bodyPr wrap="none" rtlCol="0">
            <a:spAutoFit/>
          </a:bodyPr>
          <a:lstStyle/>
          <a:p>
            <a:r>
              <a:rPr lang="da-DK" dirty="0">
                <a:solidFill>
                  <a:srgbClr val="FF0000"/>
                </a:solidFill>
                <a:latin typeface="Segoe Print" panose="02000600000000000000" pitchFamily="2" charset="0"/>
              </a:rPr>
              <a:t>Class in </a:t>
            </a:r>
            <a:r>
              <a:rPr lang="da-DK" dirty="0" err="1">
                <a:solidFill>
                  <a:srgbClr val="FF0000"/>
                </a:solidFill>
                <a:latin typeface="Segoe Print" panose="02000600000000000000" pitchFamily="2" charset="0"/>
              </a:rPr>
              <a:t>your</a:t>
            </a:r>
            <a:r>
              <a:rPr lang="da-DK" dirty="0">
                <a:solidFill>
                  <a:srgbClr val="FF0000"/>
                </a:solidFill>
                <a:latin typeface="Segoe Print" panose="02000600000000000000" pitchFamily="2" charset="0"/>
              </a:rPr>
              <a:t> system</a:t>
            </a:r>
          </a:p>
        </p:txBody>
      </p:sp>
      <p:sp>
        <p:nvSpPr>
          <p:cNvPr id="25" name="TextBox 24">
            <a:extLst>
              <a:ext uri="{FF2B5EF4-FFF2-40B4-BE49-F238E27FC236}">
                <a16:creationId xmlns:a16="http://schemas.microsoft.com/office/drawing/2014/main" id="{D0AE9D62-BD85-9045-2892-90F9FFE1C6F3}"/>
              </a:ext>
            </a:extLst>
          </p:cNvPr>
          <p:cNvSpPr txBox="1"/>
          <p:nvPr/>
        </p:nvSpPr>
        <p:spPr>
          <a:xfrm>
            <a:off x="2031431" y="6214038"/>
            <a:ext cx="2515432" cy="369332"/>
          </a:xfrm>
          <a:prstGeom prst="rect">
            <a:avLst/>
          </a:prstGeom>
          <a:noFill/>
        </p:spPr>
        <p:txBody>
          <a:bodyPr wrap="none" rtlCol="0">
            <a:spAutoFit/>
          </a:bodyPr>
          <a:lstStyle/>
          <a:p>
            <a:r>
              <a:rPr lang="da-DK" dirty="0">
                <a:solidFill>
                  <a:srgbClr val="FF0000"/>
                </a:solidFill>
                <a:latin typeface="Segoe Print" panose="02000600000000000000" pitchFamily="2" charset="0"/>
              </a:rPr>
              <a:t>The class </a:t>
            </a:r>
            <a:r>
              <a:rPr lang="da-DK" dirty="0" err="1">
                <a:solidFill>
                  <a:srgbClr val="FF0000"/>
                </a:solidFill>
                <a:latin typeface="Segoe Print" panose="02000600000000000000" pitchFamily="2" charset="0"/>
              </a:rPr>
              <a:t>you</a:t>
            </a:r>
            <a:r>
              <a:rPr lang="da-DK" dirty="0">
                <a:solidFill>
                  <a:srgbClr val="FF0000"/>
                </a:solidFill>
                <a:latin typeface="Segoe Print" panose="02000600000000000000" pitchFamily="2" charset="0"/>
              </a:rPr>
              <a:t> </a:t>
            </a:r>
            <a:r>
              <a:rPr lang="da-DK" dirty="0" err="1">
                <a:solidFill>
                  <a:srgbClr val="FF0000"/>
                </a:solidFill>
                <a:latin typeface="Segoe Print" panose="02000600000000000000" pitchFamily="2" charset="0"/>
              </a:rPr>
              <a:t>write</a:t>
            </a:r>
            <a:endParaRPr lang="da-DK" dirty="0">
              <a:solidFill>
                <a:srgbClr val="FF0000"/>
              </a:solidFill>
              <a:latin typeface="Segoe Print" panose="02000600000000000000" pitchFamily="2" charset="0"/>
            </a:endParaRPr>
          </a:p>
        </p:txBody>
      </p:sp>
      <p:sp>
        <p:nvSpPr>
          <p:cNvPr id="26" name="TextBox 25">
            <a:extLst>
              <a:ext uri="{FF2B5EF4-FFF2-40B4-BE49-F238E27FC236}">
                <a16:creationId xmlns:a16="http://schemas.microsoft.com/office/drawing/2014/main" id="{C6A1616B-FE43-3FDA-63FE-CBC4372D5033}"/>
              </a:ext>
            </a:extLst>
          </p:cNvPr>
          <p:cNvSpPr txBox="1"/>
          <p:nvPr/>
        </p:nvSpPr>
        <p:spPr>
          <a:xfrm>
            <a:off x="6523918" y="2092662"/>
            <a:ext cx="4644220" cy="369332"/>
          </a:xfrm>
          <a:prstGeom prst="rect">
            <a:avLst/>
          </a:prstGeom>
          <a:noFill/>
        </p:spPr>
        <p:txBody>
          <a:bodyPr wrap="none" rtlCol="0">
            <a:spAutoFit/>
          </a:bodyPr>
          <a:lstStyle/>
          <a:p>
            <a:r>
              <a:rPr lang="da-DK" dirty="0">
                <a:solidFill>
                  <a:srgbClr val="FF0000"/>
                </a:solidFill>
                <a:latin typeface="Segoe Print" panose="02000600000000000000" pitchFamily="2" charset="0"/>
              </a:rPr>
              <a:t>The interface </a:t>
            </a:r>
            <a:r>
              <a:rPr lang="da-DK" dirty="0" err="1">
                <a:solidFill>
                  <a:srgbClr val="FF0000"/>
                </a:solidFill>
                <a:latin typeface="Segoe Print" panose="02000600000000000000" pitchFamily="2" charset="0"/>
              </a:rPr>
              <a:t>your</a:t>
            </a:r>
            <a:r>
              <a:rPr lang="da-DK" dirty="0">
                <a:solidFill>
                  <a:srgbClr val="FF0000"/>
                </a:solidFill>
                <a:latin typeface="Segoe Print" panose="02000600000000000000" pitchFamily="2" charset="0"/>
              </a:rPr>
              <a:t> system </a:t>
            </a:r>
            <a:r>
              <a:rPr lang="da-DK" dirty="0" err="1">
                <a:solidFill>
                  <a:srgbClr val="FF0000"/>
                </a:solidFill>
                <a:latin typeface="Segoe Print" panose="02000600000000000000" pitchFamily="2" charset="0"/>
              </a:rPr>
              <a:t>depends</a:t>
            </a:r>
            <a:r>
              <a:rPr lang="da-DK" dirty="0">
                <a:solidFill>
                  <a:srgbClr val="FF0000"/>
                </a:solidFill>
                <a:latin typeface="Segoe Print" panose="02000600000000000000" pitchFamily="2" charset="0"/>
              </a:rPr>
              <a:t> on</a:t>
            </a:r>
          </a:p>
        </p:txBody>
      </p:sp>
    </p:spTree>
    <p:extLst>
      <p:ext uri="{BB962C8B-B14F-4D97-AF65-F5344CB8AC3E}">
        <p14:creationId xmlns:p14="http://schemas.microsoft.com/office/powerpoint/2010/main" val="264980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p:bldP spid="24" grpId="0"/>
      <p:bldP spid="25"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B7DC4-B05A-2AD4-6DBD-EF7773EEB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53EAD-F05B-7385-AB20-E89F0F5FF111}"/>
              </a:ext>
            </a:extLst>
          </p:cNvPr>
          <p:cNvSpPr>
            <a:spLocks noGrp="1"/>
          </p:cNvSpPr>
          <p:nvPr>
            <p:ph type="title"/>
          </p:nvPr>
        </p:nvSpPr>
        <p:spPr/>
        <p:txBody>
          <a:bodyPr/>
          <a:lstStyle/>
          <a:p>
            <a:r>
              <a:rPr lang="da-DK" dirty="0"/>
              <a:t>Code </a:t>
            </a:r>
            <a:r>
              <a:rPr lang="da-DK" dirty="0" err="1"/>
              <a:t>example</a:t>
            </a:r>
            <a:endParaRPr lang="da-DK" dirty="0"/>
          </a:p>
        </p:txBody>
      </p:sp>
      <p:sp>
        <p:nvSpPr>
          <p:cNvPr id="4" name="Isosceles Triangle 3">
            <a:extLst>
              <a:ext uri="{FF2B5EF4-FFF2-40B4-BE49-F238E27FC236}">
                <a16:creationId xmlns:a16="http://schemas.microsoft.com/office/drawing/2014/main" id="{794CD556-C4F1-0A1C-301B-AC76E3B4A7D5}"/>
              </a:ext>
            </a:extLst>
          </p:cNvPr>
          <p:cNvSpPr/>
          <p:nvPr/>
        </p:nvSpPr>
        <p:spPr>
          <a:xfrm>
            <a:off x="5649799" y="3467022"/>
            <a:ext cx="395924" cy="317126"/>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aphicFrame>
        <p:nvGraphicFramePr>
          <p:cNvPr id="5" name="Table 4">
            <a:extLst>
              <a:ext uri="{FF2B5EF4-FFF2-40B4-BE49-F238E27FC236}">
                <a16:creationId xmlns:a16="http://schemas.microsoft.com/office/drawing/2014/main" id="{469A08A1-ECE2-111C-6CC2-01339BD9DAEC}"/>
              </a:ext>
            </a:extLst>
          </p:cNvPr>
          <p:cNvGraphicFramePr>
            <a:graphicFrameLocks noGrp="1"/>
          </p:cNvGraphicFramePr>
          <p:nvPr/>
        </p:nvGraphicFramePr>
        <p:xfrm>
          <a:off x="388447" y="2353619"/>
          <a:ext cx="2601797" cy="138176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err="1"/>
                        <a:t>Context</a:t>
                      </a:r>
                      <a:endParaRPr lang="da-DK" dirty="0"/>
                    </a:p>
                  </a:txBody>
                  <a:tcPr/>
                </a:tc>
                <a:extLst>
                  <a:ext uri="{0D108BD9-81ED-4DB2-BD59-A6C34878D82A}">
                    <a16:rowId xmlns:a16="http://schemas.microsoft.com/office/drawing/2014/main" val="3839574297"/>
                  </a:ext>
                </a:extLst>
              </a:tr>
              <a:tr h="370840">
                <a:tc>
                  <a:txBody>
                    <a:bodyPr/>
                    <a:lstStyle/>
                    <a:p>
                      <a:r>
                        <a:rPr lang="da-DK" dirty="0"/>
                        <a:t>- </a:t>
                      </a:r>
                      <a:r>
                        <a:rPr lang="da-DK" dirty="0" err="1"/>
                        <a:t>target</a:t>
                      </a:r>
                      <a:r>
                        <a:rPr lang="da-DK" dirty="0"/>
                        <a:t> : Target</a:t>
                      </a:r>
                    </a:p>
                  </a:txBody>
                  <a:tcPr/>
                </a:tc>
                <a:extLst>
                  <a:ext uri="{0D108BD9-81ED-4DB2-BD59-A6C34878D82A}">
                    <a16:rowId xmlns:a16="http://schemas.microsoft.com/office/drawing/2014/main" val="1840434807"/>
                  </a:ext>
                </a:extLst>
              </a:tr>
              <a:tr h="370840">
                <a:tc>
                  <a:txBody>
                    <a:bodyPr/>
                    <a:lstStyle/>
                    <a:p>
                      <a:r>
                        <a:rPr lang="da-DK" dirty="0"/>
                        <a:t>+ </a:t>
                      </a:r>
                      <a:r>
                        <a:rPr lang="da-DK" dirty="0" err="1"/>
                        <a:t>Context</a:t>
                      </a:r>
                      <a:r>
                        <a:rPr lang="da-DK" dirty="0"/>
                        <a:t>(</a:t>
                      </a:r>
                      <a:r>
                        <a:rPr lang="da-DK" dirty="0" err="1"/>
                        <a:t>trgt</a:t>
                      </a:r>
                      <a:r>
                        <a:rPr lang="da-DK" dirty="0"/>
                        <a:t> : Target)</a:t>
                      </a:r>
                    </a:p>
                    <a:p>
                      <a:r>
                        <a:rPr lang="da-DK" dirty="0"/>
                        <a:t>+ </a:t>
                      </a:r>
                      <a:r>
                        <a:rPr lang="da-DK" dirty="0" err="1"/>
                        <a:t>someMethod</a:t>
                      </a:r>
                      <a:r>
                        <a:rPr lang="da-DK" dirty="0"/>
                        <a:t>() : </a:t>
                      </a:r>
                      <a:r>
                        <a:rPr lang="da-DK" dirty="0" err="1"/>
                        <a:t>void</a:t>
                      </a:r>
                      <a:endParaRPr lang="da-DK" dirty="0"/>
                    </a:p>
                  </a:txBody>
                  <a:tcPr/>
                </a:tc>
                <a:extLst>
                  <a:ext uri="{0D108BD9-81ED-4DB2-BD59-A6C34878D82A}">
                    <a16:rowId xmlns:a16="http://schemas.microsoft.com/office/drawing/2014/main" val="154626388"/>
                  </a:ext>
                </a:extLst>
              </a:tr>
            </a:tbl>
          </a:graphicData>
        </a:graphic>
      </p:graphicFrame>
      <p:graphicFrame>
        <p:nvGraphicFramePr>
          <p:cNvPr id="7" name="Table 6">
            <a:extLst>
              <a:ext uri="{FF2B5EF4-FFF2-40B4-BE49-F238E27FC236}">
                <a16:creationId xmlns:a16="http://schemas.microsoft.com/office/drawing/2014/main" id="{70247A13-20DD-DF33-CC83-51809B1C8104}"/>
              </a:ext>
            </a:extLst>
          </p:cNvPr>
          <p:cNvGraphicFramePr>
            <a:graphicFrameLocks noGrp="1"/>
          </p:cNvGraphicFramePr>
          <p:nvPr/>
        </p:nvGraphicFramePr>
        <p:xfrm>
          <a:off x="8059916" y="4914594"/>
          <a:ext cx="3986310" cy="1102902"/>
        </p:xfrm>
        <a:graphic>
          <a:graphicData uri="http://schemas.openxmlformats.org/drawingml/2006/table">
            <a:tbl>
              <a:tblPr firstRow="1" bandRow="1">
                <a:tableStyleId>{5C22544A-7EE6-4342-B048-85BDC9FD1C3A}</a:tableStyleId>
              </a:tblPr>
              <a:tblGrid>
                <a:gridCol w="3986310">
                  <a:extLst>
                    <a:ext uri="{9D8B030D-6E8A-4147-A177-3AD203B41FA5}">
                      <a16:colId xmlns:a16="http://schemas.microsoft.com/office/drawing/2014/main" val="696213711"/>
                    </a:ext>
                  </a:extLst>
                </a:gridCol>
              </a:tblGrid>
              <a:tr h="0">
                <a:tc>
                  <a:txBody>
                    <a:bodyPr/>
                    <a:lstStyle/>
                    <a:p>
                      <a:pPr algn="ctr"/>
                      <a:r>
                        <a:rPr lang="da-DK" dirty="0" err="1"/>
                        <a:t>Adaptee</a:t>
                      </a:r>
                      <a:endParaRPr lang="da-DK" dirty="0"/>
                    </a:p>
                  </a:txBody>
                  <a:tcPr/>
                </a:tc>
                <a:extLst>
                  <a:ext uri="{0D108BD9-81ED-4DB2-BD59-A6C34878D82A}">
                    <a16:rowId xmlns:a16="http://schemas.microsoft.com/office/drawing/2014/main" val="3839574297"/>
                  </a:ext>
                </a:extLst>
              </a:tr>
              <a:tr h="366302">
                <a:tc>
                  <a:txBody>
                    <a:bodyPr/>
                    <a:lstStyle/>
                    <a:p>
                      <a:r>
                        <a:rPr lang="da-DK" dirty="0"/>
                        <a:t>…</a:t>
                      </a:r>
                    </a:p>
                  </a:txBody>
                  <a:tcPr/>
                </a:tc>
                <a:extLst>
                  <a:ext uri="{0D108BD9-81ED-4DB2-BD59-A6C34878D82A}">
                    <a16:rowId xmlns:a16="http://schemas.microsoft.com/office/drawing/2014/main" val="1840434807"/>
                  </a:ext>
                </a:extLst>
              </a:tr>
              <a:tr h="370840">
                <a:tc>
                  <a:txBody>
                    <a:bodyPr/>
                    <a:lstStyle/>
                    <a:p>
                      <a:r>
                        <a:rPr lang="da-DK" dirty="0"/>
                        <a:t>+ </a:t>
                      </a:r>
                      <a:r>
                        <a:rPr lang="da-DK" dirty="0" err="1"/>
                        <a:t>specificMethod</a:t>
                      </a:r>
                      <a:r>
                        <a:rPr lang="da-DK" dirty="0"/>
                        <a:t>(d : double) : double</a:t>
                      </a:r>
                    </a:p>
                  </a:txBody>
                  <a:tcPr/>
                </a:tc>
                <a:extLst>
                  <a:ext uri="{0D108BD9-81ED-4DB2-BD59-A6C34878D82A}">
                    <a16:rowId xmlns:a16="http://schemas.microsoft.com/office/drawing/2014/main" val="154626388"/>
                  </a:ext>
                </a:extLst>
              </a:tr>
            </a:tbl>
          </a:graphicData>
        </a:graphic>
      </p:graphicFrame>
      <p:graphicFrame>
        <p:nvGraphicFramePr>
          <p:cNvPr id="8" name="Table 7">
            <a:extLst>
              <a:ext uri="{FF2B5EF4-FFF2-40B4-BE49-F238E27FC236}">
                <a16:creationId xmlns:a16="http://schemas.microsoft.com/office/drawing/2014/main" id="{01397EE6-9E57-1533-3AAD-9545B3DEB963}"/>
              </a:ext>
            </a:extLst>
          </p:cNvPr>
          <p:cNvGraphicFramePr>
            <a:graphicFrameLocks noGrp="1"/>
          </p:cNvGraphicFramePr>
          <p:nvPr/>
        </p:nvGraphicFramePr>
        <p:xfrm>
          <a:off x="4132085" y="4914594"/>
          <a:ext cx="2601797" cy="111252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a:t>Adapter</a:t>
                      </a:r>
                    </a:p>
                  </a:txBody>
                  <a:tcPr/>
                </a:tc>
                <a:extLst>
                  <a:ext uri="{0D108BD9-81ED-4DB2-BD59-A6C34878D82A}">
                    <a16:rowId xmlns:a16="http://schemas.microsoft.com/office/drawing/2014/main" val="3839574297"/>
                  </a:ext>
                </a:extLst>
              </a:tr>
              <a:tr h="370840">
                <a:tc>
                  <a:txBody>
                    <a:bodyPr/>
                    <a:lstStyle/>
                    <a:p>
                      <a:r>
                        <a:rPr lang="da-DK" dirty="0"/>
                        <a:t>- </a:t>
                      </a:r>
                      <a:r>
                        <a:rPr lang="da-DK" dirty="0" err="1"/>
                        <a:t>adaptee</a:t>
                      </a:r>
                      <a:r>
                        <a:rPr lang="da-DK" dirty="0"/>
                        <a:t> : </a:t>
                      </a:r>
                      <a:r>
                        <a:rPr lang="da-DK" dirty="0" err="1"/>
                        <a:t>Adaptee</a:t>
                      </a:r>
                      <a:endParaRPr lang="da-DK" dirty="0"/>
                    </a:p>
                  </a:txBody>
                  <a:tcPr/>
                </a:tc>
                <a:extLst>
                  <a:ext uri="{0D108BD9-81ED-4DB2-BD59-A6C34878D82A}">
                    <a16:rowId xmlns:a16="http://schemas.microsoft.com/office/drawing/2014/main" val="1840434807"/>
                  </a:ext>
                </a:extLst>
              </a:tr>
              <a:tr h="370840">
                <a:tc>
                  <a:txBody>
                    <a:bodyPr/>
                    <a:lstStyle/>
                    <a:p>
                      <a:r>
                        <a:rPr lang="da-DK" dirty="0"/>
                        <a:t>+ </a:t>
                      </a:r>
                      <a:r>
                        <a:rPr lang="da-DK" dirty="0" err="1"/>
                        <a:t>method</a:t>
                      </a:r>
                      <a:r>
                        <a:rPr lang="da-DK" dirty="0"/>
                        <a:t>(x : </a:t>
                      </a:r>
                      <a:r>
                        <a:rPr lang="da-DK" dirty="0" err="1"/>
                        <a:t>int</a:t>
                      </a:r>
                      <a:r>
                        <a:rPr lang="da-DK" dirty="0"/>
                        <a:t>) : </a:t>
                      </a:r>
                      <a:r>
                        <a:rPr lang="da-DK" dirty="0" err="1"/>
                        <a:t>String</a:t>
                      </a:r>
                      <a:endParaRPr lang="da-DK" dirty="0"/>
                    </a:p>
                  </a:txBody>
                  <a:tcPr/>
                </a:tc>
                <a:extLst>
                  <a:ext uri="{0D108BD9-81ED-4DB2-BD59-A6C34878D82A}">
                    <a16:rowId xmlns:a16="http://schemas.microsoft.com/office/drawing/2014/main" val="154626388"/>
                  </a:ext>
                </a:extLst>
              </a:tr>
            </a:tbl>
          </a:graphicData>
        </a:graphic>
      </p:graphicFrame>
      <p:cxnSp>
        <p:nvCxnSpPr>
          <p:cNvPr id="9" name="Connector: Elbow 8">
            <a:extLst>
              <a:ext uri="{FF2B5EF4-FFF2-40B4-BE49-F238E27FC236}">
                <a16:creationId xmlns:a16="http://schemas.microsoft.com/office/drawing/2014/main" id="{07FBAE04-9CB6-EC64-D7AE-9F2A4EA175A4}"/>
              </a:ext>
            </a:extLst>
          </p:cNvPr>
          <p:cNvCxnSpPr>
            <a:stCxn id="4" idx="3"/>
            <a:endCxn id="8" idx="0"/>
          </p:cNvCxnSpPr>
          <p:nvPr/>
        </p:nvCxnSpPr>
        <p:spPr>
          <a:xfrm rot="5400000">
            <a:off x="5075149" y="4141982"/>
            <a:ext cx="1130446" cy="414778"/>
          </a:xfrm>
          <a:prstGeom prst="bentConnector3">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C62DB61-C371-ECFF-D326-386EEF3BF672}"/>
              </a:ext>
            </a:extLst>
          </p:cNvPr>
          <p:cNvCxnSpPr>
            <a:cxnSpLocks/>
            <a:stCxn id="5" idx="3"/>
          </p:cNvCxnSpPr>
          <p:nvPr/>
        </p:nvCxnSpPr>
        <p:spPr>
          <a:xfrm flipV="1">
            <a:off x="2990244" y="1711612"/>
            <a:ext cx="4782156" cy="1332887"/>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EE0E196-2D83-A13A-03FA-3CAF36E6C3EB}"/>
              </a:ext>
            </a:extLst>
          </p:cNvPr>
          <p:cNvCxnSpPr>
            <a:cxnSpLocks/>
            <a:endCxn id="7" idx="1"/>
          </p:cNvCxnSpPr>
          <p:nvPr/>
        </p:nvCxnSpPr>
        <p:spPr>
          <a:xfrm>
            <a:off x="6733882" y="5466045"/>
            <a:ext cx="1326034" cy="0"/>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55220DA-6227-7A0F-DFE7-5CA165E26BFA}"/>
              </a:ext>
            </a:extLst>
          </p:cNvPr>
          <p:cNvSpPr txBox="1"/>
          <p:nvPr/>
        </p:nvSpPr>
        <p:spPr>
          <a:xfrm>
            <a:off x="9352721" y="4545262"/>
            <a:ext cx="2321469" cy="369332"/>
          </a:xfrm>
          <a:prstGeom prst="rect">
            <a:avLst/>
          </a:prstGeom>
          <a:noFill/>
        </p:spPr>
        <p:txBody>
          <a:bodyPr wrap="none" rtlCol="0">
            <a:spAutoFit/>
          </a:bodyPr>
          <a:lstStyle/>
          <a:p>
            <a:r>
              <a:rPr lang="da-DK" dirty="0" err="1">
                <a:solidFill>
                  <a:srgbClr val="FF0000"/>
                </a:solidFill>
                <a:latin typeface="Segoe Print" panose="02000600000000000000" pitchFamily="2" charset="0"/>
              </a:rPr>
              <a:t>Unmodifiable</a:t>
            </a:r>
            <a:r>
              <a:rPr lang="da-DK" dirty="0">
                <a:solidFill>
                  <a:srgbClr val="FF0000"/>
                </a:solidFill>
                <a:latin typeface="Segoe Print" panose="02000600000000000000" pitchFamily="2" charset="0"/>
              </a:rPr>
              <a:t> class</a:t>
            </a:r>
          </a:p>
        </p:txBody>
      </p:sp>
      <p:sp>
        <p:nvSpPr>
          <p:cNvPr id="24" name="TextBox 23">
            <a:extLst>
              <a:ext uri="{FF2B5EF4-FFF2-40B4-BE49-F238E27FC236}">
                <a16:creationId xmlns:a16="http://schemas.microsoft.com/office/drawing/2014/main" id="{93EBAAE5-4953-ECC9-DA27-DBACF6A294BC}"/>
              </a:ext>
            </a:extLst>
          </p:cNvPr>
          <p:cNvSpPr txBox="1"/>
          <p:nvPr/>
        </p:nvSpPr>
        <p:spPr>
          <a:xfrm>
            <a:off x="298173" y="1711612"/>
            <a:ext cx="2565126" cy="369332"/>
          </a:xfrm>
          <a:prstGeom prst="rect">
            <a:avLst/>
          </a:prstGeom>
          <a:noFill/>
        </p:spPr>
        <p:txBody>
          <a:bodyPr wrap="none" rtlCol="0">
            <a:spAutoFit/>
          </a:bodyPr>
          <a:lstStyle/>
          <a:p>
            <a:r>
              <a:rPr lang="da-DK" dirty="0">
                <a:solidFill>
                  <a:srgbClr val="FF0000"/>
                </a:solidFill>
                <a:latin typeface="Segoe Print" panose="02000600000000000000" pitchFamily="2" charset="0"/>
              </a:rPr>
              <a:t>Class in </a:t>
            </a:r>
            <a:r>
              <a:rPr lang="da-DK" dirty="0" err="1">
                <a:solidFill>
                  <a:srgbClr val="FF0000"/>
                </a:solidFill>
                <a:latin typeface="Segoe Print" panose="02000600000000000000" pitchFamily="2" charset="0"/>
              </a:rPr>
              <a:t>your</a:t>
            </a:r>
            <a:r>
              <a:rPr lang="da-DK" dirty="0">
                <a:solidFill>
                  <a:srgbClr val="FF0000"/>
                </a:solidFill>
                <a:latin typeface="Segoe Print" panose="02000600000000000000" pitchFamily="2" charset="0"/>
              </a:rPr>
              <a:t> system</a:t>
            </a:r>
          </a:p>
        </p:txBody>
      </p:sp>
      <p:sp>
        <p:nvSpPr>
          <p:cNvPr id="25" name="TextBox 24">
            <a:extLst>
              <a:ext uri="{FF2B5EF4-FFF2-40B4-BE49-F238E27FC236}">
                <a16:creationId xmlns:a16="http://schemas.microsoft.com/office/drawing/2014/main" id="{CB9CD868-1C7A-F41B-AA20-C586D37B9A41}"/>
              </a:ext>
            </a:extLst>
          </p:cNvPr>
          <p:cNvSpPr txBox="1"/>
          <p:nvPr/>
        </p:nvSpPr>
        <p:spPr>
          <a:xfrm>
            <a:off x="2031431" y="6214038"/>
            <a:ext cx="2515432" cy="369332"/>
          </a:xfrm>
          <a:prstGeom prst="rect">
            <a:avLst/>
          </a:prstGeom>
          <a:noFill/>
        </p:spPr>
        <p:txBody>
          <a:bodyPr wrap="none" rtlCol="0">
            <a:spAutoFit/>
          </a:bodyPr>
          <a:lstStyle/>
          <a:p>
            <a:r>
              <a:rPr lang="da-DK" dirty="0">
                <a:solidFill>
                  <a:srgbClr val="FF0000"/>
                </a:solidFill>
                <a:latin typeface="Segoe Print" panose="02000600000000000000" pitchFamily="2" charset="0"/>
              </a:rPr>
              <a:t>The class </a:t>
            </a:r>
            <a:r>
              <a:rPr lang="da-DK" dirty="0" err="1">
                <a:solidFill>
                  <a:srgbClr val="FF0000"/>
                </a:solidFill>
                <a:latin typeface="Segoe Print" panose="02000600000000000000" pitchFamily="2" charset="0"/>
              </a:rPr>
              <a:t>you</a:t>
            </a:r>
            <a:r>
              <a:rPr lang="da-DK" dirty="0">
                <a:solidFill>
                  <a:srgbClr val="FF0000"/>
                </a:solidFill>
                <a:latin typeface="Segoe Print" panose="02000600000000000000" pitchFamily="2" charset="0"/>
              </a:rPr>
              <a:t> </a:t>
            </a:r>
            <a:r>
              <a:rPr lang="da-DK" dirty="0" err="1">
                <a:solidFill>
                  <a:srgbClr val="FF0000"/>
                </a:solidFill>
                <a:latin typeface="Segoe Print" panose="02000600000000000000" pitchFamily="2" charset="0"/>
              </a:rPr>
              <a:t>write</a:t>
            </a:r>
            <a:endParaRPr lang="da-DK" dirty="0">
              <a:solidFill>
                <a:srgbClr val="FF0000"/>
              </a:solidFill>
              <a:latin typeface="Segoe Print" panose="02000600000000000000" pitchFamily="2" charset="0"/>
            </a:endParaRPr>
          </a:p>
        </p:txBody>
      </p:sp>
      <p:sp>
        <p:nvSpPr>
          <p:cNvPr id="10" name="TextBox 9">
            <a:extLst>
              <a:ext uri="{FF2B5EF4-FFF2-40B4-BE49-F238E27FC236}">
                <a16:creationId xmlns:a16="http://schemas.microsoft.com/office/drawing/2014/main" id="{0A05E5DD-5150-8C3E-75B0-E2025FE95485}"/>
              </a:ext>
            </a:extLst>
          </p:cNvPr>
          <p:cNvSpPr txBox="1"/>
          <p:nvPr/>
        </p:nvSpPr>
        <p:spPr>
          <a:xfrm>
            <a:off x="8059916" y="840504"/>
            <a:ext cx="2601797" cy="1200329"/>
          </a:xfrm>
          <a:prstGeom prst="rect">
            <a:avLst/>
          </a:prstGeom>
          <a:noFill/>
        </p:spPr>
        <p:txBody>
          <a:bodyPr wrap="square">
            <a:spAutoFit/>
          </a:bodyPr>
          <a:lstStyle/>
          <a:p>
            <a:pPr>
              <a:buNone/>
            </a:pPr>
            <a:r>
              <a:rPr lang="en-US" sz="1800" dirty="0">
                <a:solidFill>
                  <a:srgbClr val="6C95EB"/>
                </a:solidFill>
                <a:effectLst/>
                <a:latin typeface="JetBrains Mono"/>
              </a:rPr>
              <a:t>public interface </a:t>
            </a:r>
            <a:r>
              <a:rPr lang="en-US" sz="1800" dirty="0">
                <a:solidFill>
                  <a:srgbClr val="C191FF"/>
                </a:solidFill>
                <a:effectLst/>
                <a:latin typeface="JetBrains Mono"/>
              </a:rPr>
              <a:t>Target</a:t>
            </a:r>
            <a:br>
              <a:rPr lang="en-US" sz="1800" dirty="0">
                <a:solidFill>
                  <a:srgbClr val="C191FF"/>
                </a:solidFill>
                <a:effectLst/>
                <a:latin typeface="JetBrains Mono"/>
              </a:rPr>
            </a:br>
            <a:r>
              <a:rPr lang="en-US" sz="1800" dirty="0">
                <a:solidFill>
                  <a:srgbClr val="BDBDBD"/>
                </a:solidFill>
                <a:effectLst/>
                <a:latin typeface="JetBrains Mono"/>
              </a:rPr>
              <a:t>{</a:t>
            </a:r>
            <a:br>
              <a:rPr lang="en-US" sz="1800" dirty="0">
                <a:solidFill>
                  <a:srgbClr val="BDBDBD"/>
                </a:solidFill>
                <a:effectLst/>
                <a:latin typeface="JetBrains Mono"/>
              </a:rPr>
            </a:br>
            <a:r>
              <a:rPr lang="en-US" sz="1800" dirty="0">
                <a:solidFill>
                  <a:srgbClr val="BDBDBD"/>
                </a:solidFill>
                <a:effectLst/>
                <a:latin typeface="JetBrains Mono"/>
              </a:rPr>
              <a:t>    </a:t>
            </a:r>
            <a:r>
              <a:rPr lang="en-US" sz="1800" dirty="0">
                <a:solidFill>
                  <a:srgbClr val="C191FF"/>
                </a:solidFill>
                <a:effectLst/>
                <a:latin typeface="JetBrains Mono"/>
              </a:rPr>
              <a:t>String </a:t>
            </a:r>
            <a:r>
              <a:rPr lang="en-US" sz="1800" dirty="0">
                <a:solidFill>
                  <a:srgbClr val="39CC9B"/>
                </a:solidFill>
                <a:effectLst/>
                <a:latin typeface="JetBrains Mono"/>
              </a:rPr>
              <a:t>method</a:t>
            </a:r>
            <a:r>
              <a:rPr lang="en-US" sz="1800" dirty="0">
                <a:solidFill>
                  <a:srgbClr val="BDBDBD"/>
                </a:solidFill>
                <a:effectLst/>
                <a:latin typeface="JetBrains Mono"/>
              </a:rPr>
              <a:t>(</a:t>
            </a:r>
            <a:r>
              <a:rPr lang="en-US" sz="1800" dirty="0">
                <a:solidFill>
                  <a:srgbClr val="6C95EB"/>
                </a:solidFill>
                <a:effectLst/>
                <a:latin typeface="JetBrains Mono"/>
              </a:rPr>
              <a:t>int </a:t>
            </a:r>
            <a:r>
              <a:rPr lang="en-US" sz="1800" dirty="0">
                <a:solidFill>
                  <a:srgbClr val="BDBDBD"/>
                </a:solidFill>
                <a:effectLst/>
                <a:latin typeface="JetBrains Mono"/>
              </a:rPr>
              <a:t>x);</a:t>
            </a:r>
            <a:br>
              <a:rPr lang="en-US" sz="1800" dirty="0">
                <a:solidFill>
                  <a:srgbClr val="BDBDBD"/>
                </a:solidFill>
                <a:effectLst/>
                <a:latin typeface="JetBrains Mono"/>
              </a:rPr>
            </a:br>
            <a:r>
              <a:rPr lang="en-US" sz="1800" dirty="0">
                <a:solidFill>
                  <a:srgbClr val="BDBDBD"/>
                </a:solidFill>
                <a:effectLst/>
                <a:latin typeface="JetBrains Mono"/>
              </a:rPr>
              <a:t>}</a:t>
            </a:r>
            <a:endParaRPr lang="en-US" sz="1800" dirty="0">
              <a:solidFill>
                <a:srgbClr val="D0D0D0"/>
              </a:solidFill>
              <a:effectLst/>
              <a:latin typeface="JetBrains Mono"/>
            </a:endParaRPr>
          </a:p>
        </p:txBody>
      </p:sp>
      <p:sp>
        <p:nvSpPr>
          <p:cNvPr id="12" name="TextBox 11">
            <a:extLst>
              <a:ext uri="{FF2B5EF4-FFF2-40B4-BE49-F238E27FC236}">
                <a16:creationId xmlns:a16="http://schemas.microsoft.com/office/drawing/2014/main" id="{65A5AEDF-B673-E1F2-D258-F0C8D4D7C1AC}"/>
              </a:ext>
            </a:extLst>
          </p:cNvPr>
          <p:cNvSpPr txBox="1"/>
          <p:nvPr/>
        </p:nvSpPr>
        <p:spPr>
          <a:xfrm>
            <a:off x="9502068" y="194173"/>
            <a:ext cx="2461332" cy="646331"/>
          </a:xfrm>
          <a:prstGeom prst="rect">
            <a:avLst/>
          </a:prstGeom>
          <a:noFill/>
        </p:spPr>
        <p:txBody>
          <a:bodyPr wrap="square" rtlCol="0">
            <a:spAutoFit/>
          </a:bodyPr>
          <a:lstStyle/>
          <a:p>
            <a:r>
              <a:rPr lang="da-DK" dirty="0">
                <a:solidFill>
                  <a:srgbClr val="FF0000"/>
                </a:solidFill>
                <a:latin typeface="Segoe Print" panose="02000600000000000000" pitchFamily="2" charset="0"/>
              </a:rPr>
              <a:t>The interface </a:t>
            </a:r>
            <a:r>
              <a:rPr lang="da-DK" dirty="0" err="1">
                <a:solidFill>
                  <a:srgbClr val="FF0000"/>
                </a:solidFill>
                <a:latin typeface="Segoe Print" panose="02000600000000000000" pitchFamily="2" charset="0"/>
              </a:rPr>
              <a:t>your</a:t>
            </a:r>
            <a:r>
              <a:rPr lang="da-DK" dirty="0">
                <a:solidFill>
                  <a:srgbClr val="FF0000"/>
                </a:solidFill>
                <a:latin typeface="Segoe Print" panose="02000600000000000000" pitchFamily="2" charset="0"/>
              </a:rPr>
              <a:t> system </a:t>
            </a:r>
            <a:r>
              <a:rPr lang="da-DK" dirty="0" err="1">
                <a:solidFill>
                  <a:srgbClr val="FF0000"/>
                </a:solidFill>
                <a:latin typeface="Segoe Print" panose="02000600000000000000" pitchFamily="2" charset="0"/>
              </a:rPr>
              <a:t>depends</a:t>
            </a:r>
            <a:r>
              <a:rPr lang="da-DK" dirty="0">
                <a:solidFill>
                  <a:srgbClr val="FF0000"/>
                </a:solidFill>
                <a:latin typeface="Segoe Print" panose="02000600000000000000" pitchFamily="2" charset="0"/>
              </a:rPr>
              <a:t> on</a:t>
            </a:r>
          </a:p>
        </p:txBody>
      </p:sp>
    </p:spTree>
    <p:extLst>
      <p:ext uri="{BB962C8B-B14F-4D97-AF65-F5344CB8AC3E}">
        <p14:creationId xmlns:p14="http://schemas.microsoft.com/office/powerpoint/2010/main" val="2493033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CCE4-F191-987A-94A8-A205D94A1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704BB-B275-C260-70F7-243E399551B3}"/>
              </a:ext>
            </a:extLst>
          </p:cNvPr>
          <p:cNvSpPr>
            <a:spLocks noGrp="1"/>
          </p:cNvSpPr>
          <p:nvPr>
            <p:ph type="title"/>
          </p:nvPr>
        </p:nvSpPr>
        <p:spPr/>
        <p:txBody>
          <a:bodyPr/>
          <a:lstStyle/>
          <a:p>
            <a:r>
              <a:rPr lang="da-DK" dirty="0"/>
              <a:t>Code </a:t>
            </a:r>
            <a:r>
              <a:rPr lang="da-DK" dirty="0" err="1"/>
              <a:t>example</a:t>
            </a:r>
            <a:endParaRPr lang="da-DK" dirty="0"/>
          </a:p>
        </p:txBody>
      </p:sp>
      <p:sp>
        <p:nvSpPr>
          <p:cNvPr id="4" name="Isosceles Triangle 3">
            <a:extLst>
              <a:ext uri="{FF2B5EF4-FFF2-40B4-BE49-F238E27FC236}">
                <a16:creationId xmlns:a16="http://schemas.microsoft.com/office/drawing/2014/main" id="{02128A16-CB5D-2603-C2D6-586D4F41BCCC}"/>
              </a:ext>
            </a:extLst>
          </p:cNvPr>
          <p:cNvSpPr/>
          <p:nvPr/>
        </p:nvSpPr>
        <p:spPr>
          <a:xfrm>
            <a:off x="5649799" y="3467022"/>
            <a:ext cx="395924" cy="317126"/>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aphicFrame>
        <p:nvGraphicFramePr>
          <p:cNvPr id="7" name="Table 6">
            <a:extLst>
              <a:ext uri="{FF2B5EF4-FFF2-40B4-BE49-F238E27FC236}">
                <a16:creationId xmlns:a16="http://schemas.microsoft.com/office/drawing/2014/main" id="{58065451-5DD3-EE4A-AB08-702841B734A4}"/>
              </a:ext>
            </a:extLst>
          </p:cNvPr>
          <p:cNvGraphicFramePr>
            <a:graphicFrameLocks noGrp="1"/>
          </p:cNvGraphicFramePr>
          <p:nvPr/>
        </p:nvGraphicFramePr>
        <p:xfrm>
          <a:off x="8059916" y="4914594"/>
          <a:ext cx="3986310" cy="1102902"/>
        </p:xfrm>
        <a:graphic>
          <a:graphicData uri="http://schemas.openxmlformats.org/drawingml/2006/table">
            <a:tbl>
              <a:tblPr firstRow="1" bandRow="1">
                <a:tableStyleId>{5C22544A-7EE6-4342-B048-85BDC9FD1C3A}</a:tableStyleId>
              </a:tblPr>
              <a:tblGrid>
                <a:gridCol w="3986310">
                  <a:extLst>
                    <a:ext uri="{9D8B030D-6E8A-4147-A177-3AD203B41FA5}">
                      <a16:colId xmlns:a16="http://schemas.microsoft.com/office/drawing/2014/main" val="696213711"/>
                    </a:ext>
                  </a:extLst>
                </a:gridCol>
              </a:tblGrid>
              <a:tr h="0">
                <a:tc>
                  <a:txBody>
                    <a:bodyPr/>
                    <a:lstStyle/>
                    <a:p>
                      <a:pPr algn="ctr"/>
                      <a:r>
                        <a:rPr lang="da-DK" dirty="0" err="1"/>
                        <a:t>Adaptee</a:t>
                      </a:r>
                      <a:endParaRPr lang="da-DK" dirty="0"/>
                    </a:p>
                  </a:txBody>
                  <a:tcPr/>
                </a:tc>
                <a:extLst>
                  <a:ext uri="{0D108BD9-81ED-4DB2-BD59-A6C34878D82A}">
                    <a16:rowId xmlns:a16="http://schemas.microsoft.com/office/drawing/2014/main" val="3839574297"/>
                  </a:ext>
                </a:extLst>
              </a:tr>
              <a:tr h="366302">
                <a:tc>
                  <a:txBody>
                    <a:bodyPr/>
                    <a:lstStyle/>
                    <a:p>
                      <a:r>
                        <a:rPr lang="da-DK" dirty="0"/>
                        <a:t>…</a:t>
                      </a:r>
                    </a:p>
                  </a:txBody>
                  <a:tcPr/>
                </a:tc>
                <a:extLst>
                  <a:ext uri="{0D108BD9-81ED-4DB2-BD59-A6C34878D82A}">
                    <a16:rowId xmlns:a16="http://schemas.microsoft.com/office/drawing/2014/main" val="1840434807"/>
                  </a:ext>
                </a:extLst>
              </a:tr>
              <a:tr h="370840">
                <a:tc>
                  <a:txBody>
                    <a:bodyPr/>
                    <a:lstStyle/>
                    <a:p>
                      <a:r>
                        <a:rPr lang="da-DK" dirty="0"/>
                        <a:t>+ </a:t>
                      </a:r>
                      <a:r>
                        <a:rPr lang="da-DK" dirty="0" err="1"/>
                        <a:t>specificMethod</a:t>
                      </a:r>
                      <a:r>
                        <a:rPr lang="da-DK" dirty="0"/>
                        <a:t>(d : double) : double</a:t>
                      </a:r>
                    </a:p>
                  </a:txBody>
                  <a:tcPr/>
                </a:tc>
                <a:extLst>
                  <a:ext uri="{0D108BD9-81ED-4DB2-BD59-A6C34878D82A}">
                    <a16:rowId xmlns:a16="http://schemas.microsoft.com/office/drawing/2014/main" val="154626388"/>
                  </a:ext>
                </a:extLst>
              </a:tr>
            </a:tbl>
          </a:graphicData>
        </a:graphic>
      </p:graphicFrame>
      <p:graphicFrame>
        <p:nvGraphicFramePr>
          <p:cNvPr id="8" name="Table 7">
            <a:extLst>
              <a:ext uri="{FF2B5EF4-FFF2-40B4-BE49-F238E27FC236}">
                <a16:creationId xmlns:a16="http://schemas.microsoft.com/office/drawing/2014/main" id="{0A33D928-F83D-83D0-8492-4533F77C501B}"/>
              </a:ext>
            </a:extLst>
          </p:cNvPr>
          <p:cNvGraphicFramePr>
            <a:graphicFrameLocks noGrp="1"/>
          </p:cNvGraphicFramePr>
          <p:nvPr/>
        </p:nvGraphicFramePr>
        <p:xfrm>
          <a:off x="4132085" y="4914594"/>
          <a:ext cx="2601797" cy="1112520"/>
        </p:xfrm>
        <a:graphic>
          <a:graphicData uri="http://schemas.openxmlformats.org/drawingml/2006/table">
            <a:tbl>
              <a:tblPr firstRow="1" bandRow="1">
                <a:tableStyleId>{5C22544A-7EE6-4342-B048-85BDC9FD1C3A}</a:tableStyleId>
              </a:tblPr>
              <a:tblGrid>
                <a:gridCol w="2601797">
                  <a:extLst>
                    <a:ext uri="{9D8B030D-6E8A-4147-A177-3AD203B41FA5}">
                      <a16:colId xmlns:a16="http://schemas.microsoft.com/office/drawing/2014/main" val="696213711"/>
                    </a:ext>
                  </a:extLst>
                </a:gridCol>
              </a:tblGrid>
              <a:tr h="370840">
                <a:tc>
                  <a:txBody>
                    <a:bodyPr/>
                    <a:lstStyle/>
                    <a:p>
                      <a:pPr algn="ctr"/>
                      <a:r>
                        <a:rPr lang="da-DK" dirty="0"/>
                        <a:t>Adapter</a:t>
                      </a:r>
                    </a:p>
                  </a:txBody>
                  <a:tcPr/>
                </a:tc>
                <a:extLst>
                  <a:ext uri="{0D108BD9-81ED-4DB2-BD59-A6C34878D82A}">
                    <a16:rowId xmlns:a16="http://schemas.microsoft.com/office/drawing/2014/main" val="3839574297"/>
                  </a:ext>
                </a:extLst>
              </a:tr>
              <a:tr h="370840">
                <a:tc>
                  <a:txBody>
                    <a:bodyPr/>
                    <a:lstStyle/>
                    <a:p>
                      <a:r>
                        <a:rPr lang="da-DK" dirty="0"/>
                        <a:t>- </a:t>
                      </a:r>
                      <a:r>
                        <a:rPr lang="da-DK" dirty="0" err="1"/>
                        <a:t>adaptee</a:t>
                      </a:r>
                      <a:r>
                        <a:rPr lang="da-DK" dirty="0"/>
                        <a:t> : </a:t>
                      </a:r>
                      <a:r>
                        <a:rPr lang="da-DK" dirty="0" err="1"/>
                        <a:t>Adaptee</a:t>
                      </a:r>
                      <a:endParaRPr lang="da-DK" dirty="0"/>
                    </a:p>
                  </a:txBody>
                  <a:tcPr/>
                </a:tc>
                <a:extLst>
                  <a:ext uri="{0D108BD9-81ED-4DB2-BD59-A6C34878D82A}">
                    <a16:rowId xmlns:a16="http://schemas.microsoft.com/office/drawing/2014/main" val="1840434807"/>
                  </a:ext>
                </a:extLst>
              </a:tr>
              <a:tr h="370840">
                <a:tc>
                  <a:txBody>
                    <a:bodyPr/>
                    <a:lstStyle/>
                    <a:p>
                      <a:r>
                        <a:rPr lang="da-DK" dirty="0"/>
                        <a:t>+ </a:t>
                      </a:r>
                      <a:r>
                        <a:rPr lang="da-DK" dirty="0" err="1"/>
                        <a:t>method</a:t>
                      </a:r>
                      <a:r>
                        <a:rPr lang="da-DK" dirty="0"/>
                        <a:t>(x : </a:t>
                      </a:r>
                      <a:r>
                        <a:rPr lang="da-DK" dirty="0" err="1"/>
                        <a:t>int</a:t>
                      </a:r>
                      <a:r>
                        <a:rPr lang="da-DK" dirty="0"/>
                        <a:t>) : </a:t>
                      </a:r>
                      <a:r>
                        <a:rPr lang="da-DK" dirty="0" err="1"/>
                        <a:t>String</a:t>
                      </a:r>
                      <a:endParaRPr lang="da-DK" dirty="0"/>
                    </a:p>
                  </a:txBody>
                  <a:tcPr/>
                </a:tc>
                <a:extLst>
                  <a:ext uri="{0D108BD9-81ED-4DB2-BD59-A6C34878D82A}">
                    <a16:rowId xmlns:a16="http://schemas.microsoft.com/office/drawing/2014/main" val="154626388"/>
                  </a:ext>
                </a:extLst>
              </a:tr>
            </a:tbl>
          </a:graphicData>
        </a:graphic>
      </p:graphicFrame>
      <p:cxnSp>
        <p:nvCxnSpPr>
          <p:cNvPr id="9" name="Connector: Elbow 8">
            <a:extLst>
              <a:ext uri="{FF2B5EF4-FFF2-40B4-BE49-F238E27FC236}">
                <a16:creationId xmlns:a16="http://schemas.microsoft.com/office/drawing/2014/main" id="{69A0A172-DC23-4DCC-CBBD-C76ACA0B860D}"/>
              </a:ext>
            </a:extLst>
          </p:cNvPr>
          <p:cNvCxnSpPr>
            <a:stCxn id="4" idx="3"/>
            <a:endCxn id="8" idx="0"/>
          </p:cNvCxnSpPr>
          <p:nvPr/>
        </p:nvCxnSpPr>
        <p:spPr>
          <a:xfrm rot="5400000">
            <a:off x="5075149" y="4141982"/>
            <a:ext cx="1130446" cy="414778"/>
          </a:xfrm>
          <a:prstGeom prst="bentConnector3">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457C648-4077-9CF5-DA52-02B2D66385C8}"/>
              </a:ext>
            </a:extLst>
          </p:cNvPr>
          <p:cNvCxnSpPr>
            <a:cxnSpLocks/>
            <a:endCxn id="7" idx="1"/>
          </p:cNvCxnSpPr>
          <p:nvPr/>
        </p:nvCxnSpPr>
        <p:spPr>
          <a:xfrm>
            <a:off x="6733882" y="5466045"/>
            <a:ext cx="1326034" cy="0"/>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100E5E07-19FF-C673-3201-660EB0CA439D}"/>
              </a:ext>
            </a:extLst>
          </p:cNvPr>
          <p:cNvSpPr txBox="1"/>
          <p:nvPr/>
        </p:nvSpPr>
        <p:spPr>
          <a:xfrm>
            <a:off x="9352721" y="4545262"/>
            <a:ext cx="2321469" cy="369332"/>
          </a:xfrm>
          <a:prstGeom prst="rect">
            <a:avLst/>
          </a:prstGeom>
          <a:noFill/>
        </p:spPr>
        <p:txBody>
          <a:bodyPr wrap="none" rtlCol="0">
            <a:spAutoFit/>
          </a:bodyPr>
          <a:lstStyle/>
          <a:p>
            <a:r>
              <a:rPr lang="da-DK" dirty="0" err="1">
                <a:solidFill>
                  <a:srgbClr val="FF0000"/>
                </a:solidFill>
                <a:latin typeface="Segoe Print" panose="02000600000000000000" pitchFamily="2" charset="0"/>
              </a:rPr>
              <a:t>Unmodifiable</a:t>
            </a:r>
            <a:r>
              <a:rPr lang="da-DK" dirty="0">
                <a:solidFill>
                  <a:srgbClr val="FF0000"/>
                </a:solidFill>
                <a:latin typeface="Segoe Print" panose="02000600000000000000" pitchFamily="2" charset="0"/>
              </a:rPr>
              <a:t> class</a:t>
            </a:r>
          </a:p>
        </p:txBody>
      </p:sp>
      <p:sp>
        <p:nvSpPr>
          <p:cNvPr id="25" name="TextBox 24">
            <a:extLst>
              <a:ext uri="{FF2B5EF4-FFF2-40B4-BE49-F238E27FC236}">
                <a16:creationId xmlns:a16="http://schemas.microsoft.com/office/drawing/2014/main" id="{03442307-BCEC-251C-741A-9D1047979842}"/>
              </a:ext>
            </a:extLst>
          </p:cNvPr>
          <p:cNvSpPr txBox="1"/>
          <p:nvPr/>
        </p:nvSpPr>
        <p:spPr>
          <a:xfrm>
            <a:off x="2031431" y="6214038"/>
            <a:ext cx="2515432" cy="369332"/>
          </a:xfrm>
          <a:prstGeom prst="rect">
            <a:avLst/>
          </a:prstGeom>
          <a:noFill/>
        </p:spPr>
        <p:txBody>
          <a:bodyPr wrap="none" rtlCol="0">
            <a:spAutoFit/>
          </a:bodyPr>
          <a:lstStyle/>
          <a:p>
            <a:r>
              <a:rPr lang="da-DK" dirty="0">
                <a:solidFill>
                  <a:srgbClr val="FF0000"/>
                </a:solidFill>
                <a:latin typeface="Segoe Print" panose="02000600000000000000" pitchFamily="2" charset="0"/>
              </a:rPr>
              <a:t>The class </a:t>
            </a:r>
            <a:r>
              <a:rPr lang="da-DK" dirty="0" err="1">
                <a:solidFill>
                  <a:srgbClr val="FF0000"/>
                </a:solidFill>
                <a:latin typeface="Segoe Print" panose="02000600000000000000" pitchFamily="2" charset="0"/>
              </a:rPr>
              <a:t>you</a:t>
            </a:r>
            <a:r>
              <a:rPr lang="da-DK" dirty="0">
                <a:solidFill>
                  <a:srgbClr val="FF0000"/>
                </a:solidFill>
                <a:latin typeface="Segoe Print" panose="02000600000000000000" pitchFamily="2" charset="0"/>
              </a:rPr>
              <a:t> </a:t>
            </a:r>
            <a:r>
              <a:rPr lang="da-DK" dirty="0" err="1">
                <a:solidFill>
                  <a:srgbClr val="FF0000"/>
                </a:solidFill>
                <a:latin typeface="Segoe Print" panose="02000600000000000000" pitchFamily="2" charset="0"/>
              </a:rPr>
              <a:t>write</a:t>
            </a:r>
            <a:endParaRPr lang="da-DK" dirty="0">
              <a:solidFill>
                <a:srgbClr val="FF0000"/>
              </a:solidFill>
              <a:latin typeface="Segoe Print" panose="02000600000000000000" pitchFamily="2" charset="0"/>
            </a:endParaRPr>
          </a:p>
        </p:txBody>
      </p:sp>
      <p:sp>
        <p:nvSpPr>
          <p:cNvPr id="10" name="TextBox 9">
            <a:extLst>
              <a:ext uri="{FF2B5EF4-FFF2-40B4-BE49-F238E27FC236}">
                <a16:creationId xmlns:a16="http://schemas.microsoft.com/office/drawing/2014/main" id="{BED22929-674F-7A8A-86D6-9AEBFA33208C}"/>
              </a:ext>
            </a:extLst>
          </p:cNvPr>
          <p:cNvSpPr txBox="1"/>
          <p:nvPr/>
        </p:nvSpPr>
        <p:spPr>
          <a:xfrm>
            <a:off x="8059916" y="840504"/>
            <a:ext cx="2601797" cy="1200329"/>
          </a:xfrm>
          <a:prstGeom prst="rect">
            <a:avLst/>
          </a:prstGeom>
          <a:noFill/>
        </p:spPr>
        <p:txBody>
          <a:bodyPr wrap="square">
            <a:spAutoFit/>
          </a:bodyPr>
          <a:lstStyle/>
          <a:p>
            <a:pPr>
              <a:buNone/>
            </a:pPr>
            <a:r>
              <a:rPr lang="en-US" sz="1800" dirty="0">
                <a:solidFill>
                  <a:srgbClr val="6C95EB"/>
                </a:solidFill>
                <a:effectLst/>
                <a:latin typeface="JetBrains Mono"/>
              </a:rPr>
              <a:t>public interface </a:t>
            </a:r>
            <a:r>
              <a:rPr lang="en-US" sz="1800" dirty="0">
                <a:solidFill>
                  <a:srgbClr val="C191FF"/>
                </a:solidFill>
                <a:effectLst/>
                <a:latin typeface="JetBrains Mono"/>
              </a:rPr>
              <a:t>Target</a:t>
            </a:r>
            <a:br>
              <a:rPr lang="en-US" sz="1800" dirty="0">
                <a:solidFill>
                  <a:srgbClr val="C191FF"/>
                </a:solidFill>
                <a:effectLst/>
                <a:latin typeface="JetBrains Mono"/>
              </a:rPr>
            </a:br>
            <a:r>
              <a:rPr lang="en-US" sz="1800" dirty="0">
                <a:solidFill>
                  <a:srgbClr val="BDBDBD"/>
                </a:solidFill>
                <a:effectLst/>
                <a:latin typeface="JetBrains Mono"/>
              </a:rPr>
              <a:t>{</a:t>
            </a:r>
            <a:br>
              <a:rPr lang="en-US" sz="1800" dirty="0">
                <a:solidFill>
                  <a:srgbClr val="BDBDBD"/>
                </a:solidFill>
                <a:effectLst/>
                <a:latin typeface="JetBrains Mono"/>
              </a:rPr>
            </a:br>
            <a:r>
              <a:rPr lang="en-US" sz="1800" dirty="0">
                <a:solidFill>
                  <a:srgbClr val="BDBDBD"/>
                </a:solidFill>
                <a:effectLst/>
                <a:latin typeface="JetBrains Mono"/>
              </a:rPr>
              <a:t>    </a:t>
            </a:r>
            <a:r>
              <a:rPr lang="en-US" sz="1800" dirty="0">
                <a:solidFill>
                  <a:srgbClr val="C191FF"/>
                </a:solidFill>
                <a:effectLst/>
                <a:latin typeface="JetBrains Mono"/>
              </a:rPr>
              <a:t>String </a:t>
            </a:r>
            <a:r>
              <a:rPr lang="en-US" sz="1800" dirty="0">
                <a:solidFill>
                  <a:srgbClr val="39CC9B"/>
                </a:solidFill>
                <a:effectLst/>
                <a:latin typeface="JetBrains Mono"/>
              </a:rPr>
              <a:t>method</a:t>
            </a:r>
            <a:r>
              <a:rPr lang="en-US" sz="1800" dirty="0">
                <a:solidFill>
                  <a:srgbClr val="BDBDBD"/>
                </a:solidFill>
                <a:effectLst/>
                <a:latin typeface="JetBrains Mono"/>
              </a:rPr>
              <a:t>(</a:t>
            </a:r>
            <a:r>
              <a:rPr lang="en-US" sz="1800" dirty="0">
                <a:solidFill>
                  <a:srgbClr val="6C95EB"/>
                </a:solidFill>
                <a:effectLst/>
                <a:latin typeface="JetBrains Mono"/>
              </a:rPr>
              <a:t>int </a:t>
            </a:r>
            <a:r>
              <a:rPr lang="en-US" sz="1800" dirty="0">
                <a:solidFill>
                  <a:srgbClr val="BDBDBD"/>
                </a:solidFill>
                <a:effectLst/>
                <a:latin typeface="JetBrains Mono"/>
              </a:rPr>
              <a:t>x);</a:t>
            </a:r>
            <a:br>
              <a:rPr lang="en-US" sz="1800" dirty="0">
                <a:solidFill>
                  <a:srgbClr val="BDBDBD"/>
                </a:solidFill>
                <a:effectLst/>
                <a:latin typeface="JetBrains Mono"/>
              </a:rPr>
            </a:br>
            <a:r>
              <a:rPr lang="en-US" sz="1800" dirty="0">
                <a:solidFill>
                  <a:srgbClr val="BDBDBD"/>
                </a:solidFill>
                <a:effectLst/>
                <a:latin typeface="JetBrains Mono"/>
              </a:rPr>
              <a:t>}</a:t>
            </a:r>
            <a:endParaRPr lang="en-US" sz="1800" dirty="0">
              <a:solidFill>
                <a:srgbClr val="D0D0D0"/>
              </a:solidFill>
              <a:effectLst/>
              <a:latin typeface="JetBrains Mono"/>
            </a:endParaRPr>
          </a:p>
        </p:txBody>
      </p:sp>
      <p:sp>
        <p:nvSpPr>
          <p:cNvPr id="6" name="TextBox 5">
            <a:extLst>
              <a:ext uri="{FF2B5EF4-FFF2-40B4-BE49-F238E27FC236}">
                <a16:creationId xmlns:a16="http://schemas.microsoft.com/office/drawing/2014/main" id="{C254A1B5-DC6D-307D-D256-2539F6DCC386}"/>
              </a:ext>
            </a:extLst>
          </p:cNvPr>
          <p:cNvSpPr txBox="1"/>
          <p:nvPr/>
        </p:nvSpPr>
        <p:spPr>
          <a:xfrm>
            <a:off x="145774" y="246003"/>
            <a:ext cx="6093822" cy="4801314"/>
          </a:xfrm>
          <a:prstGeom prst="rect">
            <a:avLst/>
          </a:prstGeom>
          <a:noFill/>
        </p:spPr>
        <p:txBody>
          <a:bodyPr wrap="square">
            <a:spAutoFit/>
          </a:bodyPr>
          <a:lstStyle/>
          <a:p>
            <a:pPr>
              <a:buNone/>
            </a:pPr>
            <a:r>
              <a:rPr lang="da-DK" sz="1800" dirty="0">
                <a:solidFill>
                  <a:srgbClr val="6C95EB"/>
                </a:solidFill>
                <a:effectLst/>
                <a:latin typeface="JetBrains Mono"/>
              </a:rPr>
              <a:t>public class </a:t>
            </a:r>
            <a:r>
              <a:rPr lang="da-DK" sz="1800" dirty="0" err="1">
                <a:solidFill>
                  <a:srgbClr val="C191FF"/>
                </a:solidFill>
                <a:effectLst/>
                <a:latin typeface="JetBrains Mono"/>
              </a:rPr>
              <a:t>Context</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private </a:t>
            </a:r>
            <a:r>
              <a:rPr lang="da-DK" sz="1800" dirty="0">
                <a:solidFill>
                  <a:srgbClr val="C191FF"/>
                </a:solidFill>
                <a:effectLst/>
                <a:latin typeface="JetBrains Mono"/>
              </a:rPr>
              <a:t>Target </a:t>
            </a:r>
            <a:r>
              <a:rPr lang="da-DK" sz="1800" dirty="0" err="1">
                <a:solidFill>
                  <a:srgbClr val="66C3CC"/>
                </a:solidFill>
                <a:effectLst/>
                <a:latin typeface="JetBrains Mono"/>
              </a:rPr>
              <a:t>target</a:t>
            </a: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a:t>
            </a:r>
            <a:r>
              <a:rPr lang="da-DK" sz="1800" dirty="0" err="1">
                <a:solidFill>
                  <a:srgbClr val="39CC9B"/>
                </a:solidFill>
                <a:effectLst/>
                <a:latin typeface="JetBrains Mono"/>
              </a:rPr>
              <a:t>Context</a:t>
            </a:r>
            <a:r>
              <a:rPr lang="da-DK" sz="1800" dirty="0">
                <a:solidFill>
                  <a:srgbClr val="BDBDBD"/>
                </a:solidFill>
                <a:effectLst/>
                <a:latin typeface="JetBrains Mono"/>
              </a:rPr>
              <a:t>(</a:t>
            </a:r>
            <a:r>
              <a:rPr lang="da-DK" sz="1800" dirty="0">
                <a:solidFill>
                  <a:srgbClr val="C191FF"/>
                </a:solidFill>
                <a:effectLst/>
                <a:latin typeface="JetBrains Mono"/>
              </a:rPr>
              <a:t>Target </a:t>
            </a:r>
            <a:r>
              <a:rPr lang="da-DK" sz="1800" dirty="0" err="1">
                <a:solidFill>
                  <a:srgbClr val="BDBDBD"/>
                </a:solidFill>
                <a:effectLst/>
                <a:latin typeface="JetBrains Mono"/>
              </a:rPr>
              <a:t>target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this</a:t>
            </a:r>
            <a:r>
              <a:rPr lang="da-DK" sz="1800" dirty="0" err="1">
                <a:solidFill>
                  <a:srgbClr val="BDBDBD"/>
                </a:solidFill>
                <a:effectLst/>
                <a:latin typeface="JetBrains Mono"/>
              </a:rPr>
              <a:t>.</a:t>
            </a:r>
            <a:r>
              <a:rPr lang="da-DK" sz="1800" dirty="0" err="1">
                <a:solidFill>
                  <a:srgbClr val="66C3CC"/>
                </a:solidFill>
                <a:effectLst/>
                <a:latin typeface="JetBrains Mono"/>
              </a:rPr>
              <a:t>target</a:t>
            </a:r>
            <a:r>
              <a:rPr lang="da-DK" sz="1800" dirty="0">
                <a:solidFill>
                  <a:srgbClr val="66C3CC"/>
                </a:solidFill>
                <a:effectLst/>
                <a:latin typeface="JetBrains Mono"/>
              </a:rPr>
              <a:t> </a:t>
            </a:r>
            <a:r>
              <a:rPr lang="da-DK" sz="1800" dirty="0">
                <a:solidFill>
                  <a:srgbClr val="BDBDBD"/>
                </a:solidFill>
                <a:effectLst/>
                <a:latin typeface="JetBrains Mono"/>
              </a:rPr>
              <a:t>= </a:t>
            </a:r>
            <a:r>
              <a:rPr lang="da-DK" sz="1800" dirty="0" err="1">
                <a:solidFill>
                  <a:srgbClr val="BDBDBD"/>
                </a:solidFill>
                <a:effectLst/>
                <a:latin typeface="JetBrains Mono"/>
              </a:rPr>
              <a:t>target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a:t>
            </a:r>
            <a:r>
              <a:rPr lang="da-DK" sz="1800" dirty="0" err="1">
                <a:solidFill>
                  <a:srgbClr val="6C95EB"/>
                </a:solidFill>
                <a:effectLst/>
                <a:latin typeface="JetBrains Mono"/>
              </a:rPr>
              <a:t>void</a:t>
            </a:r>
            <a:r>
              <a:rPr lang="da-DK" sz="1800" dirty="0">
                <a:solidFill>
                  <a:srgbClr val="6C95EB"/>
                </a:solidFill>
                <a:effectLst/>
                <a:latin typeface="JetBrains Mono"/>
              </a:rPr>
              <a:t> </a:t>
            </a:r>
            <a:r>
              <a:rPr lang="da-DK" sz="1800" dirty="0" err="1">
                <a:solidFill>
                  <a:srgbClr val="39CC9B"/>
                </a:solidFill>
                <a:effectLst/>
                <a:latin typeface="JetBrains Mono"/>
              </a:rPr>
              <a:t>someMethod</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int</a:t>
            </a:r>
            <a:r>
              <a:rPr lang="da-DK" sz="1800" dirty="0">
                <a:solidFill>
                  <a:srgbClr val="6C95EB"/>
                </a:solidFill>
                <a:effectLst/>
                <a:latin typeface="JetBrains Mono"/>
              </a:rPr>
              <a:t> </a:t>
            </a:r>
            <a:r>
              <a:rPr lang="da-DK" sz="1800" dirty="0">
                <a:solidFill>
                  <a:srgbClr val="BDBDBD"/>
                </a:solidFill>
                <a:effectLst/>
                <a:latin typeface="JetBrains Mono"/>
              </a:rPr>
              <a:t>input = </a:t>
            </a:r>
            <a:r>
              <a:rPr lang="da-DK" sz="1800" dirty="0">
                <a:solidFill>
                  <a:srgbClr val="ED94C0"/>
                </a:solidFill>
                <a:effectLst/>
                <a:latin typeface="JetBrains Mono"/>
              </a:rPr>
              <a:t>10</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BDBDBD"/>
                </a:solidFill>
                <a:effectLst/>
                <a:latin typeface="JetBrains Mono"/>
              </a:rPr>
              <a:t>result</a:t>
            </a:r>
            <a:r>
              <a:rPr lang="da-DK" sz="1800" dirty="0">
                <a:solidFill>
                  <a:srgbClr val="BDBDBD"/>
                </a:solidFill>
                <a:effectLst/>
                <a:latin typeface="JetBrains Mono"/>
              </a:rPr>
              <a:t> = </a:t>
            </a:r>
            <a:r>
              <a:rPr lang="da-DK" sz="1800" dirty="0" err="1">
                <a:solidFill>
                  <a:srgbClr val="66C3CC"/>
                </a:solidFill>
                <a:effectLst/>
                <a:latin typeface="JetBrains Mono"/>
              </a:rPr>
              <a:t>target</a:t>
            </a:r>
            <a:r>
              <a:rPr lang="da-DK" sz="1800" dirty="0" err="1">
                <a:solidFill>
                  <a:srgbClr val="BDBDBD"/>
                </a:solidFill>
                <a:effectLst/>
                <a:latin typeface="JetBrains Mono"/>
              </a:rPr>
              <a:t>.</a:t>
            </a:r>
            <a:r>
              <a:rPr lang="da-DK" sz="1800" dirty="0" err="1">
                <a:solidFill>
                  <a:srgbClr val="39CC9B"/>
                </a:solidFill>
                <a:effectLst/>
                <a:latin typeface="JetBrains Mono"/>
              </a:rPr>
              <a:t>method</a:t>
            </a:r>
            <a:r>
              <a:rPr lang="da-DK" sz="1800" dirty="0">
                <a:solidFill>
                  <a:srgbClr val="BDBDBD"/>
                </a:solidFill>
                <a:effectLst/>
                <a:latin typeface="JetBrains Mono"/>
              </a:rPr>
              <a:t>(input);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C191FF"/>
                </a:solidFill>
                <a:effectLst/>
                <a:latin typeface="JetBrains Mono"/>
              </a:rPr>
              <a:t>System</a:t>
            </a:r>
            <a:r>
              <a:rPr lang="da-DK" sz="1800" dirty="0" err="1">
                <a:solidFill>
                  <a:srgbClr val="BDBDBD"/>
                </a:solidFill>
                <a:effectLst/>
                <a:latin typeface="JetBrains Mono"/>
              </a:rPr>
              <a:t>.</a:t>
            </a:r>
            <a:r>
              <a:rPr lang="da-DK" sz="1800" dirty="0" err="1">
                <a:solidFill>
                  <a:srgbClr val="66C3CC"/>
                </a:solidFill>
                <a:effectLst/>
                <a:latin typeface="JetBrains Mono"/>
              </a:rPr>
              <a:t>out</a:t>
            </a:r>
            <a:r>
              <a:rPr lang="da-DK" sz="1800" dirty="0" err="1">
                <a:solidFill>
                  <a:srgbClr val="BDBDBD"/>
                </a:solidFill>
                <a:effectLst/>
                <a:latin typeface="JetBrains Mono"/>
              </a:rPr>
              <a:t>.</a:t>
            </a:r>
            <a:r>
              <a:rPr lang="da-DK" sz="1800" dirty="0" err="1">
                <a:solidFill>
                  <a:srgbClr val="39CC9B"/>
                </a:solidFill>
                <a:effectLst/>
                <a:latin typeface="JetBrains Mono"/>
              </a:rPr>
              <a:t>println</a:t>
            </a:r>
            <a:r>
              <a:rPr lang="da-DK" sz="1800" dirty="0">
                <a:solidFill>
                  <a:srgbClr val="BDBDBD"/>
                </a:solidFill>
                <a:effectLst/>
                <a:latin typeface="JetBrains Mono"/>
              </a:rPr>
              <a:t>(</a:t>
            </a:r>
            <a:r>
              <a:rPr lang="da-DK" sz="1800" dirty="0" err="1">
                <a:solidFill>
                  <a:srgbClr val="BDBDBD"/>
                </a:solidFill>
                <a:effectLst/>
                <a:latin typeface="JetBrains Mono"/>
              </a:rPr>
              <a:t>result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cxnSp>
        <p:nvCxnSpPr>
          <p:cNvPr id="12" name="Straight Arrow Connector 11">
            <a:extLst>
              <a:ext uri="{FF2B5EF4-FFF2-40B4-BE49-F238E27FC236}">
                <a16:creationId xmlns:a16="http://schemas.microsoft.com/office/drawing/2014/main" id="{8967FAD9-DA3E-22C7-AE04-1F7B40D81C44}"/>
              </a:ext>
            </a:extLst>
          </p:cNvPr>
          <p:cNvCxnSpPr>
            <a:cxnSpLocks/>
          </p:cNvCxnSpPr>
          <p:nvPr/>
        </p:nvCxnSpPr>
        <p:spPr>
          <a:xfrm flipV="1">
            <a:off x="2923504" y="1075386"/>
            <a:ext cx="4977685" cy="193183"/>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846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23A6-D836-6874-6BB5-735745913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993BC-64DD-1AB2-56C1-82F3A55ED155}"/>
              </a:ext>
            </a:extLst>
          </p:cNvPr>
          <p:cNvSpPr>
            <a:spLocks noGrp="1"/>
          </p:cNvSpPr>
          <p:nvPr>
            <p:ph type="title"/>
          </p:nvPr>
        </p:nvSpPr>
        <p:spPr/>
        <p:txBody>
          <a:bodyPr/>
          <a:lstStyle/>
          <a:p>
            <a:r>
              <a:rPr lang="da-DK" dirty="0"/>
              <a:t>Code </a:t>
            </a:r>
            <a:r>
              <a:rPr lang="da-DK" dirty="0" err="1"/>
              <a:t>example</a:t>
            </a:r>
            <a:endParaRPr lang="da-DK" dirty="0"/>
          </a:p>
        </p:txBody>
      </p:sp>
      <p:graphicFrame>
        <p:nvGraphicFramePr>
          <p:cNvPr id="7" name="Table 6">
            <a:extLst>
              <a:ext uri="{FF2B5EF4-FFF2-40B4-BE49-F238E27FC236}">
                <a16:creationId xmlns:a16="http://schemas.microsoft.com/office/drawing/2014/main" id="{71538D00-0D4E-AE25-BCEE-FE51E769780F}"/>
              </a:ext>
            </a:extLst>
          </p:cNvPr>
          <p:cNvGraphicFramePr>
            <a:graphicFrameLocks noGrp="1"/>
          </p:cNvGraphicFramePr>
          <p:nvPr>
            <p:extLst>
              <p:ext uri="{D42A27DB-BD31-4B8C-83A1-F6EECF244321}">
                <p14:modId xmlns:p14="http://schemas.microsoft.com/office/powerpoint/2010/main" val="4239308797"/>
              </p:ext>
            </p:extLst>
          </p:nvPr>
        </p:nvGraphicFramePr>
        <p:xfrm>
          <a:off x="8425676" y="6306549"/>
          <a:ext cx="3986310" cy="1102902"/>
        </p:xfrm>
        <a:graphic>
          <a:graphicData uri="http://schemas.openxmlformats.org/drawingml/2006/table">
            <a:tbl>
              <a:tblPr firstRow="1" bandRow="1">
                <a:tableStyleId>{5C22544A-7EE6-4342-B048-85BDC9FD1C3A}</a:tableStyleId>
              </a:tblPr>
              <a:tblGrid>
                <a:gridCol w="3986310">
                  <a:extLst>
                    <a:ext uri="{9D8B030D-6E8A-4147-A177-3AD203B41FA5}">
                      <a16:colId xmlns:a16="http://schemas.microsoft.com/office/drawing/2014/main" val="696213711"/>
                    </a:ext>
                  </a:extLst>
                </a:gridCol>
              </a:tblGrid>
              <a:tr h="0">
                <a:tc>
                  <a:txBody>
                    <a:bodyPr/>
                    <a:lstStyle/>
                    <a:p>
                      <a:pPr algn="ctr"/>
                      <a:r>
                        <a:rPr lang="da-DK" dirty="0" err="1"/>
                        <a:t>Adaptee</a:t>
                      </a:r>
                      <a:endParaRPr lang="da-DK" dirty="0"/>
                    </a:p>
                  </a:txBody>
                  <a:tcPr/>
                </a:tc>
                <a:extLst>
                  <a:ext uri="{0D108BD9-81ED-4DB2-BD59-A6C34878D82A}">
                    <a16:rowId xmlns:a16="http://schemas.microsoft.com/office/drawing/2014/main" val="3839574297"/>
                  </a:ext>
                </a:extLst>
              </a:tr>
              <a:tr h="366302">
                <a:tc>
                  <a:txBody>
                    <a:bodyPr/>
                    <a:lstStyle/>
                    <a:p>
                      <a:r>
                        <a:rPr lang="da-DK" dirty="0"/>
                        <a:t>…</a:t>
                      </a:r>
                    </a:p>
                  </a:txBody>
                  <a:tcPr/>
                </a:tc>
                <a:extLst>
                  <a:ext uri="{0D108BD9-81ED-4DB2-BD59-A6C34878D82A}">
                    <a16:rowId xmlns:a16="http://schemas.microsoft.com/office/drawing/2014/main" val="1840434807"/>
                  </a:ext>
                </a:extLst>
              </a:tr>
              <a:tr h="370840">
                <a:tc>
                  <a:txBody>
                    <a:bodyPr/>
                    <a:lstStyle/>
                    <a:p>
                      <a:r>
                        <a:rPr lang="da-DK" dirty="0"/>
                        <a:t>+ </a:t>
                      </a:r>
                      <a:r>
                        <a:rPr lang="da-DK" dirty="0" err="1"/>
                        <a:t>specificMethod</a:t>
                      </a:r>
                      <a:r>
                        <a:rPr lang="da-DK" dirty="0"/>
                        <a:t>(d : double) : double</a:t>
                      </a:r>
                    </a:p>
                  </a:txBody>
                  <a:tcPr/>
                </a:tc>
                <a:extLst>
                  <a:ext uri="{0D108BD9-81ED-4DB2-BD59-A6C34878D82A}">
                    <a16:rowId xmlns:a16="http://schemas.microsoft.com/office/drawing/2014/main" val="154626388"/>
                  </a:ext>
                </a:extLst>
              </a:tr>
            </a:tbl>
          </a:graphicData>
        </a:graphic>
      </p:graphicFrame>
      <p:sp>
        <p:nvSpPr>
          <p:cNvPr id="10" name="TextBox 9">
            <a:extLst>
              <a:ext uri="{FF2B5EF4-FFF2-40B4-BE49-F238E27FC236}">
                <a16:creationId xmlns:a16="http://schemas.microsoft.com/office/drawing/2014/main" id="{9E82E65C-2477-1210-8567-ACE881E5D26B}"/>
              </a:ext>
            </a:extLst>
          </p:cNvPr>
          <p:cNvSpPr txBox="1"/>
          <p:nvPr/>
        </p:nvSpPr>
        <p:spPr>
          <a:xfrm>
            <a:off x="8059916" y="840504"/>
            <a:ext cx="2601797" cy="1200329"/>
          </a:xfrm>
          <a:prstGeom prst="rect">
            <a:avLst/>
          </a:prstGeom>
          <a:noFill/>
        </p:spPr>
        <p:txBody>
          <a:bodyPr wrap="square">
            <a:spAutoFit/>
          </a:bodyPr>
          <a:lstStyle/>
          <a:p>
            <a:pPr>
              <a:buNone/>
            </a:pPr>
            <a:r>
              <a:rPr lang="en-US" sz="1800" dirty="0">
                <a:solidFill>
                  <a:srgbClr val="6C95EB"/>
                </a:solidFill>
                <a:effectLst/>
                <a:latin typeface="JetBrains Mono"/>
              </a:rPr>
              <a:t>public interface </a:t>
            </a:r>
            <a:r>
              <a:rPr lang="en-US" sz="1800" dirty="0">
                <a:solidFill>
                  <a:srgbClr val="C191FF"/>
                </a:solidFill>
                <a:effectLst/>
                <a:latin typeface="JetBrains Mono"/>
              </a:rPr>
              <a:t>Target</a:t>
            </a:r>
            <a:br>
              <a:rPr lang="en-US" sz="1800" dirty="0">
                <a:solidFill>
                  <a:srgbClr val="C191FF"/>
                </a:solidFill>
                <a:effectLst/>
                <a:latin typeface="JetBrains Mono"/>
              </a:rPr>
            </a:br>
            <a:r>
              <a:rPr lang="en-US" sz="1800" dirty="0">
                <a:solidFill>
                  <a:srgbClr val="BDBDBD"/>
                </a:solidFill>
                <a:effectLst/>
                <a:latin typeface="JetBrains Mono"/>
              </a:rPr>
              <a:t>{</a:t>
            </a:r>
            <a:br>
              <a:rPr lang="en-US" sz="1800" dirty="0">
                <a:solidFill>
                  <a:srgbClr val="BDBDBD"/>
                </a:solidFill>
                <a:effectLst/>
                <a:latin typeface="JetBrains Mono"/>
              </a:rPr>
            </a:br>
            <a:r>
              <a:rPr lang="en-US" sz="1800" dirty="0">
                <a:solidFill>
                  <a:srgbClr val="BDBDBD"/>
                </a:solidFill>
                <a:effectLst/>
                <a:latin typeface="JetBrains Mono"/>
              </a:rPr>
              <a:t>    </a:t>
            </a:r>
            <a:r>
              <a:rPr lang="en-US" sz="1800" dirty="0">
                <a:solidFill>
                  <a:srgbClr val="C191FF"/>
                </a:solidFill>
                <a:effectLst/>
                <a:latin typeface="JetBrains Mono"/>
              </a:rPr>
              <a:t>String </a:t>
            </a:r>
            <a:r>
              <a:rPr lang="en-US" sz="1800" dirty="0">
                <a:solidFill>
                  <a:srgbClr val="39CC9B"/>
                </a:solidFill>
                <a:effectLst/>
                <a:latin typeface="JetBrains Mono"/>
              </a:rPr>
              <a:t>method</a:t>
            </a:r>
            <a:r>
              <a:rPr lang="en-US" sz="1800" dirty="0">
                <a:solidFill>
                  <a:srgbClr val="BDBDBD"/>
                </a:solidFill>
                <a:effectLst/>
                <a:latin typeface="JetBrains Mono"/>
              </a:rPr>
              <a:t>(</a:t>
            </a:r>
            <a:r>
              <a:rPr lang="en-US" sz="1800" dirty="0">
                <a:solidFill>
                  <a:srgbClr val="6C95EB"/>
                </a:solidFill>
                <a:effectLst/>
                <a:latin typeface="JetBrains Mono"/>
              </a:rPr>
              <a:t>int </a:t>
            </a:r>
            <a:r>
              <a:rPr lang="en-US" sz="1800" dirty="0">
                <a:solidFill>
                  <a:srgbClr val="BDBDBD"/>
                </a:solidFill>
                <a:effectLst/>
                <a:latin typeface="JetBrains Mono"/>
              </a:rPr>
              <a:t>x);</a:t>
            </a:r>
            <a:br>
              <a:rPr lang="en-US" sz="1800" dirty="0">
                <a:solidFill>
                  <a:srgbClr val="BDBDBD"/>
                </a:solidFill>
                <a:effectLst/>
                <a:latin typeface="JetBrains Mono"/>
              </a:rPr>
            </a:br>
            <a:r>
              <a:rPr lang="en-US" sz="1800" dirty="0">
                <a:solidFill>
                  <a:srgbClr val="BDBDBD"/>
                </a:solidFill>
                <a:effectLst/>
                <a:latin typeface="JetBrains Mono"/>
              </a:rPr>
              <a:t>}</a:t>
            </a:r>
            <a:endParaRPr lang="en-US" sz="1800" dirty="0">
              <a:solidFill>
                <a:srgbClr val="D0D0D0"/>
              </a:solidFill>
              <a:effectLst/>
              <a:latin typeface="JetBrains Mono"/>
            </a:endParaRPr>
          </a:p>
        </p:txBody>
      </p:sp>
      <p:sp>
        <p:nvSpPr>
          <p:cNvPr id="6" name="TextBox 5">
            <a:extLst>
              <a:ext uri="{FF2B5EF4-FFF2-40B4-BE49-F238E27FC236}">
                <a16:creationId xmlns:a16="http://schemas.microsoft.com/office/drawing/2014/main" id="{1CEBC366-4B8C-2A0B-A2BE-84D8A061FC36}"/>
              </a:ext>
            </a:extLst>
          </p:cNvPr>
          <p:cNvSpPr txBox="1"/>
          <p:nvPr/>
        </p:nvSpPr>
        <p:spPr>
          <a:xfrm>
            <a:off x="145774" y="246003"/>
            <a:ext cx="6093822" cy="4801314"/>
          </a:xfrm>
          <a:prstGeom prst="rect">
            <a:avLst/>
          </a:prstGeom>
          <a:noFill/>
        </p:spPr>
        <p:txBody>
          <a:bodyPr wrap="square">
            <a:spAutoFit/>
          </a:bodyPr>
          <a:lstStyle/>
          <a:p>
            <a:pPr>
              <a:buNone/>
            </a:pPr>
            <a:r>
              <a:rPr lang="da-DK" sz="1800" dirty="0">
                <a:solidFill>
                  <a:srgbClr val="6C95EB"/>
                </a:solidFill>
                <a:effectLst/>
                <a:latin typeface="JetBrains Mono"/>
              </a:rPr>
              <a:t>public class </a:t>
            </a:r>
            <a:r>
              <a:rPr lang="da-DK" sz="1800" dirty="0" err="1">
                <a:solidFill>
                  <a:srgbClr val="C191FF"/>
                </a:solidFill>
                <a:effectLst/>
                <a:latin typeface="JetBrains Mono"/>
              </a:rPr>
              <a:t>Context</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private </a:t>
            </a:r>
            <a:r>
              <a:rPr lang="da-DK" sz="1800" dirty="0">
                <a:solidFill>
                  <a:srgbClr val="C191FF"/>
                </a:solidFill>
                <a:effectLst/>
                <a:latin typeface="JetBrains Mono"/>
              </a:rPr>
              <a:t>Target </a:t>
            </a:r>
            <a:r>
              <a:rPr lang="da-DK" sz="1800" dirty="0" err="1">
                <a:solidFill>
                  <a:srgbClr val="66C3CC"/>
                </a:solidFill>
                <a:effectLst/>
                <a:latin typeface="JetBrains Mono"/>
              </a:rPr>
              <a:t>target</a:t>
            </a: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a:t>
            </a:r>
            <a:r>
              <a:rPr lang="da-DK" sz="1800" dirty="0" err="1">
                <a:solidFill>
                  <a:srgbClr val="39CC9B"/>
                </a:solidFill>
                <a:effectLst/>
                <a:latin typeface="JetBrains Mono"/>
              </a:rPr>
              <a:t>Context</a:t>
            </a:r>
            <a:r>
              <a:rPr lang="da-DK" sz="1800" dirty="0">
                <a:solidFill>
                  <a:srgbClr val="BDBDBD"/>
                </a:solidFill>
                <a:effectLst/>
                <a:latin typeface="JetBrains Mono"/>
              </a:rPr>
              <a:t>(</a:t>
            </a:r>
            <a:r>
              <a:rPr lang="da-DK" sz="1800" dirty="0">
                <a:solidFill>
                  <a:srgbClr val="C191FF"/>
                </a:solidFill>
                <a:effectLst/>
                <a:latin typeface="JetBrains Mono"/>
              </a:rPr>
              <a:t>Target </a:t>
            </a:r>
            <a:r>
              <a:rPr lang="da-DK" sz="1800" dirty="0" err="1">
                <a:solidFill>
                  <a:srgbClr val="BDBDBD"/>
                </a:solidFill>
                <a:effectLst/>
                <a:latin typeface="JetBrains Mono"/>
              </a:rPr>
              <a:t>target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this</a:t>
            </a:r>
            <a:r>
              <a:rPr lang="da-DK" sz="1800" dirty="0" err="1">
                <a:solidFill>
                  <a:srgbClr val="BDBDBD"/>
                </a:solidFill>
                <a:effectLst/>
                <a:latin typeface="JetBrains Mono"/>
              </a:rPr>
              <a:t>.</a:t>
            </a:r>
            <a:r>
              <a:rPr lang="da-DK" sz="1800" dirty="0" err="1">
                <a:solidFill>
                  <a:srgbClr val="66C3CC"/>
                </a:solidFill>
                <a:effectLst/>
                <a:latin typeface="JetBrains Mono"/>
              </a:rPr>
              <a:t>target</a:t>
            </a:r>
            <a:r>
              <a:rPr lang="da-DK" sz="1800" dirty="0">
                <a:solidFill>
                  <a:srgbClr val="66C3CC"/>
                </a:solidFill>
                <a:effectLst/>
                <a:latin typeface="JetBrains Mono"/>
              </a:rPr>
              <a:t> </a:t>
            </a:r>
            <a:r>
              <a:rPr lang="da-DK" sz="1800" dirty="0">
                <a:solidFill>
                  <a:srgbClr val="BDBDBD"/>
                </a:solidFill>
                <a:effectLst/>
                <a:latin typeface="JetBrains Mono"/>
              </a:rPr>
              <a:t>= </a:t>
            </a:r>
            <a:r>
              <a:rPr lang="da-DK" sz="1800" dirty="0" err="1">
                <a:solidFill>
                  <a:srgbClr val="BDBDBD"/>
                </a:solidFill>
                <a:effectLst/>
                <a:latin typeface="JetBrains Mono"/>
              </a:rPr>
              <a:t>target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public </a:t>
            </a:r>
            <a:r>
              <a:rPr lang="da-DK" sz="1800" dirty="0" err="1">
                <a:solidFill>
                  <a:srgbClr val="6C95EB"/>
                </a:solidFill>
                <a:effectLst/>
                <a:latin typeface="JetBrains Mono"/>
              </a:rPr>
              <a:t>void</a:t>
            </a:r>
            <a:r>
              <a:rPr lang="da-DK" sz="1800" dirty="0">
                <a:solidFill>
                  <a:srgbClr val="6C95EB"/>
                </a:solidFill>
                <a:effectLst/>
                <a:latin typeface="JetBrains Mono"/>
              </a:rPr>
              <a:t> </a:t>
            </a:r>
            <a:r>
              <a:rPr lang="da-DK" sz="1800" dirty="0" err="1">
                <a:solidFill>
                  <a:srgbClr val="39CC9B"/>
                </a:solidFill>
                <a:effectLst/>
                <a:latin typeface="JetBrains Mono"/>
              </a:rPr>
              <a:t>someMethod</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6C95EB"/>
                </a:solidFill>
                <a:effectLst/>
                <a:latin typeface="JetBrains Mono"/>
              </a:rPr>
              <a:t>int</a:t>
            </a:r>
            <a:r>
              <a:rPr lang="da-DK" sz="1800" dirty="0">
                <a:solidFill>
                  <a:srgbClr val="6C95EB"/>
                </a:solidFill>
                <a:effectLst/>
                <a:latin typeface="JetBrains Mono"/>
              </a:rPr>
              <a:t> </a:t>
            </a:r>
            <a:r>
              <a:rPr lang="da-DK" sz="1800" dirty="0">
                <a:solidFill>
                  <a:srgbClr val="BDBDBD"/>
                </a:solidFill>
                <a:effectLst/>
                <a:latin typeface="JetBrains Mono"/>
              </a:rPr>
              <a:t>input = </a:t>
            </a:r>
            <a:r>
              <a:rPr lang="da-DK" sz="1800" dirty="0">
                <a:solidFill>
                  <a:srgbClr val="ED94C0"/>
                </a:solidFill>
                <a:effectLst/>
                <a:latin typeface="JetBrains Mono"/>
              </a:rPr>
              <a:t>10</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BDBDBD"/>
                </a:solidFill>
                <a:effectLst/>
                <a:latin typeface="JetBrains Mono"/>
              </a:rPr>
              <a:t>result</a:t>
            </a:r>
            <a:r>
              <a:rPr lang="da-DK" sz="1800" dirty="0">
                <a:solidFill>
                  <a:srgbClr val="BDBDBD"/>
                </a:solidFill>
                <a:effectLst/>
                <a:latin typeface="JetBrains Mono"/>
              </a:rPr>
              <a:t> = </a:t>
            </a:r>
            <a:r>
              <a:rPr lang="da-DK" sz="1800" dirty="0" err="1">
                <a:solidFill>
                  <a:srgbClr val="66C3CC"/>
                </a:solidFill>
                <a:effectLst/>
                <a:latin typeface="JetBrains Mono"/>
              </a:rPr>
              <a:t>target</a:t>
            </a:r>
            <a:r>
              <a:rPr lang="da-DK" sz="1800" dirty="0" err="1">
                <a:solidFill>
                  <a:srgbClr val="BDBDBD"/>
                </a:solidFill>
                <a:effectLst/>
                <a:latin typeface="JetBrains Mono"/>
              </a:rPr>
              <a:t>.</a:t>
            </a:r>
            <a:r>
              <a:rPr lang="da-DK" sz="1800" dirty="0" err="1">
                <a:solidFill>
                  <a:srgbClr val="39CC9B"/>
                </a:solidFill>
                <a:effectLst/>
                <a:latin typeface="JetBrains Mono"/>
              </a:rPr>
              <a:t>method</a:t>
            </a:r>
            <a:r>
              <a:rPr lang="da-DK" sz="1800" dirty="0">
                <a:solidFill>
                  <a:srgbClr val="BDBDBD"/>
                </a:solidFill>
                <a:effectLst/>
                <a:latin typeface="JetBrains Mono"/>
              </a:rPr>
              <a:t>(input);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err="1">
                <a:solidFill>
                  <a:srgbClr val="C191FF"/>
                </a:solidFill>
                <a:effectLst/>
                <a:latin typeface="JetBrains Mono"/>
              </a:rPr>
              <a:t>System</a:t>
            </a:r>
            <a:r>
              <a:rPr lang="da-DK" sz="1800" dirty="0" err="1">
                <a:solidFill>
                  <a:srgbClr val="BDBDBD"/>
                </a:solidFill>
                <a:effectLst/>
                <a:latin typeface="JetBrains Mono"/>
              </a:rPr>
              <a:t>.</a:t>
            </a:r>
            <a:r>
              <a:rPr lang="da-DK" sz="1800" dirty="0" err="1">
                <a:solidFill>
                  <a:srgbClr val="66C3CC"/>
                </a:solidFill>
                <a:effectLst/>
                <a:latin typeface="JetBrains Mono"/>
              </a:rPr>
              <a:t>out</a:t>
            </a:r>
            <a:r>
              <a:rPr lang="da-DK" sz="1800" dirty="0" err="1">
                <a:solidFill>
                  <a:srgbClr val="BDBDBD"/>
                </a:solidFill>
                <a:effectLst/>
                <a:latin typeface="JetBrains Mono"/>
              </a:rPr>
              <a:t>.</a:t>
            </a:r>
            <a:r>
              <a:rPr lang="da-DK" sz="1800" dirty="0" err="1">
                <a:solidFill>
                  <a:srgbClr val="39CC9B"/>
                </a:solidFill>
                <a:effectLst/>
                <a:latin typeface="JetBrains Mono"/>
              </a:rPr>
              <a:t>println</a:t>
            </a:r>
            <a:r>
              <a:rPr lang="da-DK" sz="1800" dirty="0">
                <a:solidFill>
                  <a:srgbClr val="BDBDBD"/>
                </a:solidFill>
                <a:effectLst/>
                <a:latin typeface="JetBrains Mono"/>
              </a:rPr>
              <a:t>(</a:t>
            </a:r>
            <a:r>
              <a:rPr lang="da-DK" sz="1800" dirty="0" err="1">
                <a:solidFill>
                  <a:srgbClr val="BDBDBD"/>
                </a:solidFill>
                <a:effectLst/>
                <a:latin typeface="JetBrains Mono"/>
              </a:rPr>
              <a:t>result</a:t>
            </a: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sp>
        <p:nvSpPr>
          <p:cNvPr id="5" name="TextBox 4">
            <a:extLst>
              <a:ext uri="{FF2B5EF4-FFF2-40B4-BE49-F238E27FC236}">
                <a16:creationId xmlns:a16="http://schemas.microsoft.com/office/drawing/2014/main" id="{040B07B4-8547-7A18-91D6-B1472BECC418}"/>
              </a:ext>
            </a:extLst>
          </p:cNvPr>
          <p:cNvSpPr txBox="1"/>
          <p:nvPr/>
        </p:nvSpPr>
        <p:spPr>
          <a:xfrm>
            <a:off x="5013005" y="3109008"/>
            <a:ext cx="6093822" cy="3416320"/>
          </a:xfrm>
          <a:prstGeom prst="rect">
            <a:avLst/>
          </a:prstGeom>
          <a:noFill/>
        </p:spPr>
        <p:txBody>
          <a:bodyPr wrap="square">
            <a:spAutoFit/>
          </a:bodyPr>
          <a:lstStyle/>
          <a:p>
            <a:pPr>
              <a:buNone/>
            </a:pPr>
            <a:r>
              <a:rPr lang="da-DK" sz="1800" dirty="0">
                <a:solidFill>
                  <a:srgbClr val="6C95EB"/>
                </a:solidFill>
                <a:effectLst/>
                <a:latin typeface="JetBrains Mono"/>
              </a:rPr>
              <a:t>public class </a:t>
            </a:r>
            <a:r>
              <a:rPr lang="da-DK" sz="1800" dirty="0">
                <a:solidFill>
                  <a:srgbClr val="C191FF"/>
                </a:solidFill>
                <a:effectLst/>
                <a:latin typeface="JetBrains Mono"/>
              </a:rPr>
              <a:t>Adapter </a:t>
            </a:r>
            <a:r>
              <a:rPr lang="da-DK" sz="1800" dirty="0" err="1">
                <a:solidFill>
                  <a:srgbClr val="6C95EB"/>
                </a:solidFill>
                <a:effectLst/>
                <a:latin typeface="JetBrains Mono"/>
              </a:rPr>
              <a:t>implements</a:t>
            </a:r>
            <a:r>
              <a:rPr lang="da-DK" sz="1800" dirty="0">
                <a:solidFill>
                  <a:srgbClr val="6C95EB"/>
                </a:solidFill>
                <a:effectLst/>
                <a:latin typeface="JetBrains Mono"/>
              </a:rPr>
              <a:t> </a:t>
            </a:r>
            <a:r>
              <a:rPr lang="da-DK" sz="1800" dirty="0">
                <a:solidFill>
                  <a:srgbClr val="C191FF"/>
                </a:solidFill>
                <a:effectLst/>
                <a:latin typeface="JetBrains Mono"/>
              </a:rPr>
              <a:t>Target</a:t>
            </a:r>
            <a:br>
              <a:rPr lang="da-DK" sz="1800" dirty="0">
                <a:solidFill>
                  <a:srgbClr val="C191FF"/>
                </a:solidFill>
                <a:effectLst/>
                <a:latin typeface="JetBrains Mono"/>
              </a:rPr>
            </a:br>
            <a:r>
              <a:rPr lang="da-DK" sz="1800" dirty="0">
                <a:solidFill>
                  <a:srgbClr val="BDBDBD"/>
                </a:solidFill>
                <a:effectLst/>
                <a:latin typeface="JetBrains Mono"/>
              </a:rPr>
              <a: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private </a:t>
            </a:r>
            <a:r>
              <a:rPr lang="da-DK" sz="1800" dirty="0" err="1">
                <a:solidFill>
                  <a:srgbClr val="C191FF"/>
                </a:solidFill>
                <a:effectLst/>
                <a:latin typeface="JetBrains Mono"/>
              </a:rPr>
              <a:t>Adaptee</a:t>
            </a:r>
            <a:r>
              <a:rPr lang="da-DK" sz="1800" dirty="0">
                <a:solidFill>
                  <a:srgbClr val="C191FF"/>
                </a:solidFill>
                <a:effectLst/>
                <a:latin typeface="JetBrains Mono"/>
              </a:rPr>
              <a:t> </a:t>
            </a:r>
            <a:r>
              <a:rPr lang="da-DK" sz="1800" dirty="0" err="1">
                <a:solidFill>
                  <a:srgbClr val="66C3CC"/>
                </a:solidFill>
                <a:effectLst/>
                <a:latin typeface="JetBrains Mono"/>
              </a:rPr>
              <a:t>adaptee</a:t>
            </a:r>
            <a:r>
              <a:rPr lang="da-DK" sz="1800" dirty="0">
                <a:solidFill>
                  <a:srgbClr val="66C3CC"/>
                </a:solidFill>
                <a:effectLst/>
                <a:latin typeface="JetBrains Mono"/>
              </a:rPr>
              <a:t> </a:t>
            </a:r>
            <a:r>
              <a:rPr lang="da-DK" sz="1800" dirty="0">
                <a:solidFill>
                  <a:srgbClr val="BDBDBD"/>
                </a:solidFill>
                <a:effectLst/>
                <a:latin typeface="JetBrains Mono"/>
              </a:rPr>
              <a:t>= </a:t>
            </a:r>
            <a:r>
              <a:rPr lang="da-DK" sz="1800" dirty="0">
                <a:solidFill>
                  <a:srgbClr val="6C95EB"/>
                </a:solidFill>
                <a:effectLst/>
                <a:latin typeface="JetBrains Mono"/>
              </a:rPr>
              <a:t>new </a:t>
            </a:r>
            <a:r>
              <a:rPr lang="da-DK" sz="1800" dirty="0" err="1">
                <a:solidFill>
                  <a:srgbClr val="39CC9B"/>
                </a:solidFill>
                <a:effectLst/>
                <a:latin typeface="JetBrains Mono"/>
              </a:rPr>
              <a:t>Adaptee</a:t>
            </a:r>
            <a:r>
              <a:rPr lang="da-DK" sz="1800" dirty="0">
                <a:solidFill>
                  <a:srgbClr val="BDBDBD"/>
                </a:solidFill>
                <a:effectLst/>
                <a:latin typeface="JetBrains Mono"/>
              </a:rPr>
              <a:t>();</a:t>
            </a:r>
            <a:br>
              <a:rPr lang="da-DK" sz="1800" dirty="0">
                <a:solidFill>
                  <a:srgbClr val="BDBDBD"/>
                </a:solidFill>
                <a:effectLst/>
                <a:latin typeface="JetBrains Mono"/>
              </a:rPr>
            </a:b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BBB529"/>
                </a:solidFill>
                <a:effectLst/>
                <a:latin typeface="JetBrains Mono"/>
              </a:rPr>
              <a:t>@Override</a:t>
            </a:r>
            <a:br>
              <a:rPr lang="da-DK" sz="1800" dirty="0">
                <a:solidFill>
                  <a:srgbClr val="BBB529"/>
                </a:solidFill>
                <a:effectLst/>
                <a:latin typeface="JetBrains Mono"/>
              </a:rPr>
            </a:br>
            <a:r>
              <a:rPr lang="da-DK" sz="1800" dirty="0">
                <a:solidFill>
                  <a:srgbClr val="BBB529"/>
                </a:solidFill>
                <a:effectLst/>
                <a:latin typeface="JetBrains Mono"/>
              </a:rPr>
              <a:t>    </a:t>
            </a:r>
            <a:r>
              <a:rPr lang="da-DK" sz="1800" dirty="0">
                <a:solidFill>
                  <a:srgbClr val="6C95EB"/>
                </a:solidFill>
                <a:effectLst/>
                <a:latin typeface="JetBrains Mono"/>
              </a:rPr>
              <a:t>public </a:t>
            </a:r>
            <a:r>
              <a:rPr lang="da-DK" sz="1800" dirty="0" err="1">
                <a:solidFill>
                  <a:srgbClr val="C191FF"/>
                </a:solidFill>
                <a:effectLst/>
                <a:latin typeface="JetBrains Mono"/>
              </a:rPr>
              <a:t>String</a:t>
            </a:r>
            <a:r>
              <a:rPr lang="da-DK" sz="1800" dirty="0">
                <a:solidFill>
                  <a:srgbClr val="C191FF"/>
                </a:solidFill>
                <a:effectLst/>
                <a:latin typeface="JetBrains Mono"/>
              </a:rPr>
              <a:t> </a:t>
            </a:r>
            <a:r>
              <a:rPr lang="da-DK" sz="1800" dirty="0" err="1">
                <a:solidFill>
                  <a:srgbClr val="39CC9B"/>
                </a:solidFill>
                <a:effectLst/>
                <a:latin typeface="JetBrains Mono"/>
              </a:rPr>
              <a:t>method</a:t>
            </a:r>
            <a:r>
              <a:rPr lang="da-DK" sz="1800" dirty="0">
                <a:solidFill>
                  <a:srgbClr val="BDBDBD"/>
                </a:solidFill>
                <a:effectLst/>
                <a:latin typeface="JetBrains Mono"/>
              </a:rPr>
              <a:t>(</a:t>
            </a:r>
            <a:r>
              <a:rPr lang="da-DK" sz="1800" dirty="0" err="1">
                <a:solidFill>
                  <a:srgbClr val="6C95EB"/>
                </a:solidFill>
                <a:effectLst/>
                <a:latin typeface="JetBrains Mono"/>
              </a:rPr>
              <a:t>int</a:t>
            </a:r>
            <a:r>
              <a:rPr lang="da-DK" sz="1800" dirty="0">
                <a:solidFill>
                  <a:srgbClr val="6C95EB"/>
                </a:solidFill>
                <a:effectLst/>
                <a:latin typeface="JetBrains Mono"/>
              </a:rPr>
              <a:t> </a:t>
            </a:r>
            <a:r>
              <a:rPr lang="da-DK" sz="1800" dirty="0">
                <a:solidFill>
                  <a:srgbClr val="BDBDBD"/>
                </a:solidFill>
                <a:effectLst/>
                <a:latin typeface="JetBrains Mono"/>
              </a:rPr>
              <a:t>x)</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a:solidFill>
                  <a:srgbClr val="BDBDBD"/>
                </a:solidFill>
                <a:effectLst/>
                <a:latin typeface="JetBrains Mono"/>
              </a:rPr>
              <a:t>input = (</a:t>
            </a:r>
            <a:r>
              <a:rPr lang="da-DK" sz="1800" dirty="0">
                <a:solidFill>
                  <a:srgbClr val="6C95EB"/>
                </a:solidFill>
                <a:effectLst/>
                <a:latin typeface="JetBrains Mono"/>
              </a:rPr>
              <a:t>double</a:t>
            </a:r>
            <a:r>
              <a:rPr lang="da-DK" sz="1800" dirty="0">
                <a:solidFill>
                  <a:srgbClr val="BDBDBD"/>
                </a:solidFill>
                <a:effectLst/>
                <a:latin typeface="JetBrains Mono"/>
              </a:rPr>
              <a:t>) x;</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double </a:t>
            </a:r>
            <a:r>
              <a:rPr lang="da-DK" sz="1800" dirty="0">
                <a:solidFill>
                  <a:srgbClr val="BDBDBD"/>
                </a:solidFill>
                <a:effectLst/>
                <a:latin typeface="JetBrains Mono"/>
              </a:rPr>
              <a:t>output = </a:t>
            </a:r>
            <a:r>
              <a:rPr lang="da-DK" sz="1800" dirty="0" err="1">
                <a:solidFill>
                  <a:srgbClr val="66C3CC"/>
                </a:solidFill>
                <a:effectLst/>
                <a:latin typeface="JetBrains Mono"/>
              </a:rPr>
              <a:t>adaptee</a:t>
            </a:r>
            <a:r>
              <a:rPr lang="da-DK" sz="1800" dirty="0" err="1">
                <a:solidFill>
                  <a:srgbClr val="BDBDBD"/>
                </a:solidFill>
                <a:effectLst/>
                <a:latin typeface="JetBrains Mono"/>
              </a:rPr>
              <a:t>.</a:t>
            </a:r>
            <a:r>
              <a:rPr lang="da-DK" sz="1800" dirty="0" err="1">
                <a:solidFill>
                  <a:srgbClr val="39CC9B"/>
                </a:solidFill>
                <a:effectLst/>
                <a:latin typeface="JetBrains Mono"/>
              </a:rPr>
              <a:t>specificMethod</a:t>
            </a:r>
            <a:r>
              <a:rPr lang="da-DK" sz="1800" dirty="0">
                <a:solidFill>
                  <a:srgbClr val="BDBDBD"/>
                </a:solidFill>
                <a:effectLst/>
                <a:latin typeface="JetBrains Mono"/>
              </a:rPr>
              <a:t>(input);</a:t>
            </a:r>
            <a:br>
              <a:rPr lang="da-DK" sz="1800" dirty="0">
                <a:solidFill>
                  <a:srgbClr val="BDBDBD"/>
                </a:solidFill>
                <a:effectLst/>
                <a:latin typeface="JetBrains Mono"/>
              </a:rPr>
            </a:br>
            <a:r>
              <a:rPr lang="da-DK" sz="1800" dirty="0">
                <a:solidFill>
                  <a:srgbClr val="BDBDBD"/>
                </a:solidFill>
                <a:effectLst/>
                <a:latin typeface="JetBrains Mono"/>
              </a:rPr>
              <a:t>        </a:t>
            </a:r>
            <a:r>
              <a:rPr lang="da-DK" sz="1800" dirty="0">
                <a:solidFill>
                  <a:srgbClr val="6C95EB"/>
                </a:solidFill>
                <a:effectLst/>
                <a:latin typeface="JetBrains Mono"/>
              </a:rPr>
              <a:t>return </a:t>
            </a:r>
            <a:r>
              <a:rPr lang="da-DK" sz="1800" dirty="0" err="1">
                <a:solidFill>
                  <a:srgbClr val="C191FF"/>
                </a:solidFill>
                <a:effectLst/>
                <a:latin typeface="JetBrains Mono"/>
              </a:rPr>
              <a:t>String</a:t>
            </a:r>
            <a:r>
              <a:rPr lang="da-DK" sz="1800" dirty="0" err="1">
                <a:solidFill>
                  <a:srgbClr val="BDBDBD"/>
                </a:solidFill>
                <a:effectLst/>
                <a:latin typeface="JetBrains Mono"/>
              </a:rPr>
              <a:t>.</a:t>
            </a:r>
            <a:r>
              <a:rPr lang="da-DK" sz="1800" i="1" dirty="0" err="1">
                <a:solidFill>
                  <a:srgbClr val="D0D0D0"/>
                </a:solidFill>
                <a:effectLst/>
                <a:latin typeface="JetBrains Mono"/>
              </a:rPr>
              <a:t>valueOf</a:t>
            </a:r>
            <a:r>
              <a:rPr lang="da-DK" sz="1800" dirty="0">
                <a:solidFill>
                  <a:srgbClr val="BDBDBD"/>
                </a:solidFill>
                <a:effectLst/>
                <a:latin typeface="JetBrains Mono"/>
              </a:rPr>
              <a:t>(output);</a:t>
            </a:r>
            <a:br>
              <a:rPr lang="da-DK" sz="1800" dirty="0">
                <a:solidFill>
                  <a:srgbClr val="BDBDBD"/>
                </a:solidFill>
                <a:effectLst/>
                <a:latin typeface="JetBrains Mono"/>
              </a:rPr>
            </a:br>
            <a:r>
              <a:rPr lang="da-DK" sz="1800" dirty="0">
                <a:solidFill>
                  <a:srgbClr val="BDBDBD"/>
                </a:solidFill>
                <a:effectLst/>
                <a:latin typeface="JetBrains Mono"/>
              </a:rPr>
              <a:t>    }</a:t>
            </a:r>
            <a:br>
              <a:rPr lang="da-DK" sz="1800" dirty="0">
                <a:solidFill>
                  <a:srgbClr val="BDBDBD"/>
                </a:solidFill>
                <a:effectLst/>
                <a:latin typeface="JetBrains Mono"/>
              </a:rPr>
            </a:br>
            <a:r>
              <a:rPr lang="da-DK" sz="1800" dirty="0">
                <a:solidFill>
                  <a:srgbClr val="BDBDBD"/>
                </a:solidFill>
                <a:effectLst/>
                <a:latin typeface="JetBrains Mono"/>
              </a:rPr>
              <a:t>}</a:t>
            </a:r>
            <a:endParaRPr lang="da-DK" sz="1800" dirty="0">
              <a:solidFill>
                <a:srgbClr val="D0D0D0"/>
              </a:solidFill>
              <a:effectLst/>
              <a:latin typeface="JetBrains Mono"/>
            </a:endParaRPr>
          </a:p>
        </p:txBody>
      </p:sp>
      <p:sp>
        <p:nvSpPr>
          <p:cNvPr id="11" name="Isosceles Triangle 10">
            <a:extLst>
              <a:ext uri="{FF2B5EF4-FFF2-40B4-BE49-F238E27FC236}">
                <a16:creationId xmlns:a16="http://schemas.microsoft.com/office/drawing/2014/main" id="{80F622D8-D872-C509-3C5C-2DBA4306C5AD}"/>
              </a:ext>
            </a:extLst>
          </p:cNvPr>
          <p:cNvSpPr/>
          <p:nvPr/>
        </p:nvSpPr>
        <p:spPr>
          <a:xfrm>
            <a:off x="8583657" y="2015338"/>
            <a:ext cx="395924" cy="317126"/>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12" name="Connector: Elbow 11">
            <a:extLst>
              <a:ext uri="{FF2B5EF4-FFF2-40B4-BE49-F238E27FC236}">
                <a16:creationId xmlns:a16="http://schemas.microsoft.com/office/drawing/2014/main" id="{8D2EC9A4-41BC-B911-2B7C-560CF24FDEA7}"/>
              </a:ext>
            </a:extLst>
          </p:cNvPr>
          <p:cNvCxnSpPr>
            <a:cxnSpLocks/>
            <a:stCxn id="11" idx="3"/>
            <a:endCxn id="5" idx="0"/>
          </p:cNvCxnSpPr>
          <p:nvPr/>
        </p:nvCxnSpPr>
        <p:spPr>
          <a:xfrm rot="5400000">
            <a:off x="8032496" y="2359885"/>
            <a:ext cx="776544" cy="721703"/>
          </a:xfrm>
          <a:prstGeom prst="bentConnector3">
            <a:avLst/>
          </a:prstGeom>
          <a:ln w="381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1382E502-4AA7-B4E6-4C01-24BCC555E3A5}"/>
              </a:ext>
            </a:extLst>
          </p:cNvPr>
          <p:cNvCxnSpPr/>
          <p:nvPr/>
        </p:nvCxnSpPr>
        <p:spPr>
          <a:xfrm rot="16200000" flipH="1">
            <a:off x="8698508" y="4586048"/>
            <a:ext cx="2423569" cy="1017431"/>
          </a:xfrm>
          <a:prstGeom prst="bentConnector3">
            <a:avLst>
              <a:gd name="adj1" fmla="val 314"/>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74622376-C03D-D3A0-B4F1-34C72ACC4AF9}"/>
              </a:ext>
            </a:extLst>
          </p:cNvPr>
          <p:cNvCxnSpPr>
            <a:cxnSpLocks/>
          </p:cNvCxnSpPr>
          <p:nvPr/>
        </p:nvCxnSpPr>
        <p:spPr>
          <a:xfrm flipV="1">
            <a:off x="2990244" y="1711612"/>
            <a:ext cx="4782156" cy="1332887"/>
          </a:xfrm>
          <a:prstGeom prst="straightConnector1">
            <a:avLst/>
          </a:prstGeom>
          <a:ln w="38100">
            <a:solidFill>
              <a:schemeClr val="bg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0610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C421-CB80-2FB7-1BB3-8D10E9E499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DD06D2-28C5-7B2F-69C1-39A38C46AD04}"/>
              </a:ext>
            </a:extLst>
          </p:cNvPr>
          <p:cNvSpPr>
            <a:spLocks noGrp="1"/>
          </p:cNvSpPr>
          <p:nvPr>
            <p:ph type="ctrTitle"/>
          </p:nvPr>
        </p:nvSpPr>
        <p:spPr/>
        <p:txBody>
          <a:bodyPr/>
          <a:lstStyle/>
          <a:p>
            <a:r>
              <a:rPr lang="da-DK" dirty="0"/>
              <a:t>SOLID?</a:t>
            </a:r>
          </a:p>
        </p:txBody>
      </p:sp>
      <p:sp>
        <p:nvSpPr>
          <p:cNvPr id="5" name="Subtitle 4">
            <a:extLst>
              <a:ext uri="{FF2B5EF4-FFF2-40B4-BE49-F238E27FC236}">
                <a16:creationId xmlns:a16="http://schemas.microsoft.com/office/drawing/2014/main" id="{A005CBE1-A7EF-27EC-52E9-F8406CEAC324}"/>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1976276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ED6875-0427-573D-444C-DBE1E5AE9908}"/>
              </a:ext>
            </a:extLst>
          </p:cNvPr>
          <p:cNvSpPr>
            <a:spLocks noGrp="1"/>
          </p:cNvSpPr>
          <p:nvPr>
            <p:ph idx="1"/>
          </p:nvPr>
        </p:nvSpPr>
        <p:spPr>
          <a:xfrm>
            <a:off x="189345" y="314325"/>
            <a:ext cx="11813310" cy="6543675"/>
          </a:xfrm>
        </p:spPr>
        <p:txBody>
          <a:bodyPr>
            <a:normAutofit fontScale="62500" lnSpcReduction="20000"/>
          </a:bodyPr>
          <a:lstStyle/>
          <a:p>
            <a:pPr>
              <a:buNone/>
            </a:pPr>
            <a:r>
              <a:rPr lang="en-US" b="1" dirty="0"/>
              <a:t>1. Single Responsibility Principle (SRP)</a:t>
            </a:r>
          </a:p>
          <a:p>
            <a:pPr>
              <a:buNone/>
            </a:pPr>
            <a:r>
              <a:rPr lang="en-US" b="1" dirty="0"/>
              <a:t>Separating the conversion logic</a:t>
            </a:r>
            <a:r>
              <a:rPr lang="en-US" dirty="0"/>
              <a:t> from the business logic.</a:t>
            </a:r>
          </a:p>
          <a:p>
            <a:pPr>
              <a:buFont typeface="Arial" panose="020B0604020202020204" pitchFamily="34" charset="0"/>
              <a:buChar char="•"/>
            </a:pPr>
            <a:r>
              <a:rPr lang="en-US" b="1" dirty="0"/>
              <a:t>Without the Adapter:</a:t>
            </a:r>
            <a:r>
              <a:rPr lang="en-US" dirty="0"/>
              <a:t> Your Context would have to handle its own tasks </a:t>
            </a:r>
            <a:r>
              <a:rPr lang="en-US" i="1" dirty="0"/>
              <a:t>plus</a:t>
            </a:r>
            <a:r>
              <a:rPr lang="en-US" dirty="0"/>
              <a:t> the messy details of translating data for a third-party library.</a:t>
            </a:r>
          </a:p>
          <a:p>
            <a:pPr>
              <a:buFont typeface="Arial" panose="020B0604020202020204" pitchFamily="34" charset="0"/>
              <a:buChar char="•"/>
            </a:pPr>
            <a:r>
              <a:rPr lang="en-US" b="1" dirty="0"/>
              <a:t>With the Adapter:</a:t>
            </a:r>
            <a:r>
              <a:rPr lang="en-US" dirty="0"/>
              <a:t> The "</a:t>
            </a:r>
            <a:r>
              <a:rPr lang="en-US" dirty="0" err="1"/>
              <a:t>Adaptee</a:t>
            </a:r>
            <a:r>
              <a:rPr lang="en-US" dirty="0"/>
              <a:t>" stays focused on its original job, and the "Adapter" focuses solely on the transformation.</a:t>
            </a:r>
          </a:p>
          <a:p>
            <a:pPr>
              <a:buNone/>
            </a:pPr>
            <a:r>
              <a:rPr lang="en-US" b="1" dirty="0"/>
              <a:t>2. Open/Closed Principle (OCP)</a:t>
            </a:r>
          </a:p>
          <a:p>
            <a:pPr>
              <a:buFont typeface="Arial" panose="020B0604020202020204" pitchFamily="34" charset="0"/>
              <a:buChar char="•"/>
            </a:pPr>
            <a:r>
              <a:rPr lang="en-US" dirty="0"/>
              <a:t>Easy to write new adapters to adapt new </a:t>
            </a:r>
            <a:r>
              <a:rPr lang="en-US" dirty="0" err="1"/>
              <a:t>adaptees</a:t>
            </a:r>
            <a:r>
              <a:rPr lang="en-US" dirty="0"/>
              <a:t>, without modifying existing classes</a:t>
            </a:r>
          </a:p>
          <a:p>
            <a:pPr>
              <a:buNone/>
            </a:pPr>
            <a:r>
              <a:rPr lang="en-US" b="1" dirty="0"/>
              <a:t>3. </a:t>
            </a:r>
            <a:r>
              <a:rPr lang="en-US" b="1" dirty="0" err="1"/>
              <a:t>Liskov</a:t>
            </a:r>
            <a:r>
              <a:rPr lang="en-US" b="1" dirty="0"/>
              <a:t> Substitution Principle (LSP)</a:t>
            </a:r>
          </a:p>
          <a:p>
            <a:pPr>
              <a:buFont typeface="Arial" panose="020B0604020202020204" pitchFamily="34" charset="0"/>
              <a:buChar char="•"/>
            </a:pPr>
            <a:r>
              <a:rPr lang="en-US" dirty="0"/>
              <a:t>If you have multiple Adapters (e.g., a </a:t>
            </a:r>
            <a:r>
              <a:rPr lang="en-US" dirty="0" err="1">
                <a:latin typeface="Courier New" panose="02070309020205020404" pitchFamily="49" charset="0"/>
              </a:rPr>
              <a:t>LegacyDatabaseAdapter</a:t>
            </a:r>
            <a:r>
              <a:rPr lang="en-US" dirty="0"/>
              <a:t> and a </a:t>
            </a:r>
            <a:r>
              <a:rPr lang="en-US" dirty="0" err="1">
                <a:latin typeface="Courier New" panose="02070309020205020404" pitchFamily="49" charset="0"/>
              </a:rPr>
              <a:t>CloudDatabaseAdapter</a:t>
            </a:r>
            <a:r>
              <a:rPr lang="en-US" dirty="0"/>
              <a:t>), they all implement the same </a:t>
            </a:r>
            <a:r>
              <a:rPr lang="en-US" dirty="0">
                <a:latin typeface="Courier New" panose="02070309020205020404" pitchFamily="49" charset="0"/>
              </a:rPr>
              <a:t>Target</a:t>
            </a:r>
            <a:r>
              <a:rPr lang="en-US" dirty="0"/>
              <a:t> interface.</a:t>
            </a:r>
          </a:p>
          <a:p>
            <a:pPr>
              <a:buFont typeface="Arial" panose="020B0604020202020204" pitchFamily="34" charset="0"/>
              <a:buChar char="•"/>
            </a:pPr>
            <a:r>
              <a:rPr lang="en-US" dirty="0"/>
              <a:t>The client can swap one for the other seamlessly. Because the Adapter "wraps" the quirks of the underlying service, it ensures that the substituted object behaves exactly as the client expects.</a:t>
            </a:r>
          </a:p>
          <a:p>
            <a:pPr>
              <a:buFont typeface="Arial" panose="020B0604020202020204" pitchFamily="34" charset="0"/>
              <a:buChar char="•"/>
            </a:pPr>
            <a:r>
              <a:rPr lang="en-US" dirty="0"/>
              <a:t>This assumes your adapters are correctly written, of course.</a:t>
            </a:r>
          </a:p>
          <a:p>
            <a:pPr>
              <a:buNone/>
            </a:pPr>
            <a:r>
              <a:rPr lang="en-US" b="1" dirty="0"/>
              <a:t>4. Interface Segregation Principle (ISP)</a:t>
            </a:r>
          </a:p>
          <a:p>
            <a:pPr>
              <a:buNone/>
            </a:pPr>
            <a:r>
              <a:rPr lang="en-US" dirty="0"/>
              <a:t>Adapters are often used to </a:t>
            </a:r>
            <a:r>
              <a:rPr lang="en-US" b="1" dirty="0"/>
              <a:t>slim down</a:t>
            </a:r>
            <a:r>
              <a:rPr lang="en-US" dirty="0"/>
              <a:t> a bloated interface.</a:t>
            </a:r>
          </a:p>
          <a:p>
            <a:pPr>
              <a:buFont typeface="Arial" panose="020B0604020202020204" pitchFamily="34" charset="0"/>
              <a:buChar char="•"/>
            </a:pPr>
            <a:r>
              <a:rPr lang="en-US" dirty="0"/>
              <a:t>If a 3rd-party library (the </a:t>
            </a:r>
            <a:r>
              <a:rPr lang="en-US" dirty="0" err="1"/>
              <a:t>Adaptee</a:t>
            </a:r>
            <a:r>
              <a:rPr lang="en-US" dirty="0"/>
              <a:t>) has 50 methods, but your application only needs 3, your Adapter can expose an interface with only those 3 essential methods. It becomes a </a:t>
            </a:r>
            <a:r>
              <a:rPr lang="en-US" i="1" dirty="0"/>
              <a:t>Facade </a:t>
            </a:r>
            <a:r>
              <a:rPr lang="en-US" dirty="0"/>
              <a:t>(another design pattern)</a:t>
            </a:r>
          </a:p>
          <a:p>
            <a:pPr>
              <a:buFont typeface="Arial" panose="020B0604020202020204" pitchFamily="34" charset="0"/>
              <a:buChar char="•"/>
            </a:pPr>
            <a:r>
              <a:rPr lang="en-US" dirty="0"/>
              <a:t>This prevents your client code from being "polluted" by dependencies on methods it never intends to use.</a:t>
            </a:r>
          </a:p>
          <a:p>
            <a:pPr>
              <a:buNone/>
            </a:pPr>
            <a:r>
              <a:rPr lang="en-US" b="1" dirty="0"/>
              <a:t>5. Dependency Inversion Principle (DIP)</a:t>
            </a:r>
          </a:p>
          <a:p>
            <a:pPr>
              <a:buFont typeface="Arial" panose="020B0604020202020204" pitchFamily="34" charset="0"/>
              <a:buChar char="•"/>
            </a:pPr>
            <a:r>
              <a:rPr lang="en-US" dirty="0"/>
              <a:t>Your code depends on the </a:t>
            </a:r>
            <a:r>
              <a:rPr lang="en-US" i="1" dirty="0"/>
              <a:t>Interface</a:t>
            </a:r>
            <a:r>
              <a:rPr lang="en-US" dirty="0"/>
              <a:t>, not the concrete implementation of the external tool. This makes it trivial to swap out the underlying library later—you just write a new Adapter.</a:t>
            </a:r>
            <a:endParaRPr lang="da-DK" dirty="0"/>
          </a:p>
        </p:txBody>
      </p:sp>
    </p:spTree>
    <p:extLst>
      <p:ext uri="{BB962C8B-B14F-4D97-AF65-F5344CB8AC3E}">
        <p14:creationId xmlns:p14="http://schemas.microsoft.com/office/powerpoint/2010/main" val="161576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B529-7AB7-0F65-ADDB-738692D2220C}"/>
              </a:ext>
            </a:extLst>
          </p:cNvPr>
          <p:cNvSpPr>
            <a:spLocks noGrp="1"/>
          </p:cNvSpPr>
          <p:nvPr>
            <p:ph type="title"/>
          </p:nvPr>
        </p:nvSpPr>
        <p:spPr/>
        <p:txBody>
          <a:bodyPr/>
          <a:lstStyle/>
          <a:p>
            <a:r>
              <a:rPr lang="da-DK" dirty="0" err="1"/>
              <a:t>Assignment</a:t>
            </a:r>
            <a:endParaRPr lang="da-DK" dirty="0"/>
          </a:p>
        </p:txBody>
      </p:sp>
      <p:sp>
        <p:nvSpPr>
          <p:cNvPr id="3" name="Content Placeholder 2">
            <a:extLst>
              <a:ext uri="{FF2B5EF4-FFF2-40B4-BE49-F238E27FC236}">
                <a16:creationId xmlns:a16="http://schemas.microsoft.com/office/drawing/2014/main" id="{AE4AA592-2084-574D-4CE8-71E1404BCED3}"/>
              </a:ext>
            </a:extLst>
          </p:cNvPr>
          <p:cNvSpPr>
            <a:spLocks noGrp="1"/>
          </p:cNvSpPr>
          <p:nvPr>
            <p:ph idx="1"/>
          </p:nvPr>
        </p:nvSpPr>
        <p:spPr/>
        <p:txBody>
          <a:bodyPr/>
          <a:lstStyle/>
          <a:p>
            <a:r>
              <a:rPr lang="da-DK" dirty="0" err="1"/>
              <a:t>You</a:t>
            </a:r>
            <a:r>
              <a:rPr lang="da-DK" dirty="0"/>
              <a:t> </a:t>
            </a:r>
            <a:r>
              <a:rPr lang="da-DK" dirty="0" err="1"/>
              <a:t>will</a:t>
            </a:r>
            <a:r>
              <a:rPr lang="da-DK" dirty="0"/>
              <a:t> </a:t>
            </a:r>
            <a:r>
              <a:rPr lang="da-DK" dirty="0" err="1"/>
              <a:t>get</a:t>
            </a:r>
            <a:r>
              <a:rPr lang="da-DK" dirty="0"/>
              <a:t> a new ”log to file” class, </a:t>
            </a:r>
            <a:r>
              <a:rPr lang="da-DK" dirty="0" err="1"/>
              <a:t>you</a:t>
            </a:r>
            <a:r>
              <a:rPr lang="da-DK" dirty="0"/>
              <a:t> have to fit </a:t>
            </a:r>
            <a:r>
              <a:rPr lang="da-DK" dirty="0" err="1"/>
              <a:t>into</a:t>
            </a:r>
            <a:r>
              <a:rPr lang="da-DK" dirty="0"/>
              <a:t> </a:t>
            </a:r>
            <a:r>
              <a:rPr lang="da-DK" dirty="0" err="1"/>
              <a:t>your</a:t>
            </a:r>
            <a:r>
              <a:rPr lang="da-DK" dirty="0"/>
              <a:t> system.</a:t>
            </a:r>
          </a:p>
          <a:p>
            <a:r>
              <a:rPr lang="da-DK" dirty="0" err="1"/>
              <a:t>You</a:t>
            </a:r>
            <a:r>
              <a:rPr lang="da-DK" dirty="0"/>
              <a:t> </a:t>
            </a:r>
            <a:r>
              <a:rPr lang="da-DK" dirty="0" err="1"/>
              <a:t>will</a:t>
            </a:r>
            <a:r>
              <a:rPr lang="da-DK" dirty="0"/>
              <a:t> </a:t>
            </a:r>
            <a:r>
              <a:rPr lang="da-DK" dirty="0" err="1"/>
              <a:t>get</a:t>
            </a:r>
            <a:r>
              <a:rPr lang="da-DK" dirty="0"/>
              <a:t> a new ”show </a:t>
            </a:r>
            <a:r>
              <a:rPr lang="da-DK" dirty="0" err="1"/>
              <a:t>popup</a:t>
            </a:r>
            <a:r>
              <a:rPr lang="da-DK" dirty="0"/>
              <a:t>” class, </a:t>
            </a:r>
            <a:r>
              <a:rPr lang="da-DK" dirty="0" err="1"/>
              <a:t>you</a:t>
            </a:r>
            <a:r>
              <a:rPr lang="da-DK" dirty="0"/>
              <a:t> have to fit </a:t>
            </a:r>
            <a:r>
              <a:rPr lang="da-DK" dirty="0" err="1"/>
              <a:t>into</a:t>
            </a:r>
            <a:r>
              <a:rPr lang="da-DK" dirty="0"/>
              <a:t> </a:t>
            </a:r>
            <a:r>
              <a:rPr lang="da-DK" dirty="0" err="1"/>
              <a:t>your</a:t>
            </a:r>
            <a:r>
              <a:rPr lang="da-DK" dirty="0"/>
              <a:t> system.</a:t>
            </a:r>
          </a:p>
          <a:p>
            <a:r>
              <a:rPr lang="da-DK" dirty="0" err="1"/>
              <a:t>You</a:t>
            </a:r>
            <a:r>
              <a:rPr lang="da-DK" dirty="0"/>
              <a:t> must </a:t>
            </a:r>
            <a:r>
              <a:rPr lang="da-DK" dirty="0" err="1"/>
              <a:t>make</a:t>
            </a:r>
            <a:r>
              <a:rPr lang="da-DK" dirty="0"/>
              <a:t> the </a:t>
            </a:r>
            <a:r>
              <a:rPr lang="da-DK" dirty="0" err="1"/>
              <a:t>transaction</a:t>
            </a:r>
            <a:r>
              <a:rPr lang="da-DK" dirty="0"/>
              <a:t> </a:t>
            </a:r>
            <a:r>
              <a:rPr lang="da-DK" dirty="0" err="1"/>
              <a:t>fee</a:t>
            </a:r>
            <a:r>
              <a:rPr lang="da-DK" dirty="0"/>
              <a:t> </a:t>
            </a:r>
            <a:r>
              <a:rPr lang="da-DK" dirty="0" err="1"/>
              <a:t>exchangable</a:t>
            </a:r>
            <a:r>
              <a:rPr lang="da-DK" dirty="0"/>
              <a:t>, so </a:t>
            </a:r>
            <a:r>
              <a:rPr lang="da-DK" dirty="0" err="1"/>
              <a:t>we</a:t>
            </a:r>
            <a:r>
              <a:rPr lang="da-DK" dirty="0"/>
              <a:t> </a:t>
            </a:r>
            <a:r>
              <a:rPr lang="da-DK" dirty="0" err="1"/>
              <a:t>can</a:t>
            </a:r>
            <a:r>
              <a:rPr lang="da-DK" dirty="0"/>
              <a:t> </a:t>
            </a:r>
            <a:r>
              <a:rPr lang="da-DK" dirty="0" err="1"/>
              <a:t>use</a:t>
            </a:r>
            <a:r>
              <a:rPr lang="da-DK" dirty="0"/>
              <a:t> </a:t>
            </a:r>
            <a:r>
              <a:rPr lang="da-DK" dirty="0" err="1"/>
              <a:t>different</a:t>
            </a:r>
            <a:r>
              <a:rPr lang="da-DK" dirty="0"/>
              <a:t> </a:t>
            </a:r>
            <a:r>
              <a:rPr lang="da-DK" dirty="0" err="1"/>
              <a:t>strategies</a:t>
            </a:r>
            <a:r>
              <a:rPr lang="da-DK" dirty="0"/>
              <a:t>.</a:t>
            </a:r>
          </a:p>
        </p:txBody>
      </p:sp>
    </p:spTree>
    <p:extLst>
      <p:ext uri="{BB962C8B-B14F-4D97-AF65-F5344CB8AC3E}">
        <p14:creationId xmlns:p14="http://schemas.microsoft.com/office/powerpoint/2010/main" val="3373051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E51700-1F66-45D6-A810-4649A0C5E7AE}" vid="{01BB361F-B1D9-43E5-9560-86843EEC1C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MyOwnCustomTemplate</Template>
  <TotalTime>1661</TotalTime>
  <Words>2145</Words>
  <Application>Microsoft Office PowerPoint</Application>
  <PresentationFormat>Widescreen</PresentationFormat>
  <Paragraphs>202</Paragraphs>
  <Slides>31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Courier New</vt:lpstr>
      <vt:lpstr>JetBrains Mono</vt:lpstr>
      <vt:lpstr>Segoe Print</vt:lpstr>
      <vt:lpstr>Office Theme</vt:lpstr>
      <vt:lpstr>Strategy &amp; Adapter patterns</vt:lpstr>
      <vt:lpstr>Agenda</vt:lpstr>
      <vt:lpstr>Problem 1</vt:lpstr>
      <vt:lpstr>Fee calculation</vt:lpstr>
      <vt:lpstr>What to do</vt:lpstr>
      <vt:lpstr>Problem 2</vt:lpstr>
      <vt:lpstr>Logging</vt:lpstr>
      <vt:lpstr>Problem 3</vt:lpstr>
      <vt:lpstr>GUI popup</vt:lpstr>
      <vt:lpstr>?</vt:lpstr>
      <vt:lpstr>Strategy pattern</vt:lpstr>
      <vt:lpstr>Overview</vt:lpstr>
      <vt:lpstr>General class diagram</vt:lpstr>
      <vt:lpstr>PowerPoint Presentation</vt:lpstr>
      <vt:lpstr>PowerPoint Presentation</vt:lpstr>
      <vt:lpstr>PowerPoint Presentation</vt:lpstr>
      <vt:lpstr>PowerPoint Presentation</vt:lpstr>
      <vt:lpstr>Code</vt:lpstr>
      <vt:lpstr>PowerPoint Presentation</vt:lpstr>
      <vt:lpstr>PowerPoint Presentation</vt:lpstr>
      <vt:lpstr>SOLID?</vt:lpstr>
      <vt:lpstr>PowerPoint Presentation</vt:lpstr>
      <vt:lpstr>Adapter Pattern</vt:lpstr>
      <vt:lpstr>Overview</vt:lpstr>
      <vt:lpstr>General class diagram</vt:lpstr>
      <vt:lpstr>Code example</vt:lpstr>
      <vt:lpstr>Code example</vt:lpstr>
      <vt:lpstr>Code example</vt:lpstr>
      <vt:lpstr>SOLID?</vt:lpstr>
      <vt:lpstr>PowerPoint Presentation</vt:lpstr>
      <vt:lpstr>Assignment</vt:lpstr>
    </vt:vector>
  </TitlesOfParts>
  <Company>VIA University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Troels Mortensen (TRMO) | VIA</dc:creator>
  <cp:lastModifiedBy>Troels Mortensen (TRMO) | VIA</cp:lastModifiedBy>
  <cp:revision>1</cp:revision>
  <dcterms:created xsi:type="dcterms:W3CDTF">2026-04-14T06:37:25Z</dcterms:created>
  <dcterms:modified xsi:type="dcterms:W3CDTF">2026-04-24T06:58:17Z</dcterms:modified>
</cp:coreProperties>
</file>