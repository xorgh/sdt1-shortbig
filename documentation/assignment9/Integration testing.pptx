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79" r:id="rId6"/>
    <p:sldId id="278" r:id="rId7"/>
    <p:sldId id="282" r:id="rId8"/>
    <p:sldId id="281" r:id="rId9"/>
    <p:sldId id="280" r:id="rId10"/>
    <p:sldId id="283" r:id="rId11"/>
    <p:sldId id="314" r:id="rId12"/>
    <p:sldId id="284" r:id="rId13"/>
    <p:sldId id="315" r:id="rId14"/>
    <p:sldId id="316" r:id="rId15"/>
    <p:sldId id="317" r:id="rId16"/>
    <p:sldId id="318" r:id="rId17"/>
    <p:sldId id="319" r:id="rId18"/>
    <p:sldId id="325" r:id="rId19"/>
    <p:sldId id="320" r:id="rId20"/>
    <p:sldId id="321" r:id="rId21"/>
    <p:sldId id="322" r:id="rId22"/>
    <p:sldId id="323" r:id="rId23"/>
    <p:sldId id="324" r:id="rId24"/>
    <p:sldId id="326" r:id="rId25"/>
    <p:sldId id="327" r:id="rId26"/>
    <p:sldId id="328" r:id="rId27"/>
    <p:sldId id="341" r:id="rId28"/>
    <p:sldId id="329" r:id="rId29"/>
    <p:sldId id="330" r:id="rId30"/>
    <p:sldId id="332" r:id="rId31"/>
    <p:sldId id="342" r:id="rId32"/>
    <p:sldId id="343" r:id="rId33"/>
    <p:sldId id="344" r:id="rId34"/>
    <p:sldId id="331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DFBF2-F8AB-4DC0-B4E4-DE7C3320ABA0}" v="774" dt="2026-04-08T14:44:42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>
        <p:scale>
          <a:sx n="75" d="100"/>
          <a:sy n="75" d="100"/>
        </p:scale>
        <p:origin x="168" y="1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els Mortensen (TRMO) | VIA" userId="48eeef65-5bf8-474b-9082-b56af31dd25e" providerId="ADAL" clId="{D1D70EA8-438A-4B0D-A7BB-B5EC525C22B7}"/>
    <pc:docChg chg="undo redo custSel addSld delSld modSld sldOrd">
      <pc:chgData name="Troels Mortensen (TRMO) | VIA" userId="48eeef65-5bf8-474b-9082-b56af31dd25e" providerId="ADAL" clId="{D1D70EA8-438A-4B0D-A7BB-B5EC525C22B7}" dt="2026-04-08T14:45:21.165" v="6625" actId="20577"/>
      <pc:docMkLst>
        <pc:docMk/>
      </pc:docMkLst>
      <pc:sldChg chg="modSp mod">
        <pc:chgData name="Troels Mortensen (TRMO) | VIA" userId="48eeef65-5bf8-474b-9082-b56af31dd25e" providerId="ADAL" clId="{D1D70EA8-438A-4B0D-A7BB-B5EC525C22B7}" dt="2026-04-08T09:23:29.622" v="664" actId="20577"/>
        <pc:sldMkLst>
          <pc:docMk/>
          <pc:sldMk cId="1727525900" sldId="257"/>
        </pc:sldMkLst>
        <pc:spChg chg="mod">
          <ac:chgData name="Troels Mortensen (TRMO) | VIA" userId="48eeef65-5bf8-474b-9082-b56af31dd25e" providerId="ADAL" clId="{D1D70EA8-438A-4B0D-A7BB-B5EC525C22B7}" dt="2026-04-08T09:23:29.622" v="664" actId="20577"/>
          <ac:spMkLst>
            <pc:docMk/>
            <pc:sldMk cId="1727525900" sldId="257"/>
            <ac:spMk id="3" creationId="{4BD88556-57C2-4C70-E97A-9697BBB32244}"/>
          </ac:spMkLst>
        </pc:spChg>
      </pc:sldChg>
      <pc:sldChg chg="addSp delSp modSp add mod setBg delDesignElem">
        <pc:chgData name="Troels Mortensen (TRMO) | VIA" userId="48eeef65-5bf8-474b-9082-b56af31dd25e" providerId="ADAL" clId="{D1D70EA8-438A-4B0D-A7BB-B5EC525C22B7}" dt="2026-04-08T08:35:23.818" v="113" actId="1076"/>
        <pc:sldMkLst>
          <pc:docMk/>
          <pc:sldMk cId="2669316391" sldId="258"/>
        </pc:sldMkLst>
        <pc:spChg chg="add del mod">
          <ac:chgData name="Troels Mortensen (TRMO) | VIA" userId="48eeef65-5bf8-474b-9082-b56af31dd25e" providerId="ADAL" clId="{D1D70EA8-438A-4B0D-A7BB-B5EC525C22B7}" dt="2026-04-08T08:34:58.441" v="89" actId="478"/>
          <ac:spMkLst>
            <pc:docMk/>
            <pc:sldMk cId="2669316391" sldId="258"/>
            <ac:spMk id="2" creationId="{FD7739F2-96C8-90EE-7AEE-AB1398F4DC4F}"/>
          </ac:spMkLst>
        </pc:spChg>
        <pc:spChg chg="add mod">
          <ac:chgData name="Troels Mortensen (TRMO) | VIA" userId="48eeef65-5bf8-474b-9082-b56af31dd25e" providerId="ADAL" clId="{D1D70EA8-438A-4B0D-A7BB-B5EC525C22B7}" dt="2026-04-08T08:34:58.899" v="90"/>
          <ac:spMkLst>
            <pc:docMk/>
            <pc:sldMk cId="2669316391" sldId="258"/>
            <ac:spMk id="3" creationId="{A21B5CC1-F58F-DAD5-29F4-620D414768E1}"/>
          </ac:spMkLst>
        </pc:spChg>
        <pc:spChg chg="del mod">
          <ac:chgData name="Troels Mortensen (TRMO) | VIA" userId="48eeef65-5bf8-474b-9082-b56af31dd25e" providerId="ADAL" clId="{D1D70EA8-438A-4B0D-A7BB-B5EC525C22B7}" dt="2026-04-08T08:34:57.222" v="88" actId="478"/>
          <ac:spMkLst>
            <pc:docMk/>
            <pc:sldMk cId="2669316391" sldId="258"/>
            <ac:spMk id="4" creationId="{23EBDAB3-31AD-F15F-F97D-E5AAEC1465E6}"/>
          </ac:spMkLst>
        </pc:spChg>
        <pc:spChg chg="add mod">
          <ac:chgData name="Troels Mortensen (TRMO) | VIA" userId="48eeef65-5bf8-474b-9082-b56af31dd25e" providerId="ADAL" clId="{D1D70EA8-438A-4B0D-A7BB-B5EC525C22B7}" dt="2026-04-08T08:35:23.818" v="113" actId="1076"/>
          <ac:spMkLst>
            <pc:docMk/>
            <pc:sldMk cId="2669316391" sldId="258"/>
            <ac:spMk id="5" creationId="{2E5D003A-9B3B-48D8-89E0-EF9EDCE65E54}"/>
          </ac:spMkLst>
        </pc:spChg>
        <pc:spChg chg="mod">
          <ac:chgData name="Troels Mortensen (TRMO) | VIA" userId="48eeef65-5bf8-474b-9082-b56af31dd25e" providerId="ADAL" clId="{D1D70EA8-438A-4B0D-A7BB-B5EC525C22B7}" dt="2026-04-08T08:34:58.899" v="90"/>
          <ac:spMkLst>
            <pc:docMk/>
            <pc:sldMk cId="2669316391" sldId="258"/>
            <ac:spMk id="9" creationId="{BEDB032B-5A15-D336-52A6-F7029BCE7511}"/>
          </ac:spMkLst>
        </pc:spChg>
        <pc:spChg chg="mod">
          <ac:chgData name="Troels Mortensen (TRMO) | VIA" userId="48eeef65-5bf8-474b-9082-b56af31dd25e" providerId="ADAL" clId="{D1D70EA8-438A-4B0D-A7BB-B5EC525C22B7}" dt="2026-04-08T08:34:58.899" v="90"/>
          <ac:spMkLst>
            <pc:docMk/>
            <pc:sldMk cId="2669316391" sldId="258"/>
            <ac:spMk id="10" creationId="{0A3192C4-C89F-A44D-7331-B13368F33EA5}"/>
          </ac:spMkLst>
        </pc:spChg>
        <pc:spChg chg="mod">
          <ac:chgData name="Troels Mortensen (TRMO) | VIA" userId="48eeef65-5bf8-474b-9082-b56af31dd25e" providerId="ADAL" clId="{D1D70EA8-438A-4B0D-A7BB-B5EC525C22B7}" dt="2026-04-08T08:34:58.899" v="90"/>
          <ac:spMkLst>
            <pc:docMk/>
            <pc:sldMk cId="2669316391" sldId="258"/>
            <ac:spMk id="11" creationId="{EA0CD6A8-FD73-A85D-C9C0-C48A3CE510FE}"/>
          </ac:spMkLst>
        </pc:spChg>
        <pc:spChg chg="mod">
          <ac:chgData name="Troels Mortensen (TRMO) | VIA" userId="48eeef65-5bf8-474b-9082-b56af31dd25e" providerId="ADAL" clId="{D1D70EA8-438A-4B0D-A7BB-B5EC525C22B7}" dt="2026-04-08T08:34:58.899" v="90"/>
          <ac:spMkLst>
            <pc:docMk/>
            <pc:sldMk cId="2669316391" sldId="258"/>
            <ac:spMk id="12" creationId="{75C45764-A74E-A2A6-8F34-619C693EB0C7}"/>
          </ac:spMkLst>
        </pc:spChg>
        <pc:spChg chg="del">
          <ac:chgData name="Troels Mortensen (TRMO) | VIA" userId="48eeef65-5bf8-474b-9082-b56af31dd25e" providerId="ADAL" clId="{D1D70EA8-438A-4B0D-A7BB-B5EC525C22B7}" dt="2026-04-08T08:33:59.343" v="69"/>
          <ac:spMkLst>
            <pc:docMk/>
            <pc:sldMk cId="2669316391" sldId="258"/>
            <ac:spMk id="12302" creationId="{25E62178-5DE6-44C8-AE62-8B9F37AC0167}"/>
          </ac:spMkLst>
        </pc:spChg>
        <pc:grpChg chg="add mod">
          <ac:chgData name="Troels Mortensen (TRMO) | VIA" userId="48eeef65-5bf8-474b-9082-b56af31dd25e" providerId="ADAL" clId="{D1D70EA8-438A-4B0D-A7BB-B5EC525C22B7}" dt="2026-04-08T08:34:58.899" v="90"/>
          <ac:grpSpMkLst>
            <pc:docMk/>
            <pc:sldMk cId="2669316391" sldId="258"/>
            <ac:grpSpMk id="6" creationId="{A285F3ED-4463-810D-D21D-CF05BBC8FC85}"/>
          </ac:grpSpMkLst>
        </pc:grpChg>
        <pc:grpChg chg="mod">
          <ac:chgData name="Troels Mortensen (TRMO) | VIA" userId="48eeef65-5bf8-474b-9082-b56af31dd25e" providerId="ADAL" clId="{D1D70EA8-438A-4B0D-A7BB-B5EC525C22B7}" dt="2026-04-08T08:34:58.899" v="90"/>
          <ac:grpSpMkLst>
            <pc:docMk/>
            <pc:sldMk cId="2669316391" sldId="258"/>
            <ac:grpSpMk id="7" creationId="{F7525826-2B00-AD54-0502-4391594F5C02}"/>
          </ac:grpSpMkLst>
        </pc:grpChg>
        <pc:grpChg chg="mod">
          <ac:chgData name="Troels Mortensen (TRMO) | VIA" userId="48eeef65-5bf8-474b-9082-b56af31dd25e" providerId="ADAL" clId="{D1D70EA8-438A-4B0D-A7BB-B5EC525C22B7}" dt="2026-04-08T08:34:58.899" v="90"/>
          <ac:grpSpMkLst>
            <pc:docMk/>
            <pc:sldMk cId="2669316391" sldId="258"/>
            <ac:grpSpMk id="8" creationId="{EEDAA3B6-21DF-BB96-D833-D89DB1ABADC4}"/>
          </ac:grpSpMkLst>
        </pc:grpChg>
        <pc:grpChg chg="del">
          <ac:chgData name="Troels Mortensen (TRMO) | VIA" userId="48eeef65-5bf8-474b-9082-b56af31dd25e" providerId="ADAL" clId="{D1D70EA8-438A-4B0D-A7BB-B5EC525C22B7}" dt="2026-04-08T08:33:59.343" v="69"/>
          <ac:grpSpMkLst>
            <pc:docMk/>
            <pc:sldMk cId="2669316391" sldId="258"/>
            <ac:grpSpMk id="12304" creationId="{C29863D6-0FE2-4F80-9C72-1419BDEB4EDA}"/>
          </ac:grpSpMkLst>
        </pc:grpChg>
        <pc:picChg chg="add mod">
          <ac:chgData name="Troels Mortensen (TRMO) | VIA" userId="48eeef65-5bf8-474b-9082-b56af31dd25e" providerId="ADAL" clId="{D1D70EA8-438A-4B0D-A7BB-B5EC525C22B7}" dt="2026-04-08T08:34:58.899" v="90"/>
          <ac:picMkLst>
            <pc:docMk/>
            <pc:sldMk cId="2669316391" sldId="258"/>
            <ac:picMk id="13" creationId="{166F9F60-0F4E-43EA-8E20-2B7FF5DC3F8A}"/>
          </ac:picMkLst>
        </pc:picChg>
        <pc:picChg chg="del">
          <ac:chgData name="Troels Mortensen (TRMO) | VIA" userId="48eeef65-5bf8-474b-9082-b56af31dd25e" providerId="ADAL" clId="{D1D70EA8-438A-4B0D-A7BB-B5EC525C22B7}" dt="2026-04-08T08:34:57.222" v="88" actId="478"/>
          <ac:picMkLst>
            <pc:docMk/>
            <pc:sldMk cId="2669316391" sldId="258"/>
            <ac:picMk id="12290" creationId="{408E9CE4-80BF-D464-2FC8-B9E1AA263502}"/>
          </ac:picMkLst>
        </pc:picChg>
      </pc:sldChg>
      <pc:sldChg chg="addSp modSp add mod modAnim">
        <pc:chgData name="Troels Mortensen (TRMO) | VIA" userId="48eeef65-5bf8-474b-9082-b56af31dd25e" providerId="ADAL" clId="{D1D70EA8-438A-4B0D-A7BB-B5EC525C22B7}" dt="2026-04-08T08:32:42.093" v="14"/>
        <pc:sldMkLst>
          <pc:docMk/>
          <pc:sldMk cId="1668431957" sldId="276"/>
        </pc:sldMkLst>
        <pc:spChg chg="mod">
          <ac:chgData name="Troels Mortensen (TRMO) | VIA" userId="48eeef65-5bf8-474b-9082-b56af31dd25e" providerId="ADAL" clId="{D1D70EA8-438A-4B0D-A7BB-B5EC525C22B7}" dt="2026-04-08T06:23:58.271" v="5" actId="14100"/>
          <ac:spMkLst>
            <pc:docMk/>
            <pc:sldMk cId="1668431957" sldId="276"/>
            <ac:spMk id="4" creationId="{9E2DEE2A-167A-58AE-D001-0DE1BF7DC0C2}"/>
          </ac:spMkLst>
        </pc:spChg>
        <pc:spChg chg="add mod">
          <ac:chgData name="Troels Mortensen (TRMO) | VIA" userId="48eeef65-5bf8-474b-9082-b56af31dd25e" providerId="ADAL" clId="{D1D70EA8-438A-4B0D-A7BB-B5EC525C22B7}" dt="2026-04-08T08:32:32.598" v="11" actId="14861"/>
          <ac:spMkLst>
            <pc:docMk/>
            <pc:sldMk cId="1668431957" sldId="276"/>
            <ac:spMk id="7" creationId="{23677E0E-36FF-BF5B-A8E9-D89939ECC470}"/>
          </ac:spMkLst>
        </pc:spChg>
      </pc:sldChg>
      <pc:sldChg chg="addSp delSp modSp new del mod modClrScheme chgLayout">
        <pc:chgData name="Troels Mortensen (TRMO) | VIA" userId="48eeef65-5bf8-474b-9082-b56af31dd25e" providerId="ADAL" clId="{D1D70EA8-438A-4B0D-A7BB-B5EC525C22B7}" dt="2026-04-08T08:35:26.105" v="114" actId="47"/>
        <pc:sldMkLst>
          <pc:docMk/>
          <pc:sldMk cId="1681690616" sldId="277"/>
        </pc:sldMkLst>
        <pc:spChg chg="del mod ord">
          <ac:chgData name="Troels Mortensen (TRMO) | VIA" userId="48eeef65-5bf8-474b-9082-b56af31dd25e" providerId="ADAL" clId="{D1D70EA8-438A-4B0D-A7BB-B5EC525C22B7}" dt="2026-04-08T08:32:52.716" v="16" actId="700"/>
          <ac:spMkLst>
            <pc:docMk/>
            <pc:sldMk cId="1681690616" sldId="277"/>
            <ac:spMk id="2" creationId="{B90F7148-EEAF-D2F6-763C-3DB6DDDB7804}"/>
          </ac:spMkLst>
        </pc:spChg>
        <pc:spChg chg="del mod ord">
          <ac:chgData name="Troels Mortensen (TRMO) | VIA" userId="48eeef65-5bf8-474b-9082-b56af31dd25e" providerId="ADAL" clId="{D1D70EA8-438A-4B0D-A7BB-B5EC525C22B7}" dt="2026-04-08T08:32:52.716" v="16" actId="700"/>
          <ac:spMkLst>
            <pc:docMk/>
            <pc:sldMk cId="1681690616" sldId="277"/>
            <ac:spMk id="3" creationId="{A6DEAD0E-6636-D2AD-8E51-5E1FE901218D}"/>
          </ac:spMkLst>
        </pc:spChg>
        <pc:spChg chg="add mod ord">
          <ac:chgData name="Troels Mortensen (TRMO) | VIA" userId="48eeef65-5bf8-474b-9082-b56af31dd25e" providerId="ADAL" clId="{D1D70EA8-438A-4B0D-A7BB-B5EC525C22B7}" dt="2026-04-08T08:33:02.868" v="39" actId="20577"/>
          <ac:spMkLst>
            <pc:docMk/>
            <pc:sldMk cId="1681690616" sldId="277"/>
            <ac:spMk id="4" creationId="{6AC1080B-AD01-6087-5DCC-964B19EC34F1}"/>
          </ac:spMkLst>
        </pc:spChg>
        <pc:spChg chg="add mod ord">
          <ac:chgData name="Troels Mortensen (TRMO) | VIA" userId="48eeef65-5bf8-474b-9082-b56af31dd25e" providerId="ADAL" clId="{D1D70EA8-438A-4B0D-A7BB-B5EC525C22B7}" dt="2026-04-08T08:32:52.716" v="16" actId="700"/>
          <ac:spMkLst>
            <pc:docMk/>
            <pc:sldMk cId="1681690616" sldId="277"/>
            <ac:spMk id="5" creationId="{15A619BE-45C0-9E95-94D7-5B83B6E4AA33}"/>
          </ac:spMkLst>
        </pc:spChg>
      </pc:sldChg>
      <pc:sldChg chg="addSp modSp new mod modAnim">
        <pc:chgData name="Troels Mortensen (TRMO) | VIA" userId="48eeef65-5bf8-474b-9082-b56af31dd25e" providerId="ADAL" clId="{D1D70EA8-438A-4B0D-A7BB-B5EC525C22B7}" dt="2026-04-08T09:23:06.180" v="637" actId="1076"/>
        <pc:sldMkLst>
          <pc:docMk/>
          <pc:sldMk cId="2367478470" sldId="278"/>
        </pc:sldMkLst>
        <pc:spChg chg="mod">
          <ac:chgData name="Troels Mortensen (TRMO) | VIA" userId="48eeef65-5bf8-474b-9082-b56af31dd25e" providerId="ADAL" clId="{D1D70EA8-438A-4B0D-A7BB-B5EC525C22B7}" dt="2026-04-08T08:33:10.987" v="67" actId="20577"/>
          <ac:spMkLst>
            <pc:docMk/>
            <pc:sldMk cId="2367478470" sldId="278"/>
            <ac:spMk id="2" creationId="{6AC34092-5CBD-1D1F-6297-FA1B80243BE2}"/>
          </ac:spMkLst>
        </pc:spChg>
        <pc:spChg chg="mod">
          <ac:chgData name="Troels Mortensen (TRMO) | VIA" userId="48eeef65-5bf8-474b-9082-b56af31dd25e" providerId="ADAL" clId="{D1D70EA8-438A-4B0D-A7BB-B5EC525C22B7}" dt="2026-04-08T09:22:40.449" v="625" actId="20577"/>
          <ac:spMkLst>
            <pc:docMk/>
            <pc:sldMk cId="2367478470" sldId="278"/>
            <ac:spMk id="3" creationId="{B1E660D1-6A01-2324-68A8-013D1A837434}"/>
          </ac:spMkLst>
        </pc:spChg>
        <pc:spChg chg="mod">
          <ac:chgData name="Troels Mortensen (TRMO) | VIA" userId="48eeef65-5bf8-474b-9082-b56af31dd25e" providerId="ADAL" clId="{D1D70EA8-438A-4B0D-A7BB-B5EC525C22B7}" dt="2026-04-08T09:22:58.006" v="633" actId="1076"/>
          <ac:spMkLst>
            <pc:docMk/>
            <pc:sldMk cId="2367478470" sldId="278"/>
            <ac:spMk id="5" creationId="{2BF7B84C-97A2-49CC-68D6-DB6043925ABD}"/>
          </ac:spMkLst>
        </pc:spChg>
        <pc:grpChg chg="add mod">
          <ac:chgData name="Troels Mortensen (TRMO) | VIA" userId="48eeef65-5bf8-474b-9082-b56af31dd25e" providerId="ADAL" clId="{D1D70EA8-438A-4B0D-A7BB-B5EC525C22B7}" dt="2026-04-08T09:22:58.006" v="633" actId="1076"/>
          <ac:grpSpMkLst>
            <pc:docMk/>
            <pc:sldMk cId="2367478470" sldId="278"/>
            <ac:grpSpMk id="4" creationId="{C8A41500-2482-BBDC-0F43-DA6CD98295CE}"/>
          </ac:grpSpMkLst>
        </pc:grpChg>
        <pc:picChg chg="mod">
          <ac:chgData name="Troels Mortensen (TRMO) | VIA" userId="48eeef65-5bf8-474b-9082-b56af31dd25e" providerId="ADAL" clId="{D1D70EA8-438A-4B0D-A7BB-B5EC525C22B7}" dt="2026-04-08T09:22:58.006" v="633" actId="1076"/>
          <ac:picMkLst>
            <pc:docMk/>
            <pc:sldMk cId="2367478470" sldId="278"/>
            <ac:picMk id="6" creationId="{D6341547-7CA5-4D92-8603-4D150B0EAD2B}"/>
          </ac:picMkLst>
        </pc:picChg>
        <pc:picChg chg="add mod">
          <ac:chgData name="Troels Mortensen (TRMO) | VIA" userId="48eeef65-5bf8-474b-9082-b56af31dd25e" providerId="ADAL" clId="{D1D70EA8-438A-4B0D-A7BB-B5EC525C22B7}" dt="2026-04-08T09:22:58.006" v="633" actId="1076"/>
          <ac:picMkLst>
            <pc:docMk/>
            <pc:sldMk cId="2367478470" sldId="278"/>
            <ac:picMk id="7" creationId="{F0505410-9C51-A87D-EF70-3914164317EA}"/>
          </ac:picMkLst>
        </pc:picChg>
        <pc:picChg chg="add mod">
          <ac:chgData name="Troels Mortensen (TRMO) | VIA" userId="48eeef65-5bf8-474b-9082-b56af31dd25e" providerId="ADAL" clId="{D1D70EA8-438A-4B0D-A7BB-B5EC525C22B7}" dt="2026-04-08T09:22:31.285" v="621" actId="1076"/>
          <ac:picMkLst>
            <pc:docMk/>
            <pc:sldMk cId="2367478470" sldId="278"/>
            <ac:picMk id="8" creationId="{16C5B97A-10E1-5B74-B1F2-73E69337084C}"/>
          </ac:picMkLst>
        </pc:picChg>
        <pc:picChg chg="add mod">
          <ac:chgData name="Troels Mortensen (TRMO) | VIA" userId="48eeef65-5bf8-474b-9082-b56af31dd25e" providerId="ADAL" clId="{D1D70EA8-438A-4B0D-A7BB-B5EC525C22B7}" dt="2026-04-08T09:22:58.006" v="633" actId="1076"/>
          <ac:picMkLst>
            <pc:docMk/>
            <pc:sldMk cId="2367478470" sldId="278"/>
            <ac:picMk id="9" creationId="{E77AAD1F-D728-4DD5-DF5D-58D7C5984C99}"/>
          </ac:picMkLst>
        </pc:picChg>
        <pc:picChg chg="add mod">
          <ac:chgData name="Troels Mortensen (TRMO) | VIA" userId="48eeef65-5bf8-474b-9082-b56af31dd25e" providerId="ADAL" clId="{D1D70EA8-438A-4B0D-A7BB-B5EC525C22B7}" dt="2026-04-08T09:22:58.006" v="633" actId="1076"/>
          <ac:picMkLst>
            <pc:docMk/>
            <pc:sldMk cId="2367478470" sldId="278"/>
            <ac:picMk id="10" creationId="{8CBE5678-53F7-F362-E6D2-A409E8BAF493}"/>
          </ac:picMkLst>
        </pc:picChg>
        <pc:picChg chg="add mod">
          <ac:chgData name="Troels Mortensen (TRMO) | VIA" userId="48eeef65-5bf8-474b-9082-b56af31dd25e" providerId="ADAL" clId="{D1D70EA8-438A-4B0D-A7BB-B5EC525C22B7}" dt="2026-04-08T09:23:02.463" v="635" actId="1076"/>
          <ac:picMkLst>
            <pc:docMk/>
            <pc:sldMk cId="2367478470" sldId="278"/>
            <ac:picMk id="11" creationId="{6B709C7C-BFA1-DA43-729F-6CD5B8DD0908}"/>
          </ac:picMkLst>
        </pc:picChg>
        <pc:picChg chg="add mod">
          <ac:chgData name="Troels Mortensen (TRMO) | VIA" userId="48eeef65-5bf8-474b-9082-b56af31dd25e" providerId="ADAL" clId="{D1D70EA8-438A-4B0D-A7BB-B5EC525C22B7}" dt="2026-04-08T09:22:48.998" v="628" actId="1076"/>
          <ac:picMkLst>
            <pc:docMk/>
            <pc:sldMk cId="2367478470" sldId="278"/>
            <ac:picMk id="12" creationId="{FC5D43B2-8C6B-ED04-C0C5-631EA36396FA}"/>
          </ac:picMkLst>
        </pc:picChg>
        <pc:picChg chg="add mod">
          <ac:chgData name="Troels Mortensen (TRMO) | VIA" userId="48eeef65-5bf8-474b-9082-b56af31dd25e" providerId="ADAL" clId="{D1D70EA8-438A-4B0D-A7BB-B5EC525C22B7}" dt="2026-04-08T09:23:06.180" v="637" actId="1076"/>
          <ac:picMkLst>
            <pc:docMk/>
            <pc:sldMk cId="2367478470" sldId="278"/>
            <ac:picMk id="13" creationId="{D3A9C327-E2EE-8A4F-44A6-047F6A317B4E}"/>
          </ac:picMkLst>
        </pc:picChg>
        <pc:picChg chg="add mod">
          <ac:chgData name="Troels Mortensen (TRMO) | VIA" userId="48eeef65-5bf8-474b-9082-b56af31dd25e" providerId="ADAL" clId="{D1D70EA8-438A-4B0D-A7BB-B5EC525C22B7}" dt="2026-04-08T09:22:58.006" v="633" actId="1076"/>
          <ac:picMkLst>
            <pc:docMk/>
            <pc:sldMk cId="2367478470" sldId="278"/>
            <ac:picMk id="1026" creationId="{322025E2-9707-1D44-C258-3E6A85B316E4}"/>
          </ac:picMkLst>
        </pc:picChg>
      </pc:sldChg>
      <pc:sldChg chg="addSp delSp modSp new mod">
        <pc:chgData name="Troels Mortensen (TRMO) | VIA" userId="48eeef65-5bf8-474b-9082-b56af31dd25e" providerId="ADAL" clId="{D1D70EA8-438A-4B0D-A7BB-B5EC525C22B7}" dt="2026-04-08T09:13:53.255" v="296" actId="465"/>
        <pc:sldMkLst>
          <pc:docMk/>
          <pc:sldMk cId="1302961934" sldId="279"/>
        </pc:sldMkLst>
        <pc:spChg chg="del">
          <ac:chgData name="Troels Mortensen (TRMO) | VIA" userId="48eeef65-5bf8-474b-9082-b56af31dd25e" providerId="ADAL" clId="{D1D70EA8-438A-4B0D-A7BB-B5EC525C22B7}" dt="2026-04-08T08:36:46.653" v="273" actId="478"/>
          <ac:spMkLst>
            <pc:docMk/>
            <pc:sldMk cId="1302961934" sldId="279"/>
            <ac:spMk id="2" creationId="{AF47A91C-64E8-39AE-4F79-CF66D4FB194F}"/>
          </ac:spMkLst>
        </pc:spChg>
        <pc:spChg chg="del">
          <ac:chgData name="Troels Mortensen (TRMO) | VIA" userId="48eeef65-5bf8-474b-9082-b56af31dd25e" providerId="ADAL" clId="{D1D70EA8-438A-4B0D-A7BB-B5EC525C22B7}" dt="2026-04-08T08:36:46.653" v="273" actId="478"/>
          <ac:spMkLst>
            <pc:docMk/>
            <pc:sldMk cId="1302961934" sldId="279"/>
            <ac:spMk id="3" creationId="{C6B37192-A00B-EE98-AEA4-B637A7D40D4B}"/>
          </ac:spMkLst>
        </pc:spChg>
        <pc:spChg chg="add mod">
          <ac:chgData name="Troels Mortensen (TRMO) | VIA" userId="48eeef65-5bf8-474b-9082-b56af31dd25e" providerId="ADAL" clId="{D1D70EA8-438A-4B0D-A7BB-B5EC525C22B7}" dt="2026-04-08T09:13:53.255" v="296" actId="465"/>
          <ac:spMkLst>
            <pc:docMk/>
            <pc:sldMk cId="1302961934" sldId="279"/>
            <ac:spMk id="5" creationId="{6143C7CF-CAF1-8EE9-D879-8C2C2C1C4C90}"/>
          </ac:spMkLst>
        </pc:spChg>
      </pc:sldChg>
      <pc:sldChg chg="addSp delSp modSp new mod">
        <pc:chgData name="Troels Mortensen (TRMO) | VIA" userId="48eeef65-5bf8-474b-9082-b56af31dd25e" providerId="ADAL" clId="{D1D70EA8-438A-4B0D-A7BB-B5EC525C22B7}" dt="2026-04-08T12:03:21.821" v="5715" actId="207"/>
        <pc:sldMkLst>
          <pc:docMk/>
          <pc:sldMk cId="3295226003" sldId="280"/>
        </pc:sldMkLst>
        <pc:spChg chg="mod">
          <ac:chgData name="Troels Mortensen (TRMO) | VIA" userId="48eeef65-5bf8-474b-9082-b56af31dd25e" providerId="ADAL" clId="{D1D70EA8-438A-4B0D-A7BB-B5EC525C22B7}" dt="2026-04-08T09:14:54.817" v="406" actId="20577"/>
          <ac:spMkLst>
            <pc:docMk/>
            <pc:sldMk cId="3295226003" sldId="280"/>
            <ac:spMk id="2" creationId="{924957AD-2B12-176B-2F87-C862AF2CDA15}"/>
          </ac:spMkLst>
        </pc:spChg>
        <pc:spChg chg="del">
          <ac:chgData name="Troels Mortensen (TRMO) | VIA" userId="48eeef65-5bf8-474b-9082-b56af31dd25e" providerId="ADAL" clId="{D1D70EA8-438A-4B0D-A7BB-B5EC525C22B7}" dt="2026-04-08T09:14:52.045" v="401" actId="478"/>
          <ac:spMkLst>
            <pc:docMk/>
            <pc:sldMk cId="3295226003" sldId="280"/>
            <ac:spMk id="3" creationId="{F883704B-0CF3-1F18-1EC2-0F001BC85912}"/>
          </ac:spMkLst>
        </pc:spChg>
        <pc:spChg chg="add del mod">
          <ac:chgData name="Troels Mortensen (TRMO) | VIA" userId="48eeef65-5bf8-474b-9082-b56af31dd25e" providerId="ADAL" clId="{D1D70EA8-438A-4B0D-A7BB-B5EC525C22B7}" dt="2026-04-08T12:03:07.229" v="5705" actId="1076"/>
          <ac:spMkLst>
            <pc:docMk/>
            <pc:sldMk cId="3295226003" sldId="280"/>
            <ac:spMk id="4" creationId="{EEB50CC8-5A68-666C-15E4-E1EDF8F4F228}"/>
          </ac:spMkLst>
        </pc:spChg>
        <pc:spChg chg="add del mod">
          <ac:chgData name="Troels Mortensen (TRMO) | VIA" userId="48eeef65-5bf8-474b-9082-b56af31dd25e" providerId="ADAL" clId="{D1D70EA8-438A-4B0D-A7BB-B5EC525C22B7}" dt="2026-04-08T09:18:37.765" v="451" actId="478"/>
          <ac:spMkLst>
            <pc:docMk/>
            <pc:sldMk cId="3295226003" sldId="280"/>
            <ac:spMk id="5" creationId="{61227BF4-6AF9-1E1E-64E0-686A0FF0C46C}"/>
          </ac:spMkLst>
        </pc:spChg>
        <pc:spChg chg="mod">
          <ac:chgData name="Troels Mortensen (TRMO) | VIA" userId="48eeef65-5bf8-474b-9082-b56af31dd25e" providerId="ADAL" clId="{D1D70EA8-438A-4B0D-A7BB-B5EC525C22B7}" dt="2026-04-08T09:15:55.918" v="449"/>
          <ac:spMkLst>
            <pc:docMk/>
            <pc:sldMk cId="3295226003" sldId="280"/>
            <ac:spMk id="6" creationId="{BBFE1A22-FF03-65A4-B211-D5280F0425A7}"/>
          </ac:spMkLst>
        </pc:spChg>
        <pc:spChg chg="add del mod">
          <ac:chgData name="Troels Mortensen (TRMO) | VIA" userId="48eeef65-5bf8-474b-9082-b56af31dd25e" providerId="ADAL" clId="{D1D70EA8-438A-4B0D-A7BB-B5EC525C22B7}" dt="2026-04-08T09:15:55.503" v="448" actId="22"/>
          <ac:spMkLst>
            <pc:docMk/>
            <pc:sldMk cId="3295226003" sldId="280"/>
            <ac:spMk id="8" creationId="{3FC3A470-9826-D226-9BA4-E9704CC265A1}"/>
          </ac:spMkLst>
        </pc:spChg>
        <pc:spChg chg="add mod">
          <ac:chgData name="Troels Mortensen (TRMO) | VIA" userId="48eeef65-5bf8-474b-9082-b56af31dd25e" providerId="ADAL" clId="{D1D70EA8-438A-4B0D-A7BB-B5EC525C22B7}" dt="2026-04-08T12:03:07.229" v="5705" actId="1076"/>
          <ac:spMkLst>
            <pc:docMk/>
            <pc:sldMk cId="3295226003" sldId="280"/>
            <ac:spMk id="9" creationId="{CB3B398B-8683-0FE5-5437-14BA113A3711}"/>
          </ac:spMkLst>
        </pc:spChg>
        <pc:spChg chg="add mod">
          <ac:chgData name="Troels Mortensen (TRMO) | VIA" userId="48eeef65-5bf8-474b-9082-b56af31dd25e" providerId="ADAL" clId="{D1D70EA8-438A-4B0D-A7BB-B5EC525C22B7}" dt="2026-04-08T12:03:07.229" v="5705" actId="1076"/>
          <ac:spMkLst>
            <pc:docMk/>
            <pc:sldMk cId="3295226003" sldId="280"/>
            <ac:spMk id="10" creationId="{2D348D03-1671-EBD9-80DF-2C78A130E870}"/>
          </ac:spMkLst>
        </pc:spChg>
        <pc:spChg chg="add mod">
          <ac:chgData name="Troels Mortensen (TRMO) | VIA" userId="48eeef65-5bf8-474b-9082-b56af31dd25e" providerId="ADAL" clId="{D1D70EA8-438A-4B0D-A7BB-B5EC525C22B7}" dt="2026-04-08T12:03:07.229" v="5705" actId="1076"/>
          <ac:spMkLst>
            <pc:docMk/>
            <pc:sldMk cId="3295226003" sldId="280"/>
            <ac:spMk id="11" creationId="{80040BFF-A305-5B7E-4A14-1141D604D503}"/>
          </ac:spMkLst>
        </pc:spChg>
        <pc:spChg chg="add mod">
          <ac:chgData name="Troels Mortensen (TRMO) | VIA" userId="48eeef65-5bf8-474b-9082-b56af31dd25e" providerId="ADAL" clId="{D1D70EA8-438A-4B0D-A7BB-B5EC525C22B7}" dt="2026-04-08T12:03:07.229" v="5705" actId="1076"/>
          <ac:spMkLst>
            <pc:docMk/>
            <pc:sldMk cId="3295226003" sldId="280"/>
            <ac:spMk id="12" creationId="{2656232C-11E7-95CF-1936-D2EE0CA3E428}"/>
          </ac:spMkLst>
        </pc:spChg>
        <pc:spChg chg="add mod">
          <ac:chgData name="Troels Mortensen (TRMO) | VIA" userId="48eeef65-5bf8-474b-9082-b56af31dd25e" providerId="ADAL" clId="{D1D70EA8-438A-4B0D-A7BB-B5EC525C22B7}" dt="2026-04-08T12:03:21.821" v="5715" actId="207"/>
          <ac:spMkLst>
            <pc:docMk/>
            <pc:sldMk cId="3295226003" sldId="280"/>
            <ac:spMk id="15" creationId="{3AB9A3B5-386B-4678-F458-53BF0D81A255}"/>
          </ac:spMkLst>
        </pc:spChg>
        <pc:picChg chg="add mod">
          <ac:chgData name="Troels Mortensen (TRMO) | VIA" userId="48eeef65-5bf8-474b-9082-b56af31dd25e" providerId="ADAL" clId="{D1D70EA8-438A-4B0D-A7BB-B5EC525C22B7}" dt="2026-04-08T12:03:07.229" v="5705" actId="1076"/>
          <ac:picMkLst>
            <pc:docMk/>
            <pc:sldMk cId="3295226003" sldId="280"/>
            <ac:picMk id="13" creationId="{7987D72C-105C-656F-B593-17B991939141}"/>
          </ac:picMkLst>
        </pc:picChg>
        <pc:picChg chg="add mod">
          <ac:chgData name="Troels Mortensen (TRMO) | VIA" userId="48eeef65-5bf8-474b-9082-b56af31dd25e" providerId="ADAL" clId="{D1D70EA8-438A-4B0D-A7BB-B5EC525C22B7}" dt="2026-04-08T09:26:27.721" v="996" actId="1076"/>
          <ac:picMkLst>
            <pc:docMk/>
            <pc:sldMk cId="3295226003" sldId="280"/>
            <ac:picMk id="2050" creationId="{A3377F30-ED90-BD85-504A-47B9C18C2E59}"/>
          </ac:picMkLst>
        </pc:picChg>
      </pc:sldChg>
      <pc:sldChg chg="modSp new">
        <pc:chgData name="Troels Mortensen (TRMO) | VIA" userId="48eeef65-5bf8-474b-9082-b56af31dd25e" providerId="ADAL" clId="{D1D70EA8-438A-4B0D-A7BB-B5EC525C22B7}" dt="2026-04-08T09:20:54.885" v="592"/>
        <pc:sldMkLst>
          <pc:docMk/>
          <pc:sldMk cId="1498942983" sldId="281"/>
        </pc:sldMkLst>
        <pc:spChg chg="mod">
          <ac:chgData name="Troels Mortensen (TRMO) | VIA" userId="48eeef65-5bf8-474b-9082-b56af31dd25e" providerId="ADAL" clId="{D1D70EA8-438A-4B0D-A7BB-B5EC525C22B7}" dt="2026-04-08T09:20:54.885" v="592"/>
          <ac:spMkLst>
            <pc:docMk/>
            <pc:sldMk cId="1498942983" sldId="281"/>
            <ac:spMk id="3" creationId="{8F5F45B1-6E76-B854-D5C9-C383CD73D6B0}"/>
          </ac:spMkLst>
        </pc:spChg>
      </pc:sldChg>
      <pc:sldChg chg="new del">
        <pc:chgData name="Troels Mortensen (TRMO) | VIA" userId="48eeef65-5bf8-474b-9082-b56af31dd25e" providerId="ADAL" clId="{D1D70EA8-438A-4B0D-A7BB-B5EC525C22B7}" dt="2026-04-08T09:15:18.380" v="430" actId="47"/>
        <pc:sldMkLst>
          <pc:docMk/>
          <pc:sldMk cId="2600562112" sldId="281"/>
        </pc:sldMkLst>
      </pc:sldChg>
      <pc:sldChg chg="modSp new mod">
        <pc:chgData name="Troels Mortensen (TRMO) | VIA" userId="48eeef65-5bf8-474b-9082-b56af31dd25e" providerId="ADAL" clId="{D1D70EA8-438A-4B0D-A7BB-B5EC525C22B7}" dt="2026-04-08T09:25:51.822" v="991" actId="207"/>
        <pc:sldMkLst>
          <pc:docMk/>
          <pc:sldMk cId="2314643588" sldId="282"/>
        </pc:sldMkLst>
        <pc:spChg chg="mod">
          <ac:chgData name="Troels Mortensen (TRMO) | VIA" userId="48eeef65-5bf8-474b-9082-b56af31dd25e" providerId="ADAL" clId="{D1D70EA8-438A-4B0D-A7BB-B5EC525C22B7}" dt="2026-04-08T09:24:08.605" v="742" actId="20577"/>
          <ac:spMkLst>
            <pc:docMk/>
            <pc:sldMk cId="2314643588" sldId="282"/>
            <ac:spMk id="2" creationId="{68C17424-1862-FB63-6335-505A4EEAA780}"/>
          </ac:spMkLst>
        </pc:spChg>
        <pc:spChg chg="mod">
          <ac:chgData name="Troels Mortensen (TRMO) | VIA" userId="48eeef65-5bf8-474b-9082-b56af31dd25e" providerId="ADAL" clId="{D1D70EA8-438A-4B0D-A7BB-B5EC525C22B7}" dt="2026-04-08T09:25:51.822" v="991" actId="207"/>
          <ac:spMkLst>
            <pc:docMk/>
            <pc:sldMk cId="2314643588" sldId="282"/>
            <ac:spMk id="3" creationId="{8D7F7F6E-233F-327F-915D-C1E1FA95B905}"/>
          </ac:spMkLst>
        </pc:spChg>
      </pc:sldChg>
      <pc:sldChg chg="addSp delSp modSp add mod modTransition addAnim delAnim modAnim">
        <pc:chgData name="Troels Mortensen (TRMO) | VIA" userId="48eeef65-5bf8-474b-9082-b56af31dd25e" providerId="ADAL" clId="{D1D70EA8-438A-4B0D-A7BB-B5EC525C22B7}" dt="2026-04-08T09:35:34.869" v="1330" actId="207"/>
        <pc:sldMkLst>
          <pc:docMk/>
          <pc:sldMk cId="1165374517" sldId="283"/>
        </pc:sldMkLst>
        <pc:spChg chg="add mod topLvl">
          <ac:chgData name="Troels Mortensen (TRMO) | VIA" userId="48eeef65-5bf8-474b-9082-b56af31dd25e" providerId="ADAL" clId="{D1D70EA8-438A-4B0D-A7BB-B5EC525C22B7}" dt="2026-04-08T09:27:23.969" v="1034" actId="13822"/>
          <ac:spMkLst>
            <pc:docMk/>
            <pc:sldMk cId="1165374517" sldId="283"/>
            <ac:spMk id="3" creationId="{A249A7CA-7325-DDC9-88FA-604CDD08781F}"/>
          </ac:spMkLst>
        </pc:spChg>
        <pc:spChg chg="mod">
          <ac:chgData name="Troels Mortensen (TRMO) | VIA" userId="48eeef65-5bf8-474b-9082-b56af31dd25e" providerId="ADAL" clId="{D1D70EA8-438A-4B0D-A7BB-B5EC525C22B7}" dt="2026-04-08T09:26:46.028" v="1002" actId="242"/>
          <ac:spMkLst>
            <pc:docMk/>
            <pc:sldMk cId="1165374517" sldId="283"/>
            <ac:spMk id="4" creationId="{45B703CE-2FE3-9945-A46F-3121B4946557}"/>
          </ac:spMkLst>
        </pc:spChg>
        <pc:spChg chg="add mod topLvl">
          <ac:chgData name="Troels Mortensen (TRMO) | VIA" userId="48eeef65-5bf8-474b-9082-b56af31dd25e" providerId="ADAL" clId="{D1D70EA8-438A-4B0D-A7BB-B5EC525C22B7}" dt="2026-04-08T09:27:23.969" v="1034" actId="13822"/>
          <ac:spMkLst>
            <pc:docMk/>
            <pc:sldMk cId="1165374517" sldId="283"/>
            <ac:spMk id="5" creationId="{2BF9C471-11A7-4D26-1B66-CB666D247A95}"/>
          </ac:spMkLst>
        </pc:spChg>
        <pc:spChg chg="add mod">
          <ac:chgData name="Troels Mortensen (TRMO) | VIA" userId="48eeef65-5bf8-474b-9082-b56af31dd25e" providerId="ADAL" clId="{D1D70EA8-438A-4B0D-A7BB-B5EC525C22B7}" dt="2026-04-08T09:35:24.501" v="1327" actId="207"/>
          <ac:spMkLst>
            <pc:docMk/>
            <pc:sldMk cId="1165374517" sldId="283"/>
            <ac:spMk id="7" creationId="{3158500D-A380-988B-3C0E-7D6A66023824}"/>
          </ac:spMkLst>
        </pc:spChg>
        <pc:spChg chg="mod">
          <ac:chgData name="Troels Mortensen (TRMO) | VIA" userId="48eeef65-5bf8-474b-9082-b56af31dd25e" providerId="ADAL" clId="{D1D70EA8-438A-4B0D-A7BB-B5EC525C22B7}" dt="2026-04-08T09:27:43.554" v="1036" actId="242"/>
          <ac:spMkLst>
            <pc:docMk/>
            <pc:sldMk cId="1165374517" sldId="283"/>
            <ac:spMk id="9" creationId="{67550B64-5DC9-A327-09D2-712167150D69}"/>
          </ac:spMkLst>
        </pc:spChg>
        <pc:spChg chg="mod">
          <ac:chgData name="Troels Mortensen (TRMO) | VIA" userId="48eeef65-5bf8-474b-9082-b56af31dd25e" providerId="ADAL" clId="{D1D70EA8-438A-4B0D-A7BB-B5EC525C22B7}" dt="2026-04-08T09:27:43.554" v="1036" actId="242"/>
          <ac:spMkLst>
            <pc:docMk/>
            <pc:sldMk cId="1165374517" sldId="283"/>
            <ac:spMk id="10" creationId="{154C9CB5-DB37-BB3C-60F6-AAEA6C671F38}"/>
          </ac:spMkLst>
        </pc:spChg>
        <pc:spChg chg="add mod">
          <ac:chgData name="Troels Mortensen (TRMO) | VIA" userId="48eeef65-5bf8-474b-9082-b56af31dd25e" providerId="ADAL" clId="{D1D70EA8-438A-4B0D-A7BB-B5EC525C22B7}" dt="2026-04-08T09:32:10.668" v="1174"/>
          <ac:spMkLst>
            <pc:docMk/>
            <pc:sldMk cId="1165374517" sldId="283"/>
            <ac:spMk id="21" creationId="{1BE1530A-3EAF-AC05-E8E3-366BB73DB3E0}"/>
          </ac:spMkLst>
        </pc:spChg>
        <pc:spChg chg="add mod">
          <ac:chgData name="Troels Mortensen (TRMO) | VIA" userId="48eeef65-5bf8-474b-9082-b56af31dd25e" providerId="ADAL" clId="{D1D70EA8-438A-4B0D-A7BB-B5EC525C22B7}" dt="2026-04-08T09:33:09.351" v="1190" actId="207"/>
          <ac:spMkLst>
            <pc:docMk/>
            <pc:sldMk cId="1165374517" sldId="283"/>
            <ac:spMk id="23" creationId="{C7CB876F-2A3C-B651-6760-00F4EDEAE01F}"/>
          </ac:spMkLst>
        </pc:spChg>
        <pc:spChg chg="add mod">
          <ac:chgData name="Troels Mortensen (TRMO) | VIA" userId="48eeef65-5bf8-474b-9082-b56af31dd25e" providerId="ADAL" clId="{D1D70EA8-438A-4B0D-A7BB-B5EC525C22B7}" dt="2026-04-08T09:33:22.063" v="1199" actId="207"/>
          <ac:spMkLst>
            <pc:docMk/>
            <pc:sldMk cId="1165374517" sldId="283"/>
            <ac:spMk id="24" creationId="{5D5C28C2-CBED-CBFC-8701-49359A3C64A9}"/>
          </ac:spMkLst>
        </pc:spChg>
        <pc:spChg chg="add mod">
          <ac:chgData name="Troels Mortensen (TRMO) | VIA" userId="48eeef65-5bf8-474b-9082-b56af31dd25e" providerId="ADAL" clId="{D1D70EA8-438A-4B0D-A7BB-B5EC525C22B7}" dt="2026-04-08T09:33:26.835" v="1202" actId="1076"/>
          <ac:spMkLst>
            <pc:docMk/>
            <pc:sldMk cId="1165374517" sldId="283"/>
            <ac:spMk id="25" creationId="{2396CF23-9354-E023-768D-20273AF6D70A}"/>
          </ac:spMkLst>
        </pc:spChg>
        <pc:spChg chg="add mod">
          <ac:chgData name="Troels Mortensen (TRMO) | VIA" userId="48eeef65-5bf8-474b-9082-b56af31dd25e" providerId="ADAL" clId="{D1D70EA8-438A-4B0D-A7BB-B5EC525C22B7}" dt="2026-04-08T09:35:34.869" v="1330" actId="207"/>
          <ac:spMkLst>
            <pc:docMk/>
            <pc:sldMk cId="1165374517" sldId="283"/>
            <ac:spMk id="26" creationId="{98FC9067-01EB-808F-6C9F-4E6DC0B933BC}"/>
          </ac:spMkLst>
        </pc:spChg>
        <pc:grpChg chg="add del mod">
          <ac:chgData name="Troels Mortensen (TRMO) | VIA" userId="48eeef65-5bf8-474b-9082-b56af31dd25e" providerId="ADAL" clId="{D1D70EA8-438A-4B0D-A7BB-B5EC525C22B7}" dt="2026-04-08T09:27:10.892" v="1022" actId="165"/>
          <ac:grpSpMkLst>
            <pc:docMk/>
            <pc:sldMk cId="1165374517" sldId="283"/>
            <ac:grpSpMk id="6" creationId="{68ED8639-D1A5-93EA-8B64-1BED7E36EB95}"/>
          </ac:grpSpMkLst>
        </pc:grpChg>
        <pc:picChg chg="add mod">
          <ac:chgData name="Troels Mortensen (TRMO) | VIA" userId="48eeef65-5bf8-474b-9082-b56af31dd25e" providerId="ADAL" clId="{D1D70EA8-438A-4B0D-A7BB-B5EC525C22B7}" dt="2026-04-08T09:28:15.772" v="1043" actId="1076"/>
          <ac:picMkLst>
            <pc:docMk/>
            <pc:sldMk cId="1165374517" sldId="283"/>
            <ac:picMk id="3074" creationId="{5C540DD1-03DB-5230-D4BA-5BD506631461}"/>
          </ac:picMkLst>
        </pc:picChg>
        <pc:cxnChg chg="add mod">
          <ac:chgData name="Troels Mortensen (TRMO) | VIA" userId="48eeef65-5bf8-474b-9082-b56af31dd25e" providerId="ADAL" clId="{D1D70EA8-438A-4B0D-A7BB-B5EC525C22B7}" dt="2026-04-08T09:32:27.514" v="1177" actId="1076"/>
          <ac:cxnSpMkLst>
            <pc:docMk/>
            <pc:sldMk cId="1165374517" sldId="283"/>
            <ac:cxnSpMk id="13" creationId="{2D0FD13C-C417-97A4-16AE-1785C2EFFBEE}"/>
          </ac:cxnSpMkLst>
        </pc:cxnChg>
        <pc:cxnChg chg="add mod">
          <ac:chgData name="Troels Mortensen (TRMO) | VIA" userId="48eeef65-5bf8-474b-9082-b56af31dd25e" providerId="ADAL" clId="{D1D70EA8-438A-4B0D-A7BB-B5EC525C22B7}" dt="2026-04-08T09:31:20.103" v="1162" actId="14100"/>
          <ac:cxnSpMkLst>
            <pc:docMk/>
            <pc:sldMk cId="1165374517" sldId="283"/>
            <ac:cxnSpMk id="14" creationId="{2EAB4D49-D8A6-2FD3-0BCF-0933B72AD78F}"/>
          </ac:cxnSpMkLst>
        </pc:cxnChg>
        <pc:cxnChg chg="add mod">
          <ac:chgData name="Troels Mortensen (TRMO) | VIA" userId="48eeef65-5bf8-474b-9082-b56af31dd25e" providerId="ADAL" clId="{D1D70EA8-438A-4B0D-A7BB-B5EC525C22B7}" dt="2026-04-08T09:31:27.003" v="1164" actId="14100"/>
          <ac:cxnSpMkLst>
            <pc:docMk/>
            <pc:sldMk cId="1165374517" sldId="283"/>
            <ac:cxnSpMk id="17" creationId="{4BD25869-A5C4-1BF3-5078-92BD3500F981}"/>
          </ac:cxnSpMkLst>
        </pc:cxnChg>
        <pc:cxnChg chg="add mod">
          <ac:chgData name="Troels Mortensen (TRMO) | VIA" userId="48eeef65-5bf8-474b-9082-b56af31dd25e" providerId="ADAL" clId="{D1D70EA8-438A-4B0D-A7BB-B5EC525C22B7}" dt="2026-04-08T09:31:30.276" v="1166" actId="14100"/>
          <ac:cxnSpMkLst>
            <pc:docMk/>
            <pc:sldMk cId="1165374517" sldId="283"/>
            <ac:cxnSpMk id="19" creationId="{B931DFB9-09B8-D849-A3EE-DA377634AEEE}"/>
          </ac:cxnSpMkLst>
        </pc:cxnChg>
        <pc:cxnChg chg="add mod">
          <ac:chgData name="Troels Mortensen (TRMO) | VIA" userId="48eeef65-5bf8-474b-9082-b56af31dd25e" providerId="ADAL" clId="{D1D70EA8-438A-4B0D-A7BB-B5EC525C22B7}" dt="2026-04-08T09:32:27.514" v="1177" actId="1076"/>
          <ac:cxnSpMkLst>
            <pc:docMk/>
            <pc:sldMk cId="1165374517" sldId="283"/>
            <ac:cxnSpMk id="22" creationId="{213ABE05-0D55-5399-5817-80A103AB4C09}"/>
          </ac:cxnSpMkLst>
        </pc:cxnChg>
      </pc:sldChg>
      <pc:sldChg chg="addSp modSp new mod">
        <pc:chgData name="Troels Mortensen (TRMO) | VIA" userId="48eeef65-5bf8-474b-9082-b56af31dd25e" providerId="ADAL" clId="{D1D70EA8-438A-4B0D-A7BB-B5EC525C22B7}" dt="2026-04-08T09:43:45.269" v="1831" actId="20577"/>
        <pc:sldMkLst>
          <pc:docMk/>
          <pc:sldMk cId="2062118634" sldId="284"/>
        </pc:sldMkLst>
        <pc:spChg chg="mod">
          <ac:chgData name="Troels Mortensen (TRMO) | VIA" userId="48eeef65-5bf8-474b-9082-b56af31dd25e" providerId="ADAL" clId="{D1D70EA8-438A-4B0D-A7BB-B5EC525C22B7}" dt="2026-04-08T09:36:20.109" v="1351" actId="20577"/>
          <ac:spMkLst>
            <pc:docMk/>
            <pc:sldMk cId="2062118634" sldId="284"/>
            <ac:spMk id="2" creationId="{D9E6F261-FF7A-2D67-93E5-356173CB6AD4}"/>
          </ac:spMkLst>
        </pc:spChg>
        <pc:spChg chg="mod">
          <ac:chgData name="Troels Mortensen (TRMO) | VIA" userId="48eeef65-5bf8-474b-9082-b56af31dd25e" providerId="ADAL" clId="{D1D70EA8-438A-4B0D-A7BB-B5EC525C22B7}" dt="2026-04-08T09:43:45.269" v="1831" actId="20577"/>
          <ac:spMkLst>
            <pc:docMk/>
            <pc:sldMk cId="2062118634" sldId="284"/>
            <ac:spMk id="3" creationId="{ADF5BD8A-0593-5B59-C59C-C13CC806987B}"/>
          </ac:spMkLst>
        </pc:spChg>
        <pc:picChg chg="add mod">
          <ac:chgData name="Troels Mortensen (TRMO) | VIA" userId="48eeef65-5bf8-474b-9082-b56af31dd25e" providerId="ADAL" clId="{D1D70EA8-438A-4B0D-A7BB-B5EC525C22B7}" dt="2026-04-08T09:43:35.099" v="1824" actId="1076"/>
          <ac:picMkLst>
            <pc:docMk/>
            <pc:sldMk cId="2062118634" sldId="284"/>
            <ac:picMk id="5" creationId="{3AD62C41-015E-A1BF-3DCA-8E64776DF9F2}"/>
          </ac:picMkLst>
        </pc:picChg>
        <pc:picChg chg="add mod">
          <ac:chgData name="Troels Mortensen (TRMO) | VIA" userId="48eeef65-5bf8-474b-9082-b56af31dd25e" providerId="ADAL" clId="{D1D70EA8-438A-4B0D-A7BB-B5EC525C22B7}" dt="2026-04-08T09:43:35.099" v="1824" actId="1076"/>
          <ac:picMkLst>
            <pc:docMk/>
            <pc:sldMk cId="2062118634" sldId="284"/>
            <ac:picMk id="7" creationId="{58BDAC6D-A8F1-B3BC-E310-974CCAA192C9}"/>
          </ac:picMkLst>
        </pc:picChg>
      </pc:sldChg>
      <pc:sldChg chg="addSp delSp modSp add mod">
        <pc:chgData name="Troels Mortensen (TRMO) | VIA" userId="48eeef65-5bf8-474b-9082-b56af31dd25e" providerId="ADAL" clId="{D1D70EA8-438A-4B0D-A7BB-B5EC525C22B7}" dt="2026-04-08T09:36:07.223" v="1333" actId="478"/>
        <pc:sldMkLst>
          <pc:docMk/>
          <pc:sldMk cId="1338775973" sldId="314"/>
        </pc:sldMkLst>
        <pc:spChg chg="del">
          <ac:chgData name="Troels Mortensen (TRMO) | VIA" userId="48eeef65-5bf8-474b-9082-b56af31dd25e" providerId="ADAL" clId="{D1D70EA8-438A-4B0D-A7BB-B5EC525C22B7}" dt="2026-04-08T09:36:07.223" v="1333" actId="478"/>
          <ac:spMkLst>
            <pc:docMk/>
            <pc:sldMk cId="1338775973" sldId="314"/>
            <ac:spMk id="4" creationId="{79C484BD-6B26-99FB-EA54-6EB27495BA82}"/>
          </ac:spMkLst>
        </pc:spChg>
        <pc:spChg chg="add mod">
          <ac:chgData name="Troels Mortensen (TRMO) | VIA" userId="48eeef65-5bf8-474b-9082-b56af31dd25e" providerId="ADAL" clId="{D1D70EA8-438A-4B0D-A7BB-B5EC525C22B7}" dt="2026-04-08T09:36:07.223" v="1333" actId="478"/>
          <ac:spMkLst>
            <pc:docMk/>
            <pc:sldMk cId="1338775973" sldId="314"/>
            <ac:spMk id="6" creationId="{D3671FA4-1C2B-820D-BD7A-0F5592C2B9B7}"/>
          </ac:spMkLst>
        </pc:spChg>
      </pc:sldChg>
      <pc:sldChg chg="delSp add del setBg delDesignElem">
        <pc:chgData name="Troels Mortensen (TRMO) | VIA" userId="48eeef65-5bf8-474b-9082-b56af31dd25e" providerId="ADAL" clId="{D1D70EA8-438A-4B0D-A7BB-B5EC525C22B7}" dt="2026-04-08T08:34:15.115" v="87" actId="47"/>
        <pc:sldMkLst>
          <pc:docMk/>
          <pc:sldMk cId="3329969071" sldId="314"/>
        </pc:sldMkLst>
        <pc:spChg chg="del">
          <ac:chgData name="Troels Mortensen (TRMO) | VIA" userId="48eeef65-5bf8-474b-9082-b56af31dd25e" providerId="ADAL" clId="{D1D70EA8-438A-4B0D-A7BB-B5EC525C22B7}" dt="2026-04-08T08:34:13.912" v="86"/>
          <ac:spMkLst>
            <pc:docMk/>
            <pc:sldMk cId="3329969071" sldId="314"/>
            <ac:spMk id="12302" creationId="{A7ED38FB-60D3-0D4F-FA1F-9D59390569DB}"/>
          </ac:spMkLst>
        </pc:spChg>
        <pc:grpChg chg="del">
          <ac:chgData name="Troels Mortensen (TRMO) | VIA" userId="48eeef65-5bf8-474b-9082-b56af31dd25e" providerId="ADAL" clId="{D1D70EA8-438A-4B0D-A7BB-B5EC525C22B7}" dt="2026-04-08T08:34:13.912" v="86"/>
          <ac:grpSpMkLst>
            <pc:docMk/>
            <pc:sldMk cId="3329969071" sldId="314"/>
            <ac:grpSpMk id="12304" creationId="{FD1717D0-9DA1-74A0-2687-E073C0357878}"/>
          </ac:grpSpMkLst>
        </pc:grpChg>
      </pc:sldChg>
      <pc:sldChg chg="addSp modSp new mod">
        <pc:chgData name="Troels Mortensen (TRMO) | VIA" userId="48eeef65-5bf8-474b-9082-b56af31dd25e" providerId="ADAL" clId="{D1D70EA8-438A-4B0D-A7BB-B5EC525C22B7}" dt="2026-04-08T09:48:16.520" v="1948" actId="1076"/>
        <pc:sldMkLst>
          <pc:docMk/>
          <pc:sldMk cId="2154465843" sldId="315"/>
        </pc:sldMkLst>
        <pc:spChg chg="mod">
          <ac:chgData name="Troels Mortensen (TRMO) | VIA" userId="48eeef65-5bf8-474b-9082-b56af31dd25e" providerId="ADAL" clId="{D1D70EA8-438A-4B0D-A7BB-B5EC525C22B7}" dt="2026-04-08T09:44:15.417" v="1854" actId="20577"/>
          <ac:spMkLst>
            <pc:docMk/>
            <pc:sldMk cId="2154465843" sldId="315"/>
            <ac:spMk id="2" creationId="{64B540BD-5913-8267-91BB-95488D551610}"/>
          </ac:spMkLst>
        </pc:spChg>
        <pc:spChg chg="mod">
          <ac:chgData name="Troels Mortensen (TRMO) | VIA" userId="48eeef65-5bf8-474b-9082-b56af31dd25e" providerId="ADAL" clId="{D1D70EA8-438A-4B0D-A7BB-B5EC525C22B7}" dt="2026-04-08T09:44:32.662" v="1946" actId="20577"/>
          <ac:spMkLst>
            <pc:docMk/>
            <pc:sldMk cId="2154465843" sldId="315"/>
            <ac:spMk id="3" creationId="{7F28081D-742D-797B-5371-627BFC711E2B}"/>
          </ac:spMkLst>
        </pc:spChg>
        <pc:spChg chg="add mod">
          <ac:chgData name="Troels Mortensen (TRMO) | VIA" userId="48eeef65-5bf8-474b-9082-b56af31dd25e" providerId="ADAL" clId="{D1D70EA8-438A-4B0D-A7BB-B5EC525C22B7}" dt="2026-04-08T09:48:16.520" v="1948" actId="1076"/>
          <ac:spMkLst>
            <pc:docMk/>
            <pc:sldMk cId="2154465843" sldId="315"/>
            <ac:spMk id="5" creationId="{7433AC4F-641E-4709-F7E5-3456288D1DBF}"/>
          </ac:spMkLst>
        </pc:spChg>
      </pc:sldChg>
      <pc:sldChg chg="addSp delSp modSp new mod modClrScheme chgLayout">
        <pc:chgData name="Troels Mortensen (TRMO) | VIA" userId="48eeef65-5bf8-474b-9082-b56af31dd25e" providerId="ADAL" clId="{D1D70EA8-438A-4B0D-A7BB-B5EC525C22B7}" dt="2026-04-08T09:49:17.589" v="2009" actId="700"/>
        <pc:sldMkLst>
          <pc:docMk/>
          <pc:sldMk cId="29988446" sldId="316"/>
        </pc:sldMkLst>
        <pc:spChg chg="mod ord">
          <ac:chgData name="Troels Mortensen (TRMO) | VIA" userId="48eeef65-5bf8-474b-9082-b56af31dd25e" providerId="ADAL" clId="{D1D70EA8-438A-4B0D-A7BB-B5EC525C22B7}" dt="2026-04-08T09:49:17.589" v="2009" actId="700"/>
          <ac:spMkLst>
            <pc:docMk/>
            <pc:sldMk cId="29988446" sldId="316"/>
            <ac:spMk id="2" creationId="{6CE75ECF-24B8-EDA7-37B3-97402FC83EB6}"/>
          </ac:spMkLst>
        </pc:spChg>
        <pc:spChg chg="del mod ord">
          <ac:chgData name="Troels Mortensen (TRMO) | VIA" userId="48eeef65-5bf8-474b-9082-b56af31dd25e" providerId="ADAL" clId="{D1D70EA8-438A-4B0D-A7BB-B5EC525C22B7}" dt="2026-04-08T09:49:17.589" v="2009" actId="700"/>
          <ac:spMkLst>
            <pc:docMk/>
            <pc:sldMk cId="29988446" sldId="316"/>
            <ac:spMk id="3" creationId="{00D40E16-FECF-8D51-0392-5BCEE1F705F3}"/>
          </ac:spMkLst>
        </pc:spChg>
        <pc:spChg chg="add mod ord">
          <ac:chgData name="Troels Mortensen (TRMO) | VIA" userId="48eeef65-5bf8-474b-9082-b56af31dd25e" providerId="ADAL" clId="{D1D70EA8-438A-4B0D-A7BB-B5EC525C22B7}" dt="2026-04-08T09:49:17.589" v="2009" actId="700"/>
          <ac:spMkLst>
            <pc:docMk/>
            <pc:sldMk cId="29988446" sldId="316"/>
            <ac:spMk id="4" creationId="{D3ECC49A-7E2F-DBE5-8815-29303A36E820}"/>
          </ac:spMkLst>
        </pc:spChg>
      </pc:sldChg>
      <pc:sldChg chg="addSp modSp new mod modAnim">
        <pc:chgData name="Troels Mortensen (TRMO) | VIA" userId="48eeef65-5bf8-474b-9082-b56af31dd25e" providerId="ADAL" clId="{D1D70EA8-438A-4B0D-A7BB-B5EC525C22B7}" dt="2026-04-08T10:19:05.673" v="2170" actId="1076"/>
        <pc:sldMkLst>
          <pc:docMk/>
          <pc:sldMk cId="3108166575" sldId="317"/>
        </pc:sldMkLst>
        <pc:spChg chg="mod">
          <ac:chgData name="Troels Mortensen (TRMO) | VIA" userId="48eeef65-5bf8-474b-9082-b56af31dd25e" providerId="ADAL" clId="{D1D70EA8-438A-4B0D-A7BB-B5EC525C22B7}" dt="2026-04-08T09:49:24.546" v="2033" actId="20577"/>
          <ac:spMkLst>
            <pc:docMk/>
            <pc:sldMk cId="3108166575" sldId="317"/>
            <ac:spMk id="2" creationId="{F3C3F358-B80C-81D1-2F64-AF6CD5767543}"/>
          </ac:spMkLst>
        </pc:spChg>
        <pc:spChg chg="mod">
          <ac:chgData name="Troels Mortensen (TRMO) | VIA" userId="48eeef65-5bf8-474b-9082-b56af31dd25e" providerId="ADAL" clId="{D1D70EA8-438A-4B0D-A7BB-B5EC525C22B7}" dt="2026-04-08T10:17:56.334" v="2152" actId="20577"/>
          <ac:spMkLst>
            <pc:docMk/>
            <pc:sldMk cId="3108166575" sldId="317"/>
            <ac:spMk id="3" creationId="{BE99F58D-7826-0CF4-73AB-72225EAA6B79}"/>
          </ac:spMkLst>
        </pc:spChg>
        <pc:spChg chg="add mod">
          <ac:chgData name="Troels Mortensen (TRMO) | VIA" userId="48eeef65-5bf8-474b-9082-b56af31dd25e" providerId="ADAL" clId="{D1D70EA8-438A-4B0D-A7BB-B5EC525C22B7}" dt="2026-04-08T10:19:05.673" v="2170" actId="1076"/>
          <ac:spMkLst>
            <pc:docMk/>
            <pc:sldMk cId="3108166575" sldId="317"/>
            <ac:spMk id="5" creationId="{4053A918-C8E8-2BBC-DB8D-555296C9C7F8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4-08T10:21:38.034" v="2355" actId="20577"/>
        <pc:sldMkLst>
          <pc:docMk/>
          <pc:sldMk cId="93293275" sldId="318"/>
        </pc:sldMkLst>
        <pc:spChg chg="mod">
          <ac:chgData name="Troels Mortensen (TRMO) | VIA" userId="48eeef65-5bf8-474b-9082-b56af31dd25e" providerId="ADAL" clId="{D1D70EA8-438A-4B0D-A7BB-B5EC525C22B7}" dt="2026-04-08T10:21:04.886" v="2194" actId="20577"/>
          <ac:spMkLst>
            <pc:docMk/>
            <pc:sldMk cId="93293275" sldId="318"/>
            <ac:spMk id="2" creationId="{5421F813-FCB9-44B5-0B2B-F77AC7EC539F}"/>
          </ac:spMkLst>
        </pc:spChg>
        <pc:spChg chg="mod">
          <ac:chgData name="Troels Mortensen (TRMO) | VIA" userId="48eeef65-5bf8-474b-9082-b56af31dd25e" providerId="ADAL" clId="{D1D70EA8-438A-4B0D-A7BB-B5EC525C22B7}" dt="2026-04-08T10:21:38.034" v="2355" actId="20577"/>
          <ac:spMkLst>
            <pc:docMk/>
            <pc:sldMk cId="93293275" sldId="318"/>
            <ac:spMk id="3" creationId="{23C31B06-EE72-DCDA-8F2C-E36CE32C7503}"/>
          </ac:spMkLst>
        </pc:spChg>
      </pc:sldChg>
      <pc:sldChg chg="addSp delSp modSp new mod addAnim delAnim modAnim">
        <pc:chgData name="Troels Mortensen (TRMO) | VIA" userId="48eeef65-5bf8-474b-9082-b56af31dd25e" providerId="ADAL" clId="{D1D70EA8-438A-4B0D-A7BB-B5EC525C22B7}" dt="2026-04-08T10:52:42.119" v="3296"/>
        <pc:sldMkLst>
          <pc:docMk/>
          <pc:sldMk cId="4138427572" sldId="319"/>
        </pc:sldMkLst>
        <pc:spChg chg="mod">
          <ac:chgData name="Troels Mortensen (TRMO) | VIA" userId="48eeef65-5bf8-474b-9082-b56af31dd25e" providerId="ADAL" clId="{D1D70EA8-438A-4B0D-A7BB-B5EC525C22B7}" dt="2026-04-08T10:21:44.749" v="2374" actId="20577"/>
          <ac:spMkLst>
            <pc:docMk/>
            <pc:sldMk cId="4138427572" sldId="319"/>
            <ac:spMk id="2" creationId="{60A4BFC4-8D93-C675-E3BF-384F6A131F97}"/>
          </ac:spMkLst>
        </pc:spChg>
        <pc:spChg chg="del">
          <ac:chgData name="Troels Mortensen (TRMO) | VIA" userId="48eeef65-5bf8-474b-9082-b56af31dd25e" providerId="ADAL" clId="{D1D70EA8-438A-4B0D-A7BB-B5EC525C22B7}" dt="2026-04-08T10:21:46.997" v="2375" actId="478"/>
          <ac:spMkLst>
            <pc:docMk/>
            <pc:sldMk cId="4138427572" sldId="319"/>
            <ac:spMk id="3" creationId="{F8B0CF68-EC66-67A7-D153-8944295CEDBD}"/>
          </ac:spMkLst>
        </pc:spChg>
        <pc:spChg chg="add del">
          <ac:chgData name="Troels Mortensen (TRMO) | VIA" userId="48eeef65-5bf8-474b-9082-b56af31dd25e" providerId="ADAL" clId="{D1D70EA8-438A-4B0D-A7BB-B5EC525C22B7}" dt="2026-04-08T10:21:49.687" v="2377" actId="22"/>
          <ac:spMkLst>
            <pc:docMk/>
            <pc:sldMk cId="4138427572" sldId="319"/>
            <ac:spMk id="5" creationId="{27CD0C78-DF7C-7F21-001B-6410E2C35166}"/>
          </ac:spMkLst>
        </pc:spChg>
        <pc:spChg chg="add mod">
          <ac:chgData name="Troels Mortensen (TRMO) | VIA" userId="48eeef65-5bf8-474b-9082-b56af31dd25e" providerId="ADAL" clId="{D1D70EA8-438A-4B0D-A7BB-B5EC525C22B7}" dt="2026-04-08T10:23:22.983" v="2516" actId="403"/>
          <ac:spMkLst>
            <pc:docMk/>
            <pc:sldMk cId="4138427572" sldId="319"/>
            <ac:spMk id="7" creationId="{396FDA6D-C3CD-C2A8-B5A6-A924EC676912}"/>
          </ac:spMkLst>
        </pc:spChg>
        <pc:spChg chg="add del mod">
          <ac:chgData name="Troels Mortensen (TRMO) | VIA" userId="48eeef65-5bf8-474b-9082-b56af31dd25e" providerId="ADAL" clId="{D1D70EA8-438A-4B0D-A7BB-B5EC525C22B7}" dt="2026-04-08T10:22:13.674" v="2435"/>
          <ac:spMkLst>
            <pc:docMk/>
            <pc:sldMk cId="4138427572" sldId="319"/>
            <ac:spMk id="8" creationId="{B9736380-2D8C-01A7-1CF5-7F7B41788A3C}"/>
          </ac:spMkLst>
        </pc:spChg>
        <pc:spChg chg="add mod">
          <ac:chgData name="Troels Mortensen (TRMO) | VIA" userId="48eeef65-5bf8-474b-9082-b56af31dd25e" providerId="ADAL" clId="{D1D70EA8-438A-4B0D-A7BB-B5EC525C22B7}" dt="2026-04-08T10:52:30.492" v="3292" actId="1076"/>
          <ac:spMkLst>
            <pc:docMk/>
            <pc:sldMk cId="4138427572" sldId="319"/>
            <ac:spMk id="9" creationId="{928B81D2-3964-CB52-55CF-B94F1E58B1D9}"/>
          </ac:spMkLst>
        </pc:spChg>
        <pc:spChg chg="add del mod">
          <ac:chgData name="Troels Mortensen (TRMO) | VIA" userId="48eeef65-5bf8-474b-9082-b56af31dd25e" providerId="ADAL" clId="{D1D70EA8-438A-4B0D-A7BB-B5EC525C22B7}" dt="2026-04-08T10:52:13.437" v="3283" actId="478"/>
          <ac:spMkLst>
            <pc:docMk/>
            <pc:sldMk cId="4138427572" sldId="319"/>
            <ac:spMk id="10" creationId="{05C39E8F-E54E-DFBF-B1B6-822EBD50FE42}"/>
          </ac:spMkLst>
        </pc:spChg>
        <pc:spChg chg="add mod">
          <ac:chgData name="Troels Mortensen (TRMO) | VIA" userId="48eeef65-5bf8-474b-9082-b56af31dd25e" providerId="ADAL" clId="{D1D70EA8-438A-4B0D-A7BB-B5EC525C22B7}" dt="2026-04-08T10:52:38.208" v="3295" actId="1076"/>
          <ac:spMkLst>
            <pc:docMk/>
            <pc:sldMk cId="4138427572" sldId="319"/>
            <ac:spMk id="12" creationId="{E76D6162-4F6F-C7BD-EE70-DD2A86A12888}"/>
          </ac:spMkLst>
        </pc:spChg>
        <pc:picChg chg="add mod">
          <ac:chgData name="Troels Mortensen (TRMO) | VIA" userId="48eeef65-5bf8-474b-9082-b56af31dd25e" providerId="ADAL" clId="{D1D70EA8-438A-4B0D-A7BB-B5EC525C22B7}" dt="2026-04-08T10:52:22.935" v="3289" actId="1076"/>
          <ac:picMkLst>
            <pc:docMk/>
            <pc:sldMk cId="4138427572" sldId="319"/>
            <ac:picMk id="14" creationId="{B18E1A4F-A132-3E45-1AC5-83A9B4ABA096}"/>
          </ac:picMkLst>
        </pc:picChg>
      </pc:sldChg>
      <pc:sldChg chg="addSp delSp modSp add mod modTransition delAnim">
        <pc:chgData name="Troels Mortensen (TRMO) | VIA" userId="48eeef65-5bf8-474b-9082-b56af31dd25e" providerId="ADAL" clId="{D1D70EA8-438A-4B0D-A7BB-B5EC525C22B7}" dt="2026-04-08T10:24:19.330" v="2525"/>
        <pc:sldMkLst>
          <pc:docMk/>
          <pc:sldMk cId="1505382125" sldId="320"/>
        </pc:sldMkLst>
        <pc:spChg chg="add mod">
          <ac:chgData name="Troels Mortensen (TRMO) | VIA" userId="48eeef65-5bf8-474b-9082-b56af31dd25e" providerId="ADAL" clId="{D1D70EA8-438A-4B0D-A7BB-B5EC525C22B7}" dt="2026-04-08T10:24:15.780" v="2524" actId="255"/>
          <ac:spMkLst>
            <pc:docMk/>
            <pc:sldMk cId="1505382125" sldId="320"/>
            <ac:spMk id="4" creationId="{E04EE3A3-2784-EE4B-ED4E-7BA13255C914}"/>
          </ac:spMkLst>
        </pc:spChg>
        <pc:spChg chg="del">
          <ac:chgData name="Troels Mortensen (TRMO) | VIA" userId="48eeef65-5bf8-474b-9082-b56af31dd25e" providerId="ADAL" clId="{D1D70EA8-438A-4B0D-A7BB-B5EC525C22B7}" dt="2026-04-08T10:24:09.994" v="2522" actId="478"/>
          <ac:spMkLst>
            <pc:docMk/>
            <pc:sldMk cId="1505382125" sldId="320"/>
            <ac:spMk id="9" creationId="{A78D7B08-8FEC-19CF-3E23-220744886C2E}"/>
          </ac:spMkLst>
        </pc:spChg>
        <pc:spChg chg="del mod">
          <ac:chgData name="Troels Mortensen (TRMO) | VIA" userId="48eeef65-5bf8-474b-9082-b56af31dd25e" providerId="ADAL" clId="{D1D70EA8-438A-4B0D-A7BB-B5EC525C22B7}" dt="2026-04-08T10:24:08.034" v="2520" actId="478"/>
          <ac:spMkLst>
            <pc:docMk/>
            <pc:sldMk cId="1505382125" sldId="320"/>
            <ac:spMk id="10" creationId="{51B803D1-8C14-D8F6-13AA-711ED5AA90A7}"/>
          </ac:spMkLst>
        </pc:spChg>
      </pc:sldChg>
      <pc:sldChg chg="addSp modSp new mod">
        <pc:chgData name="Troels Mortensen (TRMO) | VIA" userId="48eeef65-5bf8-474b-9082-b56af31dd25e" providerId="ADAL" clId="{D1D70EA8-438A-4B0D-A7BB-B5EC525C22B7}" dt="2026-04-08T12:03:59.775" v="5720" actId="6549"/>
        <pc:sldMkLst>
          <pc:docMk/>
          <pc:sldMk cId="1286538195" sldId="321"/>
        </pc:sldMkLst>
        <pc:spChg chg="mod">
          <ac:chgData name="Troels Mortensen (TRMO) | VIA" userId="48eeef65-5bf8-474b-9082-b56af31dd25e" providerId="ADAL" clId="{D1D70EA8-438A-4B0D-A7BB-B5EC525C22B7}" dt="2026-04-08T10:24:34.356" v="2556" actId="20577"/>
          <ac:spMkLst>
            <pc:docMk/>
            <pc:sldMk cId="1286538195" sldId="321"/>
            <ac:spMk id="2" creationId="{4B906B7E-55C8-7CD1-9866-D59BB71810A9}"/>
          </ac:spMkLst>
        </pc:spChg>
        <pc:spChg chg="mod">
          <ac:chgData name="Troels Mortensen (TRMO) | VIA" userId="48eeef65-5bf8-474b-9082-b56af31dd25e" providerId="ADAL" clId="{D1D70EA8-438A-4B0D-A7BB-B5EC525C22B7}" dt="2026-04-08T10:25:35.338" v="2807" actId="20577"/>
          <ac:spMkLst>
            <pc:docMk/>
            <pc:sldMk cId="1286538195" sldId="321"/>
            <ac:spMk id="3" creationId="{BF7CACA6-CCF1-360D-8547-68D12B929AAB}"/>
          </ac:spMkLst>
        </pc:spChg>
        <pc:spChg chg="add mod">
          <ac:chgData name="Troels Mortensen (TRMO) | VIA" userId="48eeef65-5bf8-474b-9082-b56af31dd25e" providerId="ADAL" clId="{D1D70EA8-438A-4B0D-A7BB-B5EC525C22B7}" dt="2026-04-08T12:03:59.775" v="5720" actId="6549"/>
          <ac:spMkLst>
            <pc:docMk/>
            <pc:sldMk cId="1286538195" sldId="321"/>
            <ac:spMk id="5" creationId="{D5CD05CB-EEB6-D0ED-3495-79EDB435563F}"/>
          </ac:spMkLst>
        </pc:spChg>
      </pc:sldChg>
      <pc:sldChg chg="addSp modSp new mod">
        <pc:chgData name="Troels Mortensen (TRMO) | VIA" userId="48eeef65-5bf8-474b-9082-b56af31dd25e" providerId="ADAL" clId="{D1D70EA8-438A-4B0D-A7BB-B5EC525C22B7}" dt="2026-04-08T10:41:54.360" v="3121" actId="20577"/>
        <pc:sldMkLst>
          <pc:docMk/>
          <pc:sldMk cId="1875686144" sldId="322"/>
        </pc:sldMkLst>
        <pc:spChg chg="mod">
          <ac:chgData name="Troels Mortensen (TRMO) | VIA" userId="48eeef65-5bf8-474b-9082-b56af31dd25e" providerId="ADAL" clId="{D1D70EA8-438A-4B0D-A7BB-B5EC525C22B7}" dt="2026-04-08T10:27:29.350" v="2833" actId="6549"/>
          <ac:spMkLst>
            <pc:docMk/>
            <pc:sldMk cId="1875686144" sldId="322"/>
            <ac:spMk id="2" creationId="{A7E04617-A1E7-B179-30BB-6A7A6BF88E69}"/>
          </ac:spMkLst>
        </pc:spChg>
        <pc:spChg chg="mod">
          <ac:chgData name="Troels Mortensen (TRMO) | VIA" userId="48eeef65-5bf8-474b-9082-b56af31dd25e" providerId="ADAL" clId="{D1D70EA8-438A-4B0D-A7BB-B5EC525C22B7}" dt="2026-04-08T10:41:54.360" v="3121" actId="20577"/>
          <ac:spMkLst>
            <pc:docMk/>
            <pc:sldMk cId="1875686144" sldId="322"/>
            <ac:spMk id="3" creationId="{639B1A0E-7881-B9BA-292F-F88DD61F4CE5}"/>
          </ac:spMkLst>
        </pc:spChg>
        <pc:spChg chg="add mod">
          <ac:chgData name="Troels Mortensen (TRMO) | VIA" userId="48eeef65-5bf8-474b-9082-b56af31dd25e" providerId="ADAL" clId="{D1D70EA8-438A-4B0D-A7BB-B5EC525C22B7}" dt="2026-04-08T10:41:31.241" v="3033" actId="1076"/>
          <ac:spMkLst>
            <pc:docMk/>
            <pc:sldMk cId="1875686144" sldId="322"/>
            <ac:spMk id="4" creationId="{B80B30CF-27D2-D475-7F30-F2B5C5C3A392}"/>
          </ac:spMkLst>
        </pc:spChg>
      </pc:sldChg>
      <pc:sldChg chg="addSp delSp modSp new mod modTransition modAnim">
        <pc:chgData name="Troels Mortensen (TRMO) | VIA" userId="48eeef65-5bf8-474b-9082-b56af31dd25e" providerId="ADAL" clId="{D1D70EA8-438A-4B0D-A7BB-B5EC525C22B7}" dt="2026-04-08T10:46:37.608" v="3275"/>
        <pc:sldMkLst>
          <pc:docMk/>
          <pc:sldMk cId="4104583204" sldId="323"/>
        </pc:sldMkLst>
        <pc:spChg chg="mod">
          <ac:chgData name="Troels Mortensen (TRMO) | VIA" userId="48eeef65-5bf8-474b-9082-b56af31dd25e" providerId="ADAL" clId="{D1D70EA8-438A-4B0D-A7BB-B5EC525C22B7}" dt="2026-04-08T10:39:24.434" v="3027" actId="121"/>
          <ac:spMkLst>
            <pc:docMk/>
            <pc:sldMk cId="4104583204" sldId="323"/>
            <ac:spMk id="2" creationId="{5094E145-0C75-88A8-D118-D5367C7EB740}"/>
          </ac:spMkLst>
        </pc:spChg>
        <pc:spChg chg="del">
          <ac:chgData name="Troels Mortensen (TRMO) | VIA" userId="48eeef65-5bf8-474b-9082-b56af31dd25e" providerId="ADAL" clId="{D1D70EA8-438A-4B0D-A7BB-B5EC525C22B7}" dt="2026-04-08T10:39:25.993" v="3028" actId="478"/>
          <ac:spMkLst>
            <pc:docMk/>
            <pc:sldMk cId="4104583204" sldId="323"/>
            <ac:spMk id="3" creationId="{DBE84C7C-0942-BA6E-5BDE-73EC2709332F}"/>
          </ac:spMkLst>
        </pc:spChg>
        <pc:spChg chg="add mod">
          <ac:chgData name="Troels Mortensen (TRMO) | VIA" userId="48eeef65-5bf8-474b-9082-b56af31dd25e" providerId="ADAL" clId="{D1D70EA8-438A-4B0D-A7BB-B5EC525C22B7}" dt="2026-04-08T10:39:33.854" v="3031" actId="1076"/>
          <ac:spMkLst>
            <pc:docMk/>
            <pc:sldMk cId="4104583204" sldId="323"/>
            <ac:spMk id="5" creationId="{1AC89919-A91C-3144-7EFE-042C1294ACE0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6" creationId="{35B723CD-7ADA-B1C9-47F2-CF56ED851001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7" creationId="{ACFA9594-3AAF-3D64-33C9-D9F2D8A5B012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8" creationId="{A6C40018-C72A-8C25-0FB5-BFF09FE2736B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9" creationId="{130E112F-5424-62B6-9EEA-9EF6796342A5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10" creationId="{690907E3-9CB9-9AFC-E1D7-3E408FAD14F2}"/>
          </ac:spMkLst>
        </pc:spChg>
        <pc:spChg chg="add mod">
          <ac:chgData name="Troels Mortensen (TRMO) | VIA" userId="48eeef65-5bf8-474b-9082-b56af31dd25e" providerId="ADAL" clId="{D1D70EA8-438A-4B0D-A7BB-B5EC525C22B7}" dt="2026-04-08T10:46:03.471" v="3213" actId="1076"/>
          <ac:spMkLst>
            <pc:docMk/>
            <pc:sldMk cId="4104583204" sldId="323"/>
            <ac:spMk id="11" creationId="{56E6C343-1245-9397-EAE2-6C5C678B1A2A}"/>
          </ac:spMkLst>
        </pc:spChg>
        <pc:spChg chg="add mod">
          <ac:chgData name="Troels Mortensen (TRMO) | VIA" userId="48eeef65-5bf8-474b-9082-b56af31dd25e" providerId="ADAL" clId="{D1D70EA8-438A-4B0D-A7BB-B5EC525C22B7}" dt="2026-04-08T10:46:34.686" v="3274" actId="207"/>
          <ac:spMkLst>
            <pc:docMk/>
            <pc:sldMk cId="4104583204" sldId="323"/>
            <ac:spMk id="12" creationId="{420CEFAC-9CE9-4243-A96A-31C3C20C3D38}"/>
          </ac:spMkLst>
        </pc:spChg>
      </pc:sldChg>
      <pc:sldChg chg="addSp delSp modSp new mod modTransition">
        <pc:chgData name="Troels Mortensen (TRMO) | VIA" userId="48eeef65-5bf8-474b-9082-b56af31dd25e" providerId="ADAL" clId="{D1D70EA8-438A-4B0D-A7BB-B5EC525C22B7}" dt="2026-04-08T10:56:53.126" v="3381"/>
        <pc:sldMkLst>
          <pc:docMk/>
          <pc:sldMk cId="2185579152" sldId="324"/>
        </pc:sldMkLst>
        <pc:spChg chg="mod">
          <ac:chgData name="Troels Mortensen (TRMO) | VIA" userId="48eeef65-5bf8-474b-9082-b56af31dd25e" providerId="ADAL" clId="{D1D70EA8-438A-4B0D-A7BB-B5EC525C22B7}" dt="2026-04-08T10:54:56.214" v="3305" actId="121"/>
          <ac:spMkLst>
            <pc:docMk/>
            <pc:sldMk cId="2185579152" sldId="324"/>
            <ac:spMk id="2" creationId="{CA85012A-8A93-CE98-8719-0936C0A8DFFD}"/>
          </ac:spMkLst>
        </pc:spChg>
        <pc:spChg chg="del">
          <ac:chgData name="Troels Mortensen (TRMO) | VIA" userId="48eeef65-5bf8-474b-9082-b56af31dd25e" providerId="ADAL" clId="{D1D70EA8-438A-4B0D-A7BB-B5EC525C22B7}" dt="2026-04-08T10:54:37.192" v="3300" actId="478"/>
          <ac:spMkLst>
            <pc:docMk/>
            <pc:sldMk cId="2185579152" sldId="324"/>
            <ac:spMk id="3" creationId="{965D8D20-CE80-F3C1-464B-776DFC6DB982}"/>
          </ac:spMkLst>
        </pc:spChg>
        <pc:spChg chg="add mod">
          <ac:chgData name="Troels Mortensen (TRMO) | VIA" userId="48eeef65-5bf8-474b-9082-b56af31dd25e" providerId="ADAL" clId="{D1D70EA8-438A-4B0D-A7BB-B5EC525C22B7}" dt="2026-04-08T10:56:19.223" v="3374" actId="5793"/>
          <ac:spMkLst>
            <pc:docMk/>
            <pc:sldMk cId="2185579152" sldId="324"/>
            <ac:spMk id="5" creationId="{96A53E08-3C80-5CDD-5E8C-43777FD0A08D}"/>
          </ac:spMkLst>
        </pc:spChg>
        <pc:spChg chg="add mod">
          <ac:chgData name="Troels Mortensen (TRMO) | VIA" userId="48eeef65-5bf8-474b-9082-b56af31dd25e" providerId="ADAL" clId="{D1D70EA8-438A-4B0D-A7BB-B5EC525C22B7}" dt="2026-04-08T10:55:56.064" v="3361" actId="1037"/>
          <ac:spMkLst>
            <pc:docMk/>
            <pc:sldMk cId="2185579152" sldId="324"/>
            <ac:spMk id="7" creationId="{25C9CB0F-1AC1-A22F-301D-E39D1AA85B3E}"/>
          </ac:spMkLst>
        </pc:spChg>
      </pc:sldChg>
      <pc:sldChg chg="addSp delSp modSp add mod modTransition addAnim delAnim modAnim">
        <pc:chgData name="Troels Mortensen (TRMO) | VIA" userId="48eeef65-5bf8-474b-9082-b56af31dd25e" providerId="ADAL" clId="{D1D70EA8-438A-4B0D-A7BB-B5EC525C22B7}" dt="2026-04-08T10:52:55.981" v="3299" actId="478"/>
        <pc:sldMkLst>
          <pc:docMk/>
          <pc:sldMk cId="1039037968" sldId="325"/>
        </pc:sldMkLst>
        <pc:spChg chg="del">
          <ac:chgData name="Troels Mortensen (TRMO) | VIA" userId="48eeef65-5bf8-474b-9082-b56af31dd25e" providerId="ADAL" clId="{D1D70EA8-438A-4B0D-A7BB-B5EC525C22B7}" dt="2026-04-08T10:52:55.981" v="3299" actId="478"/>
          <ac:spMkLst>
            <pc:docMk/>
            <pc:sldMk cId="1039037968" sldId="325"/>
            <ac:spMk id="9" creationId="{0B5CE11F-B564-3979-73F6-998BB8348208}"/>
          </ac:spMkLst>
        </pc:spChg>
        <pc:spChg chg="add del mod">
          <ac:chgData name="Troels Mortensen (TRMO) | VIA" userId="48eeef65-5bf8-474b-9082-b56af31dd25e" providerId="ADAL" clId="{D1D70EA8-438A-4B0D-A7BB-B5EC525C22B7}" dt="2026-04-08T10:52:16.332" v="3285" actId="1076"/>
          <ac:spMkLst>
            <pc:docMk/>
            <pc:sldMk cId="1039037968" sldId="325"/>
            <ac:spMk id="10" creationId="{053962D5-4B7A-1CC7-B9A1-3F9A50E6549D}"/>
          </ac:spMkLst>
        </pc:spChg>
        <pc:spChg chg="del mod">
          <ac:chgData name="Troels Mortensen (TRMO) | VIA" userId="48eeef65-5bf8-474b-9082-b56af31dd25e" providerId="ADAL" clId="{D1D70EA8-438A-4B0D-A7BB-B5EC525C22B7}" dt="2026-04-08T10:52:55.981" v="3299" actId="478"/>
          <ac:spMkLst>
            <pc:docMk/>
            <pc:sldMk cId="1039037968" sldId="325"/>
            <ac:spMk id="12" creationId="{DEFA09C5-6B9D-DD42-C854-DBADDD593B6E}"/>
          </ac:spMkLst>
        </pc:spChg>
      </pc:sldChg>
      <pc:sldChg chg="addSp modSp add mod modTransition">
        <pc:chgData name="Troels Mortensen (TRMO) | VIA" userId="48eeef65-5bf8-474b-9082-b56af31dd25e" providerId="ADAL" clId="{D1D70EA8-438A-4B0D-A7BB-B5EC525C22B7}" dt="2026-04-08T10:59:33.729" v="3403"/>
        <pc:sldMkLst>
          <pc:docMk/>
          <pc:sldMk cId="3593723970" sldId="326"/>
        </pc:sldMkLst>
        <pc:spChg chg="add mod">
          <ac:chgData name="Troels Mortensen (TRMO) | VIA" userId="48eeef65-5bf8-474b-9082-b56af31dd25e" providerId="ADAL" clId="{D1D70EA8-438A-4B0D-A7BB-B5EC525C22B7}" dt="2026-04-08T10:59:24.888" v="3400" actId="1038"/>
          <ac:spMkLst>
            <pc:docMk/>
            <pc:sldMk cId="3593723970" sldId="326"/>
            <ac:spMk id="4" creationId="{4E592601-08A2-24B2-0467-5F865FF7CD46}"/>
          </ac:spMkLst>
        </pc:spChg>
        <pc:spChg chg="mod">
          <ac:chgData name="Troels Mortensen (TRMO) | VIA" userId="48eeef65-5bf8-474b-9082-b56af31dd25e" providerId="ADAL" clId="{D1D70EA8-438A-4B0D-A7BB-B5EC525C22B7}" dt="2026-04-08T10:59:07.512" v="3384" actId="1076"/>
          <ac:spMkLst>
            <pc:docMk/>
            <pc:sldMk cId="3593723970" sldId="326"/>
            <ac:spMk id="5" creationId="{EDFB466B-A7D0-F715-937B-9F0FBF48AD04}"/>
          </ac:spMkLst>
        </pc:spChg>
        <pc:spChg chg="mod">
          <ac:chgData name="Troels Mortensen (TRMO) | VIA" userId="48eeef65-5bf8-474b-9082-b56af31dd25e" providerId="ADAL" clId="{D1D70EA8-438A-4B0D-A7BB-B5EC525C22B7}" dt="2026-04-08T10:59:28.451" v="3401" actId="1076"/>
          <ac:spMkLst>
            <pc:docMk/>
            <pc:sldMk cId="3593723970" sldId="326"/>
            <ac:spMk id="7" creationId="{23AA5B5F-D668-5F29-D207-E6BF8D00EC7D}"/>
          </ac:spMkLst>
        </pc:spChg>
      </pc:sldChg>
      <pc:sldChg chg="addSp modSp new mod modAnim">
        <pc:chgData name="Troels Mortensen (TRMO) | VIA" userId="48eeef65-5bf8-474b-9082-b56af31dd25e" providerId="ADAL" clId="{D1D70EA8-438A-4B0D-A7BB-B5EC525C22B7}" dt="2026-04-08T14:44:49.383" v="6596" actId="1076"/>
        <pc:sldMkLst>
          <pc:docMk/>
          <pc:sldMk cId="23380108" sldId="327"/>
        </pc:sldMkLst>
        <pc:spChg chg="mod">
          <ac:chgData name="Troels Mortensen (TRMO) | VIA" userId="48eeef65-5bf8-474b-9082-b56af31dd25e" providerId="ADAL" clId="{D1D70EA8-438A-4B0D-A7BB-B5EC525C22B7}" dt="2026-04-08T10:59:44.554" v="3410" actId="20577"/>
          <ac:spMkLst>
            <pc:docMk/>
            <pc:sldMk cId="23380108" sldId="327"/>
            <ac:spMk id="2" creationId="{5728B264-0504-8439-5674-6A930DC0DF13}"/>
          </ac:spMkLst>
        </pc:spChg>
        <pc:spChg chg="mod">
          <ac:chgData name="Troels Mortensen (TRMO) | VIA" userId="48eeef65-5bf8-474b-9082-b56af31dd25e" providerId="ADAL" clId="{D1D70EA8-438A-4B0D-A7BB-B5EC525C22B7}" dt="2026-04-08T11:08:34.771" v="3690" actId="14100"/>
          <ac:spMkLst>
            <pc:docMk/>
            <pc:sldMk cId="23380108" sldId="327"/>
            <ac:spMk id="3" creationId="{41969997-C776-4B01-DFF0-C07F59EF9CA9}"/>
          </ac:spMkLst>
        </pc:spChg>
        <pc:spChg chg="add mod">
          <ac:chgData name="Troels Mortensen (TRMO) | VIA" userId="48eeef65-5bf8-474b-9082-b56af31dd25e" providerId="ADAL" clId="{D1D70EA8-438A-4B0D-A7BB-B5EC525C22B7}" dt="2026-04-08T14:44:09.008" v="6506" actId="1076"/>
          <ac:spMkLst>
            <pc:docMk/>
            <pc:sldMk cId="23380108" sldId="327"/>
            <ac:spMk id="5" creationId="{80C58BD7-66BE-3F9A-B6A6-0C936D9D1B27}"/>
          </ac:spMkLst>
        </pc:spChg>
        <pc:spChg chg="add mod">
          <ac:chgData name="Troels Mortensen (TRMO) | VIA" userId="48eeef65-5bf8-474b-9082-b56af31dd25e" providerId="ADAL" clId="{D1D70EA8-438A-4B0D-A7BB-B5EC525C22B7}" dt="2026-04-08T14:44:09.008" v="6506" actId="1076"/>
          <ac:spMkLst>
            <pc:docMk/>
            <pc:sldMk cId="23380108" sldId="327"/>
            <ac:spMk id="6" creationId="{026D2846-9FA3-BA64-429D-2B5D49D4F646}"/>
          </ac:spMkLst>
        </pc:spChg>
        <pc:spChg chg="add mod">
          <ac:chgData name="Troels Mortensen (TRMO) | VIA" userId="48eeef65-5bf8-474b-9082-b56af31dd25e" providerId="ADAL" clId="{D1D70EA8-438A-4B0D-A7BB-B5EC525C22B7}" dt="2026-04-08T14:44:13.054" v="6507" actId="1076"/>
          <ac:spMkLst>
            <pc:docMk/>
            <pc:sldMk cId="23380108" sldId="327"/>
            <ac:spMk id="7" creationId="{A99F6ABE-E821-0F56-8973-C92295F60C8A}"/>
          </ac:spMkLst>
        </pc:spChg>
        <pc:spChg chg="add mod">
          <ac:chgData name="Troels Mortensen (TRMO) | VIA" userId="48eeef65-5bf8-474b-9082-b56af31dd25e" providerId="ADAL" clId="{D1D70EA8-438A-4B0D-A7BB-B5EC525C22B7}" dt="2026-04-08T14:44:09.008" v="6506" actId="1076"/>
          <ac:spMkLst>
            <pc:docMk/>
            <pc:sldMk cId="23380108" sldId="327"/>
            <ac:spMk id="8" creationId="{54E95D1A-F7E8-64AE-65B3-5C4EDB39BB6A}"/>
          </ac:spMkLst>
        </pc:spChg>
        <pc:spChg chg="add mod">
          <ac:chgData name="Troels Mortensen (TRMO) | VIA" userId="48eeef65-5bf8-474b-9082-b56af31dd25e" providerId="ADAL" clId="{D1D70EA8-438A-4B0D-A7BB-B5EC525C22B7}" dt="2026-04-08T14:44:49.383" v="6596" actId="1076"/>
          <ac:spMkLst>
            <pc:docMk/>
            <pc:sldMk cId="23380108" sldId="327"/>
            <ac:spMk id="9" creationId="{46A81E4F-2DB5-6009-B325-DE38D594BCF1}"/>
          </ac:spMkLst>
        </pc:spChg>
        <pc:spChg chg="add mod">
          <ac:chgData name="Troels Mortensen (TRMO) | VIA" userId="48eeef65-5bf8-474b-9082-b56af31dd25e" providerId="ADAL" clId="{D1D70EA8-438A-4B0D-A7BB-B5EC525C22B7}" dt="2026-04-08T14:44:46.871" v="6595" actId="1076"/>
          <ac:spMkLst>
            <pc:docMk/>
            <pc:sldMk cId="23380108" sldId="327"/>
            <ac:spMk id="10" creationId="{5F57CC2B-85EC-021D-C76D-B182F14E8994}"/>
          </ac:spMkLst>
        </pc:spChg>
      </pc:sldChg>
      <pc:sldChg chg="addSp delSp modSp new mod modClrScheme chgLayout">
        <pc:chgData name="Troels Mortensen (TRMO) | VIA" userId="48eeef65-5bf8-474b-9082-b56af31dd25e" providerId="ADAL" clId="{D1D70EA8-438A-4B0D-A7BB-B5EC525C22B7}" dt="2026-04-08T11:14:09.186" v="4132" actId="20577"/>
        <pc:sldMkLst>
          <pc:docMk/>
          <pc:sldMk cId="384413373" sldId="328"/>
        </pc:sldMkLst>
        <pc:spChg chg="del mod ord">
          <ac:chgData name="Troels Mortensen (TRMO) | VIA" userId="48eeef65-5bf8-474b-9082-b56af31dd25e" providerId="ADAL" clId="{D1D70EA8-438A-4B0D-A7BB-B5EC525C22B7}" dt="2026-04-08T11:11:04.699" v="3928" actId="700"/>
          <ac:spMkLst>
            <pc:docMk/>
            <pc:sldMk cId="384413373" sldId="328"/>
            <ac:spMk id="2" creationId="{3DB55D32-4C37-20CD-2CC3-BAF920941443}"/>
          </ac:spMkLst>
        </pc:spChg>
        <pc:spChg chg="del mod ord">
          <ac:chgData name="Troels Mortensen (TRMO) | VIA" userId="48eeef65-5bf8-474b-9082-b56af31dd25e" providerId="ADAL" clId="{D1D70EA8-438A-4B0D-A7BB-B5EC525C22B7}" dt="2026-04-08T11:11:04.699" v="3928" actId="700"/>
          <ac:spMkLst>
            <pc:docMk/>
            <pc:sldMk cId="384413373" sldId="328"/>
            <ac:spMk id="3" creationId="{B007B12B-7F8E-3791-41B8-AEE4F6B2AE94}"/>
          </ac:spMkLst>
        </pc:spChg>
        <pc:spChg chg="add mod ord">
          <ac:chgData name="Troels Mortensen (TRMO) | VIA" userId="48eeef65-5bf8-474b-9082-b56af31dd25e" providerId="ADAL" clId="{D1D70EA8-438A-4B0D-A7BB-B5EC525C22B7}" dt="2026-04-08T11:11:08.471" v="3943" actId="20577"/>
          <ac:spMkLst>
            <pc:docMk/>
            <pc:sldMk cId="384413373" sldId="328"/>
            <ac:spMk id="4" creationId="{6F540F8D-5460-8A88-C424-84D560D586B7}"/>
          </ac:spMkLst>
        </pc:spChg>
        <pc:spChg chg="add mod ord">
          <ac:chgData name="Troels Mortensen (TRMO) | VIA" userId="48eeef65-5bf8-474b-9082-b56af31dd25e" providerId="ADAL" clId="{D1D70EA8-438A-4B0D-A7BB-B5EC525C22B7}" dt="2026-04-08T11:14:09.186" v="4132" actId="20577"/>
          <ac:spMkLst>
            <pc:docMk/>
            <pc:sldMk cId="384413373" sldId="328"/>
            <ac:spMk id="5" creationId="{DAF9E9AD-7064-C251-6C6F-E415E4A22E32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4-08T11:20:08.443" v="4347" actId="20577"/>
        <pc:sldMkLst>
          <pc:docMk/>
          <pc:sldMk cId="3922669253" sldId="329"/>
        </pc:sldMkLst>
        <pc:spChg chg="mod">
          <ac:chgData name="Troels Mortensen (TRMO) | VIA" userId="48eeef65-5bf8-474b-9082-b56af31dd25e" providerId="ADAL" clId="{D1D70EA8-438A-4B0D-A7BB-B5EC525C22B7}" dt="2026-04-08T11:19:31.082" v="4145" actId="20577"/>
          <ac:spMkLst>
            <pc:docMk/>
            <pc:sldMk cId="3922669253" sldId="329"/>
            <ac:spMk id="2" creationId="{7FA48A53-E7DD-D2A6-9728-04372232D0D0}"/>
          </ac:spMkLst>
        </pc:spChg>
        <pc:spChg chg="mod">
          <ac:chgData name="Troels Mortensen (TRMO) | VIA" userId="48eeef65-5bf8-474b-9082-b56af31dd25e" providerId="ADAL" clId="{D1D70EA8-438A-4B0D-A7BB-B5EC525C22B7}" dt="2026-04-08T11:20:08.443" v="4347" actId="20577"/>
          <ac:spMkLst>
            <pc:docMk/>
            <pc:sldMk cId="3922669253" sldId="329"/>
            <ac:spMk id="3" creationId="{4B1276B1-8F67-7B4D-1DFE-804E0E7D03B9}"/>
          </ac:spMkLst>
        </pc:spChg>
      </pc:sldChg>
      <pc:sldChg chg="addSp delSp modSp new mod">
        <pc:chgData name="Troels Mortensen (TRMO) | VIA" userId="48eeef65-5bf8-474b-9082-b56af31dd25e" providerId="ADAL" clId="{D1D70EA8-438A-4B0D-A7BB-B5EC525C22B7}" dt="2026-04-08T11:47:59.546" v="4573" actId="14100"/>
        <pc:sldMkLst>
          <pc:docMk/>
          <pc:sldMk cId="679384891" sldId="330"/>
        </pc:sldMkLst>
        <pc:spChg chg="mod">
          <ac:chgData name="Troels Mortensen (TRMO) | VIA" userId="48eeef65-5bf8-474b-9082-b56af31dd25e" providerId="ADAL" clId="{D1D70EA8-438A-4B0D-A7BB-B5EC525C22B7}" dt="2026-04-08T11:43:18.967" v="4364" actId="20577"/>
          <ac:spMkLst>
            <pc:docMk/>
            <pc:sldMk cId="679384891" sldId="330"/>
            <ac:spMk id="2" creationId="{56AA7DD8-DA53-34EC-EC5C-9E72077CBBD8}"/>
          </ac:spMkLst>
        </pc:spChg>
        <pc:spChg chg="del">
          <ac:chgData name="Troels Mortensen (TRMO) | VIA" userId="48eeef65-5bf8-474b-9082-b56af31dd25e" providerId="ADAL" clId="{D1D70EA8-438A-4B0D-A7BB-B5EC525C22B7}" dt="2026-04-08T11:43:20.443" v="4365" actId="478"/>
          <ac:spMkLst>
            <pc:docMk/>
            <pc:sldMk cId="679384891" sldId="330"/>
            <ac:spMk id="3" creationId="{7D81D0FE-FE52-BEB0-B468-079A98CE28C7}"/>
          </ac:spMkLst>
        </pc:spChg>
        <pc:spChg chg="add mod">
          <ac:chgData name="Troels Mortensen (TRMO) | VIA" userId="48eeef65-5bf8-474b-9082-b56af31dd25e" providerId="ADAL" clId="{D1D70EA8-438A-4B0D-A7BB-B5EC525C22B7}" dt="2026-04-08T11:44:58.588" v="4432" actId="207"/>
          <ac:spMkLst>
            <pc:docMk/>
            <pc:sldMk cId="679384891" sldId="330"/>
            <ac:spMk id="8" creationId="{721CF24F-EF50-0002-CEFF-56F54B25C95F}"/>
          </ac:spMkLst>
        </pc:spChg>
        <pc:spChg chg="add mod">
          <ac:chgData name="Troels Mortensen (TRMO) | VIA" userId="48eeef65-5bf8-474b-9082-b56af31dd25e" providerId="ADAL" clId="{D1D70EA8-438A-4B0D-A7BB-B5EC525C22B7}" dt="2026-04-08T11:45:24.526" v="4472" actId="207"/>
          <ac:spMkLst>
            <pc:docMk/>
            <pc:sldMk cId="679384891" sldId="330"/>
            <ac:spMk id="10" creationId="{FBAAA72E-EB2F-5875-6ADD-A754DDC58502}"/>
          </ac:spMkLst>
        </pc:spChg>
        <pc:spChg chg="add mod">
          <ac:chgData name="Troels Mortensen (TRMO) | VIA" userId="48eeef65-5bf8-474b-9082-b56af31dd25e" providerId="ADAL" clId="{D1D70EA8-438A-4B0D-A7BB-B5EC525C22B7}" dt="2026-04-08T11:46:07.782" v="4534" actId="14100"/>
          <ac:spMkLst>
            <pc:docMk/>
            <pc:sldMk cId="679384891" sldId="330"/>
            <ac:spMk id="12" creationId="{DED5F06C-C367-00D6-E4B8-13154F09085C}"/>
          </ac:spMkLst>
        </pc:spChg>
        <pc:spChg chg="add mod">
          <ac:chgData name="Troels Mortensen (TRMO) | VIA" userId="48eeef65-5bf8-474b-9082-b56af31dd25e" providerId="ADAL" clId="{D1D70EA8-438A-4B0D-A7BB-B5EC525C22B7}" dt="2026-04-08T11:46:09.614" v="4535" actId="1076"/>
          <ac:spMkLst>
            <pc:docMk/>
            <pc:sldMk cId="679384891" sldId="330"/>
            <ac:spMk id="13" creationId="{1645B555-3087-BF2F-7829-A7BA6AC17FE5}"/>
          </ac:spMkLst>
        </pc:spChg>
        <pc:spChg chg="add mod">
          <ac:chgData name="Troels Mortensen (TRMO) | VIA" userId="48eeef65-5bf8-474b-9082-b56af31dd25e" providerId="ADAL" clId="{D1D70EA8-438A-4B0D-A7BB-B5EC525C22B7}" dt="2026-04-08T11:47:42.131" v="4568" actId="1076"/>
          <ac:spMkLst>
            <pc:docMk/>
            <pc:sldMk cId="679384891" sldId="330"/>
            <ac:spMk id="14" creationId="{A053AA42-B9EC-6119-FE0E-D6AD3EF26D33}"/>
          </ac:spMkLst>
        </pc:spChg>
        <pc:spChg chg="add mod">
          <ac:chgData name="Troels Mortensen (TRMO) | VIA" userId="48eeef65-5bf8-474b-9082-b56af31dd25e" providerId="ADAL" clId="{D1D70EA8-438A-4B0D-A7BB-B5EC525C22B7}" dt="2026-04-08T11:46:16.472" v="4536" actId="571"/>
          <ac:spMkLst>
            <pc:docMk/>
            <pc:sldMk cId="679384891" sldId="330"/>
            <ac:spMk id="15" creationId="{5D16A743-6AE0-36A7-D2A5-DE6DB84CEC81}"/>
          </ac:spMkLst>
        </pc:spChg>
        <pc:spChg chg="add mod">
          <ac:chgData name="Troels Mortensen (TRMO) | VIA" userId="48eeef65-5bf8-474b-9082-b56af31dd25e" providerId="ADAL" clId="{D1D70EA8-438A-4B0D-A7BB-B5EC525C22B7}" dt="2026-04-08T11:47:59.546" v="4573" actId="14100"/>
          <ac:spMkLst>
            <pc:docMk/>
            <pc:sldMk cId="679384891" sldId="330"/>
            <ac:spMk id="19" creationId="{327AE65C-98BA-BAF6-3059-179D3077C805}"/>
          </ac:spMkLst>
        </pc:spChg>
        <pc:picChg chg="add mod">
          <ac:chgData name="Troels Mortensen (TRMO) | VIA" userId="48eeef65-5bf8-474b-9082-b56af31dd25e" providerId="ADAL" clId="{D1D70EA8-438A-4B0D-A7BB-B5EC525C22B7}" dt="2026-04-08T11:44:17.528" v="4369" actId="14100"/>
          <ac:picMkLst>
            <pc:docMk/>
            <pc:sldMk cId="679384891" sldId="330"/>
            <ac:picMk id="5" creationId="{2D06A532-0CED-826A-173D-3FBF54A01332}"/>
          </ac:picMkLst>
        </pc:picChg>
        <pc:cxnChg chg="add mod">
          <ac:chgData name="Troels Mortensen (TRMO) | VIA" userId="48eeef65-5bf8-474b-9082-b56af31dd25e" providerId="ADAL" clId="{D1D70EA8-438A-4B0D-A7BB-B5EC525C22B7}" dt="2026-04-08T11:44:35.557" v="4372"/>
          <ac:cxnSpMkLst>
            <pc:docMk/>
            <pc:sldMk cId="679384891" sldId="330"/>
            <ac:cxnSpMk id="7" creationId="{80493700-6B3D-4BF7-8EAF-EC453D5F6EB3}"/>
          </ac:cxnSpMkLst>
        </pc:cxnChg>
        <pc:cxnChg chg="add mod">
          <ac:chgData name="Troels Mortensen (TRMO) | VIA" userId="48eeef65-5bf8-474b-9082-b56af31dd25e" providerId="ADAL" clId="{D1D70EA8-438A-4B0D-A7BB-B5EC525C22B7}" dt="2026-04-08T11:46:39.498" v="4564" actId="1076"/>
          <ac:cxnSpMkLst>
            <pc:docMk/>
            <pc:sldMk cId="679384891" sldId="330"/>
            <ac:cxnSpMk id="9" creationId="{FD7DDBBA-6CA6-08CA-9E30-4B3BB8E71EEE}"/>
          </ac:cxnSpMkLst>
        </pc:cxnChg>
        <pc:cxnChg chg="add mod">
          <ac:chgData name="Troels Mortensen (TRMO) | VIA" userId="48eeef65-5bf8-474b-9082-b56af31dd25e" providerId="ADAL" clId="{D1D70EA8-438A-4B0D-A7BB-B5EC525C22B7}" dt="2026-04-08T11:47:45.459" v="4569" actId="14100"/>
          <ac:cxnSpMkLst>
            <pc:docMk/>
            <pc:sldMk cId="679384891" sldId="330"/>
            <ac:cxnSpMk id="16" creationId="{41858A68-8E21-E781-0639-D4748CF407EC}"/>
          </ac:cxnSpMkLst>
        </pc:cxnChg>
      </pc:sldChg>
      <pc:sldChg chg="addSp delSp modSp new mod modTransition">
        <pc:chgData name="Troels Mortensen (TRMO) | VIA" userId="48eeef65-5bf8-474b-9082-b56af31dd25e" providerId="ADAL" clId="{D1D70EA8-438A-4B0D-A7BB-B5EC525C22B7}" dt="2026-04-08T12:15:21.880" v="6468"/>
        <pc:sldMkLst>
          <pc:docMk/>
          <pc:sldMk cId="3963045237" sldId="331"/>
        </pc:sldMkLst>
        <pc:spChg chg="mod">
          <ac:chgData name="Troels Mortensen (TRMO) | VIA" userId="48eeef65-5bf8-474b-9082-b56af31dd25e" providerId="ADAL" clId="{D1D70EA8-438A-4B0D-A7BB-B5EC525C22B7}" dt="2026-04-08T11:48:25.339" v="4585" actId="14100"/>
          <ac:spMkLst>
            <pc:docMk/>
            <pc:sldMk cId="3963045237" sldId="331"/>
            <ac:spMk id="2" creationId="{8CD3AB7B-8997-7A60-8DFA-1730BADF1F52}"/>
          </ac:spMkLst>
        </pc:spChg>
        <pc:spChg chg="del">
          <ac:chgData name="Troels Mortensen (TRMO) | VIA" userId="48eeef65-5bf8-474b-9082-b56af31dd25e" providerId="ADAL" clId="{D1D70EA8-438A-4B0D-A7BB-B5EC525C22B7}" dt="2026-04-08T11:48:22.138" v="4584" actId="478"/>
          <ac:spMkLst>
            <pc:docMk/>
            <pc:sldMk cId="3963045237" sldId="331"/>
            <ac:spMk id="3" creationId="{CEE8458D-1627-0B26-E2BF-F32BC4DC004F}"/>
          </ac:spMkLst>
        </pc:spChg>
        <pc:spChg chg="add mod">
          <ac:chgData name="Troels Mortensen (TRMO) | VIA" userId="48eeef65-5bf8-474b-9082-b56af31dd25e" providerId="ADAL" clId="{D1D70EA8-438A-4B0D-A7BB-B5EC525C22B7}" dt="2026-04-08T11:50:46.515" v="4797" actId="1076"/>
          <ac:spMkLst>
            <pc:docMk/>
            <pc:sldMk cId="3963045237" sldId="331"/>
            <ac:spMk id="5" creationId="{E4B17D44-1A38-3ADC-0B14-3F17D072E324}"/>
          </ac:spMkLst>
        </pc:spChg>
        <pc:spChg chg="add mod">
          <ac:chgData name="Troels Mortensen (TRMO) | VIA" userId="48eeef65-5bf8-474b-9082-b56af31dd25e" providerId="ADAL" clId="{D1D70EA8-438A-4B0D-A7BB-B5EC525C22B7}" dt="2026-04-08T11:51:10.173" v="4844" actId="1076"/>
          <ac:spMkLst>
            <pc:docMk/>
            <pc:sldMk cId="3963045237" sldId="331"/>
            <ac:spMk id="6" creationId="{C482300B-4214-C937-9D80-392B11F1F0C3}"/>
          </ac:spMkLst>
        </pc:spChg>
      </pc:sldChg>
      <pc:sldChg chg="addSp modSp add mod ord">
        <pc:chgData name="Troels Mortensen (TRMO) | VIA" userId="48eeef65-5bf8-474b-9082-b56af31dd25e" providerId="ADAL" clId="{D1D70EA8-438A-4B0D-A7BB-B5EC525C22B7}" dt="2026-04-08T11:50:05.476" v="4792" actId="20577"/>
        <pc:sldMkLst>
          <pc:docMk/>
          <pc:sldMk cId="455912667" sldId="332"/>
        </pc:sldMkLst>
        <pc:spChg chg="mod">
          <ac:chgData name="Troels Mortensen (TRMO) | VIA" userId="48eeef65-5bf8-474b-9082-b56af31dd25e" providerId="ADAL" clId="{D1D70EA8-438A-4B0D-A7BB-B5EC525C22B7}" dt="2026-04-08T11:50:05.476" v="4792" actId="20577"/>
          <ac:spMkLst>
            <pc:docMk/>
            <pc:sldMk cId="455912667" sldId="332"/>
            <ac:spMk id="3" creationId="{0BF1431D-ABC7-CA80-F2B3-643D7BD5068C}"/>
          </ac:spMkLst>
        </pc:spChg>
        <pc:spChg chg="add">
          <ac:chgData name="Troels Mortensen (TRMO) | VIA" userId="48eeef65-5bf8-474b-9082-b56af31dd25e" providerId="ADAL" clId="{D1D70EA8-438A-4B0D-A7BB-B5EC525C22B7}" dt="2026-04-08T11:49:24.234" v="4723"/>
          <ac:spMkLst>
            <pc:docMk/>
            <pc:sldMk cId="455912667" sldId="332"/>
            <ac:spMk id="4" creationId="{E3A9416C-73C0-EDE6-9B66-7F23B54D5E13}"/>
          </ac:spMkLst>
        </pc:spChg>
      </pc:sldChg>
      <pc:sldChg chg="add del">
        <pc:chgData name="Troels Mortensen (TRMO) | VIA" userId="48eeef65-5bf8-474b-9082-b56af31dd25e" providerId="ADAL" clId="{D1D70EA8-438A-4B0D-A7BB-B5EC525C22B7}" dt="2026-04-08T11:48:45.262" v="4587" actId="47"/>
        <pc:sldMkLst>
          <pc:docMk/>
          <pc:sldMk cId="2107052728" sldId="332"/>
        </pc:sldMkLst>
      </pc:sldChg>
      <pc:sldChg chg="modSp add mod modTransition">
        <pc:chgData name="Troels Mortensen (TRMO) | VIA" userId="48eeef65-5bf8-474b-9082-b56af31dd25e" providerId="ADAL" clId="{D1D70EA8-438A-4B0D-A7BB-B5EC525C22B7}" dt="2026-04-08T11:52:02.029" v="5034"/>
        <pc:sldMkLst>
          <pc:docMk/>
          <pc:sldMk cId="3803386925" sldId="333"/>
        </pc:sldMkLst>
        <pc:spChg chg="mod">
          <ac:chgData name="Troels Mortensen (TRMO) | VIA" userId="48eeef65-5bf8-474b-9082-b56af31dd25e" providerId="ADAL" clId="{D1D70EA8-438A-4B0D-A7BB-B5EC525C22B7}" dt="2026-04-08T11:51:18.116" v="4846" actId="1076"/>
          <ac:spMkLst>
            <pc:docMk/>
            <pc:sldMk cId="3803386925" sldId="333"/>
            <ac:spMk id="5" creationId="{BB38E999-1846-725C-78CE-9F05EE9348F7}"/>
          </ac:spMkLst>
        </pc:spChg>
        <pc:spChg chg="mod">
          <ac:chgData name="Troels Mortensen (TRMO) | VIA" userId="48eeef65-5bf8-474b-9082-b56af31dd25e" providerId="ADAL" clId="{D1D70EA8-438A-4B0D-A7BB-B5EC525C22B7}" dt="2026-04-08T11:51:57.942" v="5033" actId="20577"/>
          <ac:spMkLst>
            <pc:docMk/>
            <pc:sldMk cId="3803386925" sldId="333"/>
            <ac:spMk id="6" creationId="{1D121CFA-704A-05DA-2448-5BBD9AB2F9D2}"/>
          </ac:spMkLst>
        </pc:spChg>
      </pc:sldChg>
      <pc:sldChg chg="addSp modSp add mod modTransition addAnim delAnim modAnim">
        <pc:chgData name="Troels Mortensen (TRMO) | VIA" userId="48eeef65-5bf8-474b-9082-b56af31dd25e" providerId="ADAL" clId="{D1D70EA8-438A-4B0D-A7BB-B5EC525C22B7}" dt="2026-04-08T11:53:30.652" v="5229"/>
        <pc:sldMkLst>
          <pc:docMk/>
          <pc:sldMk cId="1389029674" sldId="334"/>
        </pc:sldMkLst>
        <pc:spChg chg="add mod">
          <ac:chgData name="Troels Mortensen (TRMO) | VIA" userId="48eeef65-5bf8-474b-9082-b56af31dd25e" providerId="ADAL" clId="{D1D70EA8-438A-4B0D-A7BB-B5EC525C22B7}" dt="2026-04-08T11:53:14.476" v="5225" actId="14100"/>
          <ac:spMkLst>
            <pc:docMk/>
            <pc:sldMk cId="1389029674" sldId="334"/>
            <ac:spMk id="3" creationId="{FA4E6035-A9E5-8E17-6D17-3AFFE9978CC4}"/>
          </ac:spMkLst>
        </pc:spChg>
        <pc:spChg chg="mod">
          <ac:chgData name="Troels Mortensen (TRMO) | VIA" userId="48eeef65-5bf8-474b-9082-b56af31dd25e" providerId="ADAL" clId="{D1D70EA8-438A-4B0D-A7BB-B5EC525C22B7}" dt="2026-04-08T11:52:53.143" v="5171" actId="1076"/>
          <ac:spMkLst>
            <pc:docMk/>
            <pc:sldMk cId="1389029674" sldId="334"/>
            <ac:spMk id="5" creationId="{C5987718-E0EA-8B7D-3859-9101B0EA2803}"/>
          </ac:spMkLst>
        </pc:spChg>
        <pc:spChg chg="mod">
          <ac:chgData name="Troels Mortensen (TRMO) | VIA" userId="48eeef65-5bf8-474b-9082-b56af31dd25e" providerId="ADAL" clId="{D1D70EA8-438A-4B0D-A7BB-B5EC525C22B7}" dt="2026-04-08T11:53:16.137" v="5226" actId="14100"/>
          <ac:spMkLst>
            <pc:docMk/>
            <pc:sldMk cId="1389029674" sldId="334"/>
            <ac:spMk id="6" creationId="{C8BDF623-478E-408F-A609-89ABD4C7226E}"/>
          </ac:spMkLst>
        </pc:spChg>
      </pc:sldChg>
      <pc:sldChg chg="addSp delSp modSp add mod addAnim delAnim modAnim">
        <pc:chgData name="Troels Mortensen (TRMO) | VIA" userId="48eeef65-5bf8-474b-9082-b56af31dd25e" providerId="ADAL" clId="{D1D70EA8-438A-4B0D-A7BB-B5EC525C22B7}" dt="2026-04-08T11:54:52.514" v="5476"/>
        <pc:sldMkLst>
          <pc:docMk/>
          <pc:sldMk cId="3400322100" sldId="335"/>
        </pc:sldMkLst>
        <pc:spChg chg="del">
          <ac:chgData name="Troels Mortensen (TRMO) | VIA" userId="48eeef65-5bf8-474b-9082-b56af31dd25e" providerId="ADAL" clId="{D1D70EA8-438A-4B0D-A7BB-B5EC525C22B7}" dt="2026-04-08T11:53:37.557" v="5233" actId="478"/>
          <ac:spMkLst>
            <pc:docMk/>
            <pc:sldMk cId="3400322100" sldId="335"/>
            <ac:spMk id="3" creationId="{1EC70D80-46BB-05B6-08AA-D8A3D9461ECA}"/>
          </ac:spMkLst>
        </pc:spChg>
        <pc:spChg chg="add mod">
          <ac:chgData name="Troels Mortensen (TRMO) | VIA" userId="48eeef65-5bf8-474b-9082-b56af31dd25e" providerId="ADAL" clId="{D1D70EA8-438A-4B0D-A7BB-B5EC525C22B7}" dt="2026-04-08T11:54:26.828" v="5429" actId="20577"/>
          <ac:spMkLst>
            <pc:docMk/>
            <pc:sldMk cId="3400322100" sldId="335"/>
            <ac:spMk id="4" creationId="{8838EF58-F36F-28BC-2D6D-6129E6D06D7B}"/>
          </ac:spMkLst>
        </pc:spChg>
        <pc:spChg chg="mod">
          <ac:chgData name="Troels Mortensen (TRMO) | VIA" userId="48eeef65-5bf8-474b-9082-b56af31dd25e" providerId="ADAL" clId="{D1D70EA8-438A-4B0D-A7BB-B5EC525C22B7}" dt="2026-04-08T11:54:34.696" v="5435" actId="1076"/>
          <ac:spMkLst>
            <pc:docMk/>
            <pc:sldMk cId="3400322100" sldId="335"/>
            <ac:spMk id="5" creationId="{B4D78033-72BE-3F45-ECE5-DC3D24C1D1F8}"/>
          </ac:spMkLst>
        </pc:spChg>
        <pc:spChg chg="mod">
          <ac:chgData name="Troels Mortensen (TRMO) | VIA" userId="48eeef65-5bf8-474b-9082-b56af31dd25e" providerId="ADAL" clId="{D1D70EA8-438A-4B0D-A7BB-B5EC525C22B7}" dt="2026-04-08T11:53:54.758" v="5267" actId="20577"/>
          <ac:spMkLst>
            <pc:docMk/>
            <pc:sldMk cId="3400322100" sldId="335"/>
            <ac:spMk id="6" creationId="{CE946A83-EFCF-79D7-8E0A-D36485E4F1D7}"/>
          </ac:spMkLst>
        </pc:spChg>
        <pc:spChg chg="add mod">
          <ac:chgData name="Troels Mortensen (TRMO) | VIA" userId="48eeef65-5bf8-474b-9082-b56af31dd25e" providerId="ADAL" clId="{D1D70EA8-438A-4B0D-A7BB-B5EC525C22B7}" dt="2026-04-08T11:54:39.130" v="5436" actId="1076"/>
          <ac:spMkLst>
            <pc:docMk/>
            <pc:sldMk cId="3400322100" sldId="335"/>
            <ac:spMk id="7" creationId="{2B3253E8-5B8E-40FF-669F-F3D905616E40}"/>
          </ac:spMkLst>
        </pc:spChg>
        <pc:spChg chg="add mod">
          <ac:chgData name="Troels Mortensen (TRMO) | VIA" userId="48eeef65-5bf8-474b-9082-b56af31dd25e" providerId="ADAL" clId="{D1D70EA8-438A-4B0D-A7BB-B5EC525C22B7}" dt="2026-04-08T11:54:46.248" v="5474" actId="20577"/>
          <ac:spMkLst>
            <pc:docMk/>
            <pc:sldMk cId="3400322100" sldId="335"/>
            <ac:spMk id="8" creationId="{6189AA7D-07B2-2598-F85B-A5E849477C01}"/>
          </ac:spMkLst>
        </pc:spChg>
      </pc:sldChg>
      <pc:sldChg chg="delSp modSp add mod delAnim">
        <pc:chgData name="Troels Mortensen (TRMO) | VIA" userId="48eeef65-5bf8-474b-9082-b56af31dd25e" providerId="ADAL" clId="{D1D70EA8-438A-4B0D-A7BB-B5EC525C22B7}" dt="2026-04-08T11:55:09.831" v="5500" actId="20577"/>
        <pc:sldMkLst>
          <pc:docMk/>
          <pc:sldMk cId="3258634763" sldId="336"/>
        </pc:sldMkLst>
        <pc:spChg chg="del">
          <ac:chgData name="Troels Mortensen (TRMO) | VIA" userId="48eeef65-5bf8-474b-9082-b56af31dd25e" providerId="ADAL" clId="{D1D70EA8-438A-4B0D-A7BB-B5EC525C22B7}" dt="2026-04-08T11:55:01.114" v="5480" actId="478"/>
          <ac:spMkLst>
            <pc:docMk/>
            <pc:sldMk cId="3258634763" sldId="336"/>
            <ac:spMk id="4" creationId="{864B6832-102F-99F1-4788-419C0209D02B}"/>
          </ac:spMkLst>
        </pc:spChg>
        <pc:spChg chg="mod">
          <ac:chgData name="Troels Mortensen (TRMO) | VIA" userId="48eeef65-5bf8-474b-9082-b56af31dd25e" providerId="ADAL" clId="{D1D70EA8-438A-4B0D-A7BB-B5EC525C22B7}" dt="2026-04-08T11:55:02.595" v="5482" actId="1076"/>
          <ac:spMkLst>
            <pc:docMk/>
            <pc:sldMk cId="3258634763" sldId="336"/>
            <ac:spMk id="5" creationId="{E1C22A3D-E71E-BA5A-97DA-488AEC2CBE35}"/>
          </ac:spMkLst>
        </pc:spChg>
        <pc:spChg chg="mod">
          <ac:chgData name="Troels Mortensen (TRMO) | VIA" userId="48eeef65-5bf8-474b-9082-b56af31dd25e" providerId="ADAL" clId="{D1D70EA8-438A-4B0D-A7BB-B5EC525C22B7}" dt="2026-04-08T11:55:09.831" v="5500" actId="20577"/>
          <ac:spMkLst>
            <pc:docMk/>
            <pc:sldMk cId="3258634763" sldId="336"/>
            <ac:spMk id="6" creationId="{F70A607E-E549-1021-FADA-6B3D1EB0C7FA}"/>
          </ac:spMkLst>
        </pc:spChg>
        <pc:spChg chg="del">
          <ac:chgData name="Troels Mortensen (TRMO) | VIA" userId="48eeef65-5bf8-474b-9082-b56af31dd25e" providerId="ADAL" clId="{D1D70EA8-438A-4B0D-A7BB-B5EC525C22B7}" dt="2026-04-08T11:55:01.114" v="5480" actId="478"/>
          <ac:spMkLst>
            <pc:docMk/>
            <pc:sldMk cId="3258634763" sldId="336"/>
            <ac:spMk id="7" creationId="{59624819-2F54-4882-38BD-DB8DB14BCC11}"/>
          </ac:spMkLst>
        </pc:spChg>
        <pc:spChg chg="del mod">
          <ac:chgData name="Troels Mortensen (TRMO) | VIA" userId="48eeef65-5bf8-474b-9082-b56af31dd25e" providerId="ADAL" clId="{D1D70EA8-438A-4B0D-A7BB-B5EC525C22B7}" dt="2026-04-08T11:55:01.114" v="5480" actId="478"/>
          <ac:spMkLst>
            <pc:docMk/>
            <pc:sldMk cId="3258634763" sldId="336"/>
            <ac:spMk id="8" creationId="{2B45BA79-914B-4A64-CFB9-06A6A4A002E1}"/>
          </ac:spMkLst>
        </pc:spChg>
      </pc:sldChg>
      <pc:sldChg chg="addSp modSp add mod modAnim">
        <pc:chgData name="Troels Mortensen (TRMO) | VIA" userId="48eeef65-5bf8-474b-9082-b56af31dd25e" providerId="ADAL" clId="{D1D70EA8-438A-4B0D-A7BB-B5EC525C22B7}" dt="2026-04-08T14:45:21.165" v="6625" actId="20577"/>
        <pc:sldMkLst>
          <pc:docMk/>
          <pc:sldMk cId="1193234296" sldId="337"/>
        </pc:sldMkLst>
        <pc:spChg chg="add mod">
          <ac:chgData name="Troels Mortensen (TRMO) | VIA" userId="48eeef65-5bf8-474b-9082-b56af31dd25e" providerId="ADAL" clId="{D1D70EA8-438A-4B0D-A7BB-B5EC525C22B7}" dt="2026-04-08T11:55:36.898" v="5581" actId="20577"/>
          <ac:spMkLst>
            <pc:docMk/>
            <pc:sldMk cId="1193234296" sldId="337"/>
            <ac:spMk id="3" creationId="{84BB7515-A096-6F76-B148-E2D09F59A69E}"/>
          </ac:spMkLst>
        </pc:spChg>
        <pc:spChg chg="add mod">
          <ac:chgData name="Troels Mortensen (TRMO) | VIA" userId="48eeef65-5bf8-474b-9082-b56af31dd25e" providerId="ADAL" clId="{D1D70EA8-438A-4B0D-A7BB-B5EC525C22B7}" dt="2026-04-08T11:56:00.856" v="5656" actId="20577"/>
          <ac:spMkLst>
            <pc:docMk/>
            <pc:sldMk cId="1193234296" sldId="337"/>
            <ac:spMk id="4" creationId="{8BE91208-C535-AE89-9D24-1F05635E9F77}"/>
          </ac:spMkLst>
        </pc:spChg>
        <pc:spChg chg="mod">
          <ac:chgData name="Troels Mortensen (TRMO) | VIA" userId="48eeef65-5bf8-474b-9082-b56af31dd25e" providerId="ADAL" clId="{D1D70EA8-438A-4B0D-A7BB-B5EC525C22B7}" dt="2026-04-08T14:45:21.165" v="6625" actId="20577"/>
          <ac:spMkLst>
            <pc:docMk/>
            <pc:sldMk cId="1193234296" sldId="337"/>
            <ac:spMk id="5" creationId="{4142CDA3-DF61-EA81-8BB3-DE0366250E25}"/>
          </ac:spMkLst>
        </pc:spChg>
        <pc:spChg chg="mod">
          <ac:chgData name="Troels Mortensen (TRMO) | VIA" userId="48eeef65-5bf8-474b-9082-b56af31dd25e" providerId="ADAL" clId="{D1D70EA8-438A-4B0D-A7BB-B5EC525C22B7}" dt="2026-04-08T11:55:43.629" v="5592" actId="14100"/>
          <ac:spMkLst>
            <pc:docMk/>
            <pc:sldMk cId="1193234296" sldId="337"/>
            <ac:spMk id="6" creationId="{2E052FB7-CF19-8C5D-6AB7-26A9175F8635}"/>
          </ac:spMkLst>
        </pc:spChg>
        <pc:spChg chg="add mod">
          <ac:chgData name="Troels Mortensen (TRMO) | VIA" userId="48eeef65-5bf8-474b-9082-b56af31dd25e" providerId="ADAL" clId="{D1D70EA8-438A-4B0D-A7BB-B5EC525C22B7}" dt="2026-04-08T11:56:11.831" v="5703" actId="20577"/>
          <ac:spMkLst>
            <pc:docMk/>
            <pc:sldMk cId="1193234296" sldId="337"/>
            <ac:spMk id="7" creationId="{896976D0-6473-147E-0C4B-762822F7B36A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4-08T12:05:15.214" v="5912" actId="20577"/>
        <pc:sldMkLst>
          <pc:docMk/>
          <pc:sldMk cId="650684202" sldId="338"/>
        </pc:sldMkLst>
        <pc:spChg chg="mod">
          <ac:chgData name="Troels Mortensen (TRMO) | VIA" userId="48eeef65-5bf8-474b-9082-b56af31dd25e" providerId="ADAL" clId="{D1D70EA8-438A-4B0D-A7BB-B5EC525C22B7}" dt="2026-04-08T12:04:32.834" v="5731" actId="20577"/>
          <ac:spMkLst>
            <pc:docMk/>
            <pc:sldMk cId="650684202" sldId="338"/>
            <ac:spMk id="2" creationId="{2EE0F117-0691-42E0-57E7-9F79863783E9}"/>
          </ac:spMkLst>
        </pc:spChg>
        <pc:spChg chg="mod">
          <ac:chgData name="Troels Mortensen (TRMO) | VIA" userId="48eeef65-5bf8-474b-9082-b56af31dd25e" providerId="ADAL" clId="{D1D70EA8-438A-4B0D-A7BB-B5EC525C22B7}" dt="2026-04-08T12:05:15.214" v="5912" actId="20577"/>
          <ac:spMkLst>
            <pc:docMk/>
            <pc:sldMk cId="650684202" sldId="338"/>
            <ac:spMk id="3" creationId="{808D9CCA-F1D0-5841-DDD6-A34A00B17AE7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4-08T12:06:17.747" v="6021" actId="20577"/>
        <pc:sldMkLst>
          <pc:docMk/>
          <pc:sldMk cId="572746258" sldId="339"/>
        </pc:sldMkLst>
        <pc:spChg chg="mod">
          <ac:chgData name="Troels Mortensen (TRMO) | VIA" userId="48eeef65-5bf8-474b-9082-b56af31dd25e" providerId="ADAL" clId="{D1D70EA8-438A-4B0D-A7BB-B5EC525C22B7}" dt="2026-04-08T12:06:00.515" v="5920" actId="20577"/>
          <ac:spMkLst>
            <pc:docMk/>
            <pc:sldMk cId="572746258" sldId="339"/>
            <ac:spMk id="2" creationId="{C41FD1E4-1F3C-98F0-0D63-3467C891B7A2}"/>
          </ac:spMkLst>
        </pc:spChg>
        <pc:spChg chg="mod">
          <ac:chgData name="Troels Mortensen (TRMO) | VIA" userId="48eeef65-5bf8-474b-9082-b56af31dd25e" providerId="ADAL" clId="{D1D70EA8-438A-4B0D-A7BB-B5EC525C22B7}" dt="2026-04-08T12:06:17.747" v="6021" actId="20577"/>
          <ac:spMkLst>
            <pc:docMk/>
            <pc:sldMk cId="572746258" sldId="339"/>
            <ac:spMk id="3" creationId="{2B23163C-9A74-0C84-C4CD-C335BF9A0F6D}"/>
          </ac:spMkLst>
        </pc:spChg>
      </pc:sldChg>
      <pc:sldChg chg="addSp delSp modSp new mod modClrScheme chgLayout">
        <pc:chgData name="Troels Mortensen (TRMO) | VIA" userId="48eeef65-5bf8-474b-9082-b56af31dd25e" providerId="ADAL" clId="{D1D70EA8-438A-4B0D-A7BB-B5EC525C22B7}" dt="2026-04-08T12:06:59.422" v="6033" actId="20577"/>
        <pc:sldMkLst>
          <pc:docMk/>
          <pc:sldMk cId="3101833504" sldId="340"/>
        </pc:sldMkLst>
        <pc:spChg chg="del mod ord">
          <ac:chgData name="Troels Mortensen (TRMO) | VIA" userId="48eeef65-5bf8-474b-9082-b56af31dd25e" providerId="ADAL" clId="{D1D70EA8-438A-4B0D-A7BB-B5EC525C22B7}" dt="2026-04-08T12:06:56.785" v="6023" actId="700"/>
          <ac:spMkLst>
            <pc:docMk/>
            <pc:sldMk cId="3101833504" sldId="340"/>
            <ac:spMk id="2" creationId="{E317AC88-BE9F-92F3-D645-C5103F1906EC}"/>
          </ac:spMkLst>
        </pc:spChg>
        <pc:spChg chg="del mod ord">
          <ac:chgData name="Troels Mortensen (TRMO) | VIA" userId="48eeef65-5bf8-474b-9082-b56af31dd25e" providerId="ADAL" clId="{D1D70EA8-438A-4B0D-A7BB-B5EC525C22B7}" dt="2026-04-08T12:06:56.785" v="6023" actId="700"/>
          <ac:spMkLst>
            <pc:docMk/>
            <pc:sldMk cId="3101833504" sldId="340"/>
            <ac:spMk id="3" creationId="{B82E0C5F-1A8D-5AA6-15FA-E7BE30CB18E3}"/>
          </ac:spMkLst>
        </pc:spChg>
        <pc:spChg chg="add mod ord">
          <ac:chgData name="Troels Mortensen (TRMO) | VIA" userId="48eeef65-5bf8-474b-9082-b56af31dd25e" providerId="ADAL" clId="{D1D70EA8-438A-4B0D-A7BB-B5EC525C22B7}" dt="2026-04-08T12:06:59.422" v="6033" actId="20577"/>
          <ac:spMkLst>
            <pc:docMk/>
            <pc:sldMk cId="3101833504" sldId="340"/>
            <ac:spMk id="4" creationId="{13EF2008-018A-119A-287D-C30956A00010}"/>
          </ac:spMkLst>
        </pc:spChg>
        <pc:spChg chg="add mod ord">
          <ac:chgData name="Troels Mortensen (TRMO) | VIA" userId="48eeef65-5bf8-474b-9082-b56af31dd25e" providerId="ADAL" clId="{D1D70EA8-438A-4B0D-A7BB-B5EC525C22B7}" dt="2026-04-08T12:06:56.785" v="6023" actId="700"/>
          <ac:spMkLst>
            <pc:docMk/>
            <pc:sldMk cId="3101833504" sldId="340"/>
            <ac:spMk id="5" creationId="{95BDEA95-2F37-2E44-D3FF-C061E687518C}"/>
          </ac:spMkLst>
        </pc:spChg>
      </pc:sldChg>
      <pc:sldChg chg="addSp delSp modSp new mod modClrScheme chgLayout">
        <pc:chgData name="Troels Mortensen (TRMO) | VIA" userId="48eeef65-5bf8-474b-9082-b56af31dd25e" providerId="ADAL" clId="{D1D70EA8-438A-4B0D-A7BB-B5EC525C22B7}" dt="2026-04-08T12:07:12.506" v="6052" actId="20577"/>
        <pc:sldMkLst>
          <pc:docMk/>
          <pc:sldMk cId="4283433858" sldId="341"/>
        </pc:sldMkLst>
        <pc:spChg chg="del mod ord">
          <ac:chgData name="Troels Mortensen (TRMO) | VIA" userId="48eeef65-5bf8-474b-9082-b56af31dd25e" providerId="ADAL" clId="{D1D70EA8-438A-4B0D-A7BB-B5EC525C22B7}" dt="2026-04-08T12:07:08.645" v="6035" actId="700"/>
          <ac:spMkLst>
            <pc:docMk/>
            <pc:sldMk cId="4283433858" sldId="341"/>
            <ac:spMk id="2" creationId="{8D8F617A-E55E-C225-207E-19057C0DAAC7}"/>
          </ac:spMkLst>
        </pc:spChg>
        <pc:spChg chg="del mod ord">
          <ac:chgData name="Troels Mortensen (TRMO) | VIA" userId="48eeef65-5bf8-474b-9082-b56af31dd25e" providerId="ADAL" clId="{D1D70EA8-438A-4B0D-A7BB-B5EC525C22B7}" dt="2026-04-08T12:07:08.645" v="6035" actId="700"/>
          <ac:spMkLst>
            <pc:docMk/>
            <pc:sldMk cId="4283433858" sldId="341"/>
            <ac:spMk id="3" creationId="{EC48E248-D824-BDD1-1F2F-42B32FE58A5A}"/>
          </ac:spMkLst>
        </pc:spChg>
        <pc:spChg chg="add mod ord">
          <ac:chgData name="Troels Mortensen (TRMO) | VIA" userId="48eeef65-5bf8-474b-9082-b56af31dd25e" providerId="ADAL" clId="{D1D70EA8-438A-4B0D-A7BB-B5EC525C22B7}" dt="2026-04-08T12:07:12.506" v="6052" actId="20577"/>
          <ac:spMkLst>
            <pc:docMk/>
            <pc:sldMk cId="4283433858" sldId="341"/>
            <ac:spMk id="4" creationId="{FAAAB2E9-71ED-0501-B88F-D5DEC53E083F}"/>
          </ac:spMkLst>
        </pc:spChg>
        <pc:spChg chg="add mod ord">
          <ac:chgData name="Troels Mortensen (TRMO) | VIA" userId="48eeef65-5bf8-474b-9082-b56af31dd25e" providerId="ADAL" clId="{D1D70EA8-438A-4B0D-A7BB-B5EC525C22B7}" dt="2026-04-08T12:07:08.645" v="6035" actId="700"/>
          <ac:spMkLst>
            <pc:docMk/>
            <pc:sldMk cId="4283433858" sldId="341"/>
            <ac:spMk id="5" creationId="{455217FD-2EC4-E14A-C101-64013616F651}"/>
          </ac:spMkLst>
        </pc:spChg>
      </pc:sldChg>
      <pc:sldChg chg="addSp delSp modSp new mod modTransition">
        <pc:chgData name="Troels Mortensen (TRMO) | VIA" userId="48eeef65-5bf8-474b-9082-b56af31dd25e" providerId="ADAL" clId="{D1D70EA8-438A-4B0D-A7BB-B5EC525C22B7}" dt="2026-04-08T12:14:18.103" v="6462"/>
        <pc:sldMkLst>
          <pc:docMk/>
          <pc:sldMk cId="1591363591" sldId="342"/>
        </pc:sldMkLst>
        <pc:spChg chg="del">
          <ac:chgData name="Troels Mortensen (TRMO) | VIA" userId="48eeef65-5bf8-474b-9082-b56af31dd25e" providerId="ADAL" clId="{D1D70EA8-438A-4B0D-A7BB-B5EC525C22B7}" dt="2026-04-08T12:07:31.747" v="6055" actId="478"/>
          <ac:spMkLst>
            <pc:docMk/>
            <pc:sldMk cId="1591363591" sldId="342"/>
            <ac:spMk id="2" creationId="{3CA49C18-8891-87AD-A6EB-0E006C7A2998}"/>
          </ac:spMkLst>
        </pc:spChg>
        <pc:spChg chg="del">
          <ac:chgData name="Troels Mortensen (TRMO) | VIA" userId="48eeef65-5bf8-474b-9082-b56af31dd25e" providerId="ADAL" clId="{D1D70EA8-438A-4B0D-A7BB-B5EC525C22B7}" dt="2026-04-08T12:07:30.776" v="6054" actId="478"/>
          <ac:spMkLst>
            <pc:docMk/>
            <pc:sldMk cId="1591363591" sldId="342"/>
            <ac:spMk id="3" creationId="{4B5DC5D5-F454-AFC6-5D62-29DD518CBA2E}"/>
          </ac:spMkLst>
        </pc:spChg>
        <pc:spChg chg="add mod">
          <ac:chgData name="Troels Mortensen (TRMO) | VIA" userId="48eeef65-5bf8-474b-9082-b56af31dd25e" providerId="ADAL" clId="{D1D70EA8-438A-4B0D-A7BB-B5EC525C22B7}" dt="2026-04-08T12:10:08.210" v="6300" actId="14100"/>
          <ac:spMkLst>
            <pc:docMk/>
            <pc:sldMk cId="1591363591" sldId="342"/>
            <ac:spMk id="4" creationId="{6665F77E-58A8-31C0-F1DF-C8C8DA384600}"/>
          </ac:spMkLst>
        </pc:spChg>
        <pc:spChg chg="add mod">
          <ac:chgData name="Troels Mortensen (TRMO) | VIA" userId="48eeef65-5bf8-474b-9082-b56af31dd25e" providerId="ADAL" clId="{D1D70EA8-438A-4B0D-A7BB-B5EC525C22B7}" dt="2026-04-08T12:11:09.938" v="6341" actId="13822"/>
          <ac:spMkLst>
            <pc:docMk/>
            <pc:sldMk cId="1591363591" sldId="342"/>
            <ac:spMk id="5" creationId="{96399712-0218-1AD6-AA7A-B45C880F67D6}"/>
          </ac:spMkLst>
        </pc:spChg>
        <pc:spChg chg="add mod">
          <ac:chgData name="Troels Mortensen (TRMO) | VIA" userId="48eeef65-5bf8-474b-9082-b56af31dd25e" providerId="ADAL" clId="{D1D70EA8-438A-4B0D-A7BB-B5EC525C22B7}" dt="2026-04-08T12:11:07.543" v="6340" actId="13822"/>
          <ac:spMkLst>
            <pc:docMk/>
            <pc:sldMk cId="1591363591" sldId="342"/>
            <ac:spMk id="6" creationId="{B59F4EF7-33D4-D7E5-E2CA-A2B51EDAD083}"/>
          </ac:spMkLst>
        </pc:spChg>
        <pc:spChg chg="add mod">
          <ac:chgData name="Troels Mortensen (TRMO) | VIA" userId="48eeef65-5bf8-474b-9082-b56af31dd25e" providerId="ADAL" clId="{D1D70EA8-438A-4B0D-A7BB-B5EC525C22B7}" dt="2026-04-08T12:11:18.230" v="6343" actId="13822"/>
          <ac:spMkLst>
            <pc:docMk/>
            <pc:sldMk cId="1591363591" sldId="342"/>
            <ac:spMk id="7" creationId="{35B19A0E-F914-6D8F-9D05-3B253157E480}"/>
          </ac:spMkLst>
        </pc:spChg>
        <pc:spChg chg="add mod">
          <ac:chgData name="Troels Mortensen (TRMO) | VIA" userId="48eeef65-5bf8-474b-9082-b56af31dd25e" providerId="ADAL" clId="{D1D70EA8-438A-4B0D-A7BB-B5EC525C22B7}" dt="2026-04-08T12:11:15.803" v="6342" actId="13822"/>
          <ac:spMkLst>
            <pc:docMk/>
            <pc:sldMk cId="1591363591" sldId="342"/>
            <ac:spMk id="8" creationId="{8E1794F7-399F-8F1B-574B-9B7AD24ADF67}"/>
          </ac:spMkLst>
        </pc:spChg>
      </pc:sldChg>
      <pc:sldChg chg="addSp modSp add mod modTransition">
        <pc:chgData name="Troels Mortensen (TRMO) | VIA" userId="48eeef65-5bf8-474b-9082-b56af31dd25e" providerId="ADAL" clId="{D1D70EA8-438A-4B0D-A7BB-B5EC525C22B7}" dt="2026-04-08T12:14:58.346" v="6465" actId="1076"/>
        <pc:sldMkLst>
          <pc:docMk/>
          <pc:sldMk cId="1820894873" sldId="343"/>
        </pc:sldMkLst>
        <pc:spChg chg="add mod">
          <ac:chgData name="Troels Mortensen (TRMO) | VIA" userId="48eeef65-5bf8-474b-9082-b56af31dd25e" providerId="ADAL" clId="{D1D70EA8-438A-4B0D-A7BB-B5EC525C22B7}" dt="2026-04-08T12:13:29.870" v="6453" actId="14100"/>
          <ac:spMkLst>
            <pc:docMk/>
            <pc:sldMk cId="1820894873" sldId="343"/>
            <ac:spMk id="2" creationId="{E2063824-D1C7-476E-1490-ABBD357D9791}"/>
          </ac:spMkLst>
        </pc:spChg>
        <pc:spChg chg="add mod">
          <ac:chgData name="Troels Mortensen (TRMO) | VIA" userId="48eeef65-5bf8-474b-9082-b56af31dd25e" providerId="ADAL" clId="{D1D70EA8-438A-4B0D-A7BB-B5EC525C22B7}" dt="2026-04-08T12:13:03.097" v="6448" actId="14100"/>
          <ac:spMkLst>
            <pc:docMk/>
            <pc:sldMk cId="1820894873" sldId="343"/>
            <ac:spMk id="3" creationId="{B0D972AF-C081-5860-1CF7-E1033BC8C195}"/>
          </ac:spMkLst>
        </pc:spChg>
        <pc:spChg chg="mod">
          <ac:chgData name="Troels Mortensen (TRMO) | VIA" userId="48eeef65-5bf8-474b-9082-b56af31dd25e" providerId="ADAL" clId="{D1D70EA8-438A-4B0D-A7BB-B5EC525C22B7}" dt="2026-04-08T12:10:34.856" v="6335" actId="14100"/>
          <ac:spMkLst>
            <pc:docMk/>
            <pc:sldMk cId="1820894873" sldId="343"/>
            <ac:spMk id="4" creationId="{660126F9-2222-F6AE-94AD-9F8A1A5B9388}"/>
          </ac:spMkLst>
        </pc:spChg>
        <pc:spChg chg="mod">
          <ac:chgData name="Troels Mortensen (TRMO) | VIA" userId="48eeef65-5bf8-474b-9082-b56af31dd25e" providerId="ADAL" clId="{D1D70EA8-438A-4B0D-A7BB-B5EC525C22B7}" dt="2026-04-08T12:11:28.566" v="6344" actId="13822"/>
          <ac:spMkLst>
            <pc:docMk/>
            <pc:sldMk cId="1820894873" sldId="343"/>
            <ac:spMk id="5" creationId="{6A3F1AC8-9F0B-02F5-C4E9-41F4B1C75B7B}"/>
          </ac:spMkLst>
        </pc:spChg>
        <pc:spChg chg="mod">
          <ac:chgData name="Troels Mortensen (TRMO) | VIA" userId="48eeef65-5bf8-474b-9082-b56af31dd25e" providerId="ADAL" clId="{D1D70EA8-438A-4B0D-A7BB-B5EC525C22B7}" dt="2026-04-08T12:11:31.767" v="6345" actId="13822"/>
          <ac:spMkLst>
            <pc:docMk/>
            <pc:sldMk cId="1820894873" sldId="343"/>
            <ac:spMk id="6" creationId="{D1857A93-E200-93BB-0840-B336D807C492}"/>
          </ac:spMkLst>
        </pc:spChg>
        <pc:spChg chg="mod">
          <ac:chgData name="Troels Mortensen (TRMO) | VIA" userId="48eeef65-5bf8-474b-9082-b56af31dd25e" providerId="ADAL" clId="{D1D70EA8-438A-4B0D-A7BB-B5EC525C22B7}" dt="2026-04-08T12:11:39.038" v="6348" actId="13822"/>
          <ac:spMkLst>
            <pc:docMk/>
            <pc:sldMk cId="1820894873" sldId="343"/>
            <ac:spMk id="7" creationId="{DF5A61B5-5D03-DFA4-BA4D-2DD5BD969A8E}"/>
          </ac:spMkLst>
        </pc:spChg>
        <pc:spChg chg="mod">
          <ac:chgData name="Troels Mortensen (TRMO) | VIA" userId="48eeef65-5bf8-474b-9082-b56af31dd25e" providerId="ADAL" clId="{D1D70EA8-438A-4B0D-A7BB-B5EC525C22B7}" dt="2026-04-08T12:11:37.198" v="6347" actId="13822"/>
          <ac:spMkLst>
            <pc:docMk/>
            <pc:sldMk cId="1820894873" sldId="343"/>
            <ac:spMk id="8" creationId="{ABDFAD33-C71A-F759-F167-C5A6CD188AE8}"/>
          </ac:spMkLst>
        </pc:spChg>
        <pc:spChg chg="add mod">
          <ac:chgData name="Troels Mortensen (TRMO) | VIA" userId="48eeef65-5bf8-474b-9082-b56af31dd25e" providerId="ADAL" clId="{D1D70EA8-438A-4B0D-A7BB-B5EC525C22B7}" dt="2026-04-08T12:13:10.111" v="6450" actId="13822"/>
          <ac:spMkLst>
            <pc:docMk/>
            <pc:sldMk cId="1820894873" sldId="343"/>
            <ac:spMk id="9" creationId="{052D7191-C1B8-60AB-6AF5-75B766A05F59}"/>
          </ac:spMkLst>
        </pc:spChg>
        <pc:spChg chg="add mod">
          <ac:chgData name="Troels Mortensen (TRMO) | VIA" userId="48eeef65-5bf8-474b-9082-b56af31dd25e" providerId="ADAL" clId="{D1D70EA8-438A-4B0D-A7BB-B5EC525C22B7}" dt="2026-04-08T12:13:13.685" v="6451" actId="571"/>
          <ac:spMkLst>
            <pc:docMk/>
            <pc:sldMk cId="1820894873" sldId="343"/>
            <ac:spMk id="10" creationId="{9113F10E-1E49-AB83-F09E-E58E92C71EC3}"/>
          </ac:spMkLst>
        </pc:spChg>
        <pc:spChg chg="add mod">
          <ac:chgData name="Troels Mortensen (TRMO) | VIA" userId="48eeef65-5bf8-474b-9082-b56af31dd25e" providerId="ADAL" clId="{D1D70EA8-438A-4B0D-A7BB-B5EC525C22B7}" dt="2026-04-08T12:13:17.973" v="6452" actId="571"/>
          <ac:spMkLst>
            <pc:docMk/>
            <pc:sldMk cId="1820894873" sldId="343"/>
            <ac:spMk id="11" creationId="{BD06264D-1196-ACFD-B61F-F45969F1AD4F}"/>
          </ac:spMkLst>
        </pc:spChg>
        <pc:spChg chg="add mod">
          <ac:chgData name="Troels Mortensen (TRMO) | VIA" userId="48eeef65-5bf8-474b-9082-b56af31dd25e" providerId="ADAL" clId="{D1D70EA8-438A-4B0D-A7BB-B5EC525C22B7}" dt="2026-04-08T12:13:17.973" v="6452" actId="571"/>
          <ac:spMkLst>
            <pc:docMk/>
            <pc:sldMk cId="1820894873" sldId="343"/>
            <ac:spMk id="12" creationId="{222A55F6-0BE4-CFAA-3725-5E14C3315920}"/>
          </ac:spMkLst>
        </pc:spChg>
        <pc:spChg chg="add mod">
          <ac:chgData name="Troels Mortensen (TRMO) | VIA" userId="48eeef65-5bf8-474b-9082-b56af31dd25e" providerId="ADAL" clId="{D1D70EA8-438A-4B0D-A7BB-B5EC525C22B7}" dt="2026-04-08T12:14:58.346" v="6465" actId="1076"/>
          <ac:spMkLst>
            <pc:docMk/>
            <pc:sldMk cId="1820894873" sldId="343"/>
            <ac:spMk id="13" creationId="{879D89F2-A93A-7231-0EE5-B1754D4843F3}"/>
          </ac:spMkLst>
        </pc:spChg>
        <pc:spChg chg="add mod">
          <ac:chgData name="Troels Mortensen (TRMO) | VIA" userId="48eeef65-5bf8-474b-9082-b56af31dd25e" providerId="ADAL" clId="{D1D70EA8-438A-4B0D-A7BB-B5EC525C22B7}" dt="2026-04-08T12:14:58.346" v="6465" actId="1076"/>
          <ac:spMkLst>
            <pc:docMk/>
            <pc:sldMk cId="1820894873" sldId="343"/>
            <ac:spMk id="14" creationId="{12C973EC-541C-BC19-EA60-270432C8F1B5}"/>
          </ac:spMkLst>
        </pc:spChg>
        <pc:spChg chg="add mod">
          <ac:chgData name="Troels Mortensen (TRMO) | VIA" userId="48eeef65-5bf8-474b-9082-b56af31dd25e" providerId="ADAL" clId="{D1D70EA8-438A-4B0D-A7BB-B5EC525C22B7}" dt="2026-04-08T12:14:58.346" v="6465" actId="1076"/>
          <ac:spMkLst>
            <pc:docMk/>
            <pc:sldMk cId="1820894873" sldId="343"/>
            <ac:spMk id="15" creationId="{08D6290B-35C5-B1C1-EBBC-B3767CF40EC9}"/>
          </ac:spMkLst>
        </pc:spChg>
        <pc:spChg chg="add mod">
          <ac:chgData name="Troels Mortensen (TRMO) | VIA" userId="48eeef65-5bf8-474b-9082-b56af31dd25e" providerId="ADAL" clId="{D1D70EA8-438A-4B0D-A7BB-B5EC525C22B7}" dt="2026-04-08T12:14:58.346" v="6465" actId="1076"/>
          <ac:spMkLst>
            <pc:docMk/>
            <pc:sldMk cId="1820894873" sldId="343"/>
            <ac:spMk id="16" creationId="{7D35008F-37E3-1B9B-C57B-3CFA9D01E6F2}"/>
          </ac:spMkLst>
        </pc:spChg>
        <pc:spChg chg="add mod">
          <ac:chgData name="Troels Mortensen (TRMO) | VIA" userId="48eeef65-5bf8-474b-9082-b56af31dd25e" providerId="ADAL" clId="{D1D70EA8-438A-4B0D-A7BB-B5EC525C22B7}" dt="2026-04-08T12:14:58.346" v="6465" actId="1076"/>
          <ac:spMkLst>
            <pc:docMk/>
            <pc:sldMk cId="1820894873" sldId="343"/>
            <ac:spMk id="17" creationId="{0DE7C605-4B0D-7462-28F9-22A779E0E50D}"/>
          </ac:spMkLst>
        </pc:spChg>
      </pc:sldChg>
      <pc:sldChg chg="addSp delSp modSp add mod modTransition">
        <pc:chgData name="Troels Mortensen (TRMO) | VIA" userId="48eeef65-5bf8-474b-9082-b56af31dd25e" providerId="ADAL" clId="{D1D70EA8-438A-4B0D-A7BB-B5EC525C22B7}" dt="2026-04-08T12:15:19.509" v="6467" actId="1076"/>
        <pc:sldMkLst>
          <pc:docMk/>
          <pc:sldMk cId="2247251929" sldId="344"/>
        </pc:sldMkLst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3" creationId="{76BEC303-09D4-218A-5D32-DEE5CA9301D2}"/>
          </ac:spMkLst>
        </pc:spChg>
        <pc:spChg chg="mod">
          <ac:chgData name="Troels Mortensen (TRMO) | VIA" userId="48eeef65-5bf8-474b-9082-b56af31dd25e" providerId="ADAL" clId="{D1D70EA8-438A-4B0D-A7BB-B5EC525C22B7}" dt="2026-04-08T12:13:43.390" v="6456" actId="14100"/>
          <ac:spMkLst>
            <pc:docMk/>
            <pc:sldMk cId="2247251929" sldId="344"/>
            <ac:spMk id="4" creationId="{8AEC992A-0CFD-349E-F480-7773F9A59EB7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5" creationId="{36C78122-F174-707F-BBCD-48F6229270C3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6" creationId="{812694AF-1527-4043-E4EC-6F605E76A034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7" creationId="{2B1388D5-4E33-F562-996F-A63D040CEE0B}"/>
          </ac:spMkLst>
        </pc:spChg>
        <pc:spChg chg="mod">
          <ac:chgData name="Troels Mortensen (TRMO) | VIA" userId="48eeef65-5bf8-474b-9082-b56af31dd25e" providerId="ADAL" clId="{D1D70EA8-438A-4B0D-A7BB-B5EC525C22B7}" dt="2026-04-08T12:13:40.367" v="6455" actId="1076"/>
          <ac:spMkLst>
            <pc:docMk/>
            <pc:sldMk cId="2247251929" sldId="344"/>
            <ac:spMk id="8" creationId="{A2546F2C-137A-A857-C114-CBE8B401F8B8}"/>
          </ac:spMkLst>
        </pc:spChg>
        <pc:spChg chg="mod">
          <ac:chgData name="Troels Mortensen (TRMO) | VIA" userId="48eeef65-5bf8-474b-9082-b56af31dd25e" providerId="ADAL" clId="{D1D70EA8-438A-4B0D-A7BB-B5EC525C22B7}" dt="2026-04-08T12:13:40.367" v="6455" actId="1076"/>
          <ac:spMkLst>
            <pc:docMk/>
            <pc:sldMk cId="2247251929" sldId="344"/>
            <ac:spMk id="9" creationId="{E1E12845-AE6D-DC8A-B5EC-EB28DD050A99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0" creationId="{2669331F-97EA-7DF2-A912-D7B56FEC9414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1" creationId="{CB1AF885-4BB7-E67E-20E5-7064CECF4631}"/>
          </ac:spMkLst>
        </pc:spChg>
        <pc:spChg chg="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2" creationId="{DC50D1F5-2EBA-41DF-EE20-136AFC5C14C3}"/>
          </ac:spMkLst>
        </pc:spChg>
        <pc:spChg chg="add mod">
          <ac:chgData name="Troels Mortensen (TRMO) | VIA" userId="48eeef65-5bf8-474b-9082-b56af31dd25e" providerId="ADAL" clId="{D1D70EA8-438A-4B0D-A7BB-B5EC525C22B7}" dt="2026-04-08T12:13:51.462" v="6460" actId="14100"/>
          <ac:spMkLst>
            <pc:docMk/>
            <pc:sldMk cId="2247251929" sldId="344"/>
            <ac:spMk id="13" creationId="{F18F9731-B6E3-2898-721A-AD1A31B12A6F}"/>
          </ac:spMkLst>
        </pc:spChg>
        <pc:spChg chg="add 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4" creationId="{96CF30D1-0058-A42F-1126-A1BB3C5F75C3}"/>
          </ac:spMkLst>
        </pc:spChg>
        <pc:spChg chg="add 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5" creationId="{E018B9F5-1A60-C018-376E-B1F05A09B7FD}"/>
          </ac:spMkLst>
        </pc:spChg>
        <pc:spChg chg="add mod">
          <ac:chgData name="Troels Mortensen (TRMO) | VIA" userId="48eeef65-5bf8-474b-9082-b56af31dd25e" providerId="ADAL" clId="{D1D70EA8-438A-4B0D-A7BB-B5EC525C22B7}" dt="2026-04-08T12:13:48.265" v="6458" actId="1076"/>
          <ac:spMkLst>
            <pc:docMk/>
            <pc:sldMk cId="2247251929" sldId="344"/>
            <ac:spMk id="16" creationId="{29553CDE-9AE7-E377-E889-436CE72A9A87}"/>
          </ac:spMkLst>
        </pc:spChg>
        <pc:spChg chg="add mod">
          <ac:chgData name="Troels Mortensen (TRMO) | VIA" userId="48eeef65-5bf8-474b-9082-b56af31dd25e" providerId="ADAL" clId="{D1D70EA8-438A-4B0D-A7BB-B5EC525C22B7}" dt="2026-04-08T12:13:43.918" v="6457"/>
          <ac:spMkLst>
            <pc:docMk/>
            <pc:sldMk cId="2247251929" sldId="344"/>
            <ac:spMk id="17" creationId="{5DD83EC3-6597-6985-AAF1-8690E3CD53E0}"/>
          </ac:spMkLst>
        </pc:spChg>
        <pc:spChg chg="add del mod">
          <ac:chgData name="Troels Mortensen (TRMO) | VIA" userId="48eeef65-5bf8-474b-9082-b56af31dd25e" providerId="ADAL" clId="{D1D70EA8-438A-4B0D-A7BB-B5EC525C22B7}" dt="2026-04-08T12:13:49.498" v="6459" actId="478"/>
          <ac:spMkLst>
            <pc:docMk/>
            <pc:sldMk cId="2247251929" sldId="344"/>
            <ac:spMk id="18" creationId="{63AAE21B-70C4-5E8C-78DE-814D2BA883C8}"/>
          </ac:spMkLst>
        </pc:spChg>
        <pc:spChg chg="add mod">
          <ac:chgData name="Troels Mortensen (TRMO) | VIA" userId="48eeef65-5bf8-474b-9082-b56af31dd25e" providerId="ADAL" clId="{D1D70EA8-438A-4B0D-A7BB-B5EC525C22B7}" dt="2026-04-08T12:15:19.509" v="6467" actId="1076"/>
          <ac:spMkLst>
            <pc:docMk/>
            <pc:sldMk cId="2247251929" sldId="344"/>
            <ac:spMk id="19" creationId="{BCE863B7-31DD-C73A-DFDA-C989B15A7C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018D-6CA0-E267-108D-FCCA2366D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E9C0-AE40-6248-9C73-71CA73D54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767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6340-4888-D119-EFA0-369DB9F5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CE1B6-9375-755B-7444-299A956B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11813310" cy="5325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836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7E7565-8EEB-84C8-C6F9-6A9064A4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022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98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AC21F-9D32-06D9-AAD3-2C19062D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52988-1649-E760-A1E1-BABF20F82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573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52A7-4143-E76F-1702-F1C34D46B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Integration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9EBBC-C628-BB1A-177C-1D830D087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464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EFBE-492B-D093-127E-A090FA06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88556-57C2-4C70-E97A-9697BBB32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r>
              <a:rPr lang="da-DK" dirty="0"/>
              <a:t> to integration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/>
              <a:t>Unit </a:t>
            </a:r>
            <a:r>
              <a:rPr lang="da-DK" dirty="0" err="1"/>
              <a:t>vs</a:t>
            </a:r>
            <a:r>
              <a:rPr lang="da-DK" dirty="0"/>
              <a:t> Integration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/>
              <a:t>How to?</a:t>
            </a:r>
          </a:p>
          <a:p>
            <a:pPr lvl="1"/>
            <a:r>
              <a:rPr lang="da-DK" dirty="0" err="1"/>
              <a:t>JUnit</a:t>
            </a:r>
            <a:endParaRPr lang="da-DK" dirty="0"/>
          </a:p>
          <a:p>
            <a:pPr lvl="1"/>
            <a:r>
              <a:rPr lang="da-DK" dirty="0"/>
              <a:t>JFX </a:t>
            </a:r>
            <a:r>
              <a:rPr lang="da-DK" dirty="0" err="1"/>
              <a:t>setup</a:t>
            </a:r>
            <a:endParaRPr lang="da-DK" dirty="0"/>
          </a:p>
          <a:p>
            <a:pPr lvl="1"/>
            <a:r>
              <a:rPr lang="da-DK" dirty="0" err="1"/>
              <a:t>Setting</a:t>
            </a:r>
            <a:r>
              <a:rPr lang="da-DK" dirty="0"/>
              <a:t> up a test </a:t>
            </a:r>
            <a:r>
              <a:rPr lang="da-DK" dirty="0" err="1"/>
              <a:t>storage</a:t>
            </a:r>
            <a:r>
              <a:rPr lang="da-DK" dirty="0"/>
              <a:t> (file/database)</a:t>
            </a:r>
          </a:p>
        </p:txBody>
      </p:sp>
    </p:spTree>
    <p:extLst>
      <p:ext uri="{BB962C8B-B14F-4D97-AF65-F5344CB8AC3E}">
        <p14:creationId xmlns:p14="http://schemas.microsoft.com/office/powerpoint/2010/main" val="172752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8466-C0AB-06E2-5BF9-A51E711D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1751-BDA4-A5AA-734D-E7F5BFE8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V-Model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8347D504-AE69-CC1A-4ED5-04A4594952B7}"/>
              </a:ext>
            </a:extLst>
          </p:cNvPr>
          <p:cNvSpPr/>
          <p:nvPr/>
        </p:nvSpPr>
        <p:spPr>
          <a:xfrm>
            <a:off x="7160592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Scenario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F8BA1C7-56F4-7B3E-A931-E35DE8F8A62D}"/>
              </a:ext>
            </a:extLst>
          </p:cNvPr>
          <p:cNvSpPr/>
          <p:nvPr/>
        </p:nvSpPr>
        <p:spPr>
          <a:xfrm>
            <a:off x="6664131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3D8DCF3-7799-DD06-7996-EBEC81452D49}"/>
              </a:ext>
            </a:extLst>
          </p:cNvPr>
          <p:cNvSpPr/>
          <p:nvPr/>
        </p:nvSpPr>
        <p:spPr>
          <a:xfrm>
            <a:off x="6159663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Unit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63A5E2-CFA9-3A99-B45E-55BD671577E4}"/>
              </a:ext>
            </a:extLst>
          </p:cNvPr>
          <p:cNvSpPr/>
          <p:nvPr/>
        </p:nvSpPr>
        <p:spPr>
          <a:xfrm>
            <a:off x="4357561" y="5198350"/>
            <a:ext cx="3525350" cy="1281190"/>
          </a:xfrm>
          <a:custGeom>
            <a:avLst/>
            <a:gdLst>
              <a:gd name="csX0" fmla="*/ 0 w 2795648"/>
              <a:gd name="csY0" fmla="*/ 0 h 1016000"/>
              <a:gd name="csX1" fmla="*/ 1377984 w 2795648"/>
              <a:gd name="csY1" fmla="*/ 0 h 1016000"/>
              <a:gd name="csX2" fmla="*/ 1417664 w 2795648"/>
              <a:gd name="csY2" fmla="*/ 0 h 1016000"/>
              <a:gd name="csX3" fmla="*/ 2795648 w 2795648"/>
              <a:gd name="csY3" fmla="*/ 0 h 1016000"/>
              <a:gd name="csX4" fmla="*/ 2440353 w 2795648"/>
              <a:gd name="csY4" fmla="*/ 1016000 h 1016000"/>
              <a:gd name="csX5" fmla="*/ 1772959 w 2795648"/>
              <a:gd name="csY5" fmla="*/ 1016000 h 1016000"/>
              <a:gd name="csX6" fmla="*/ 1022689 w 2795648"/>
              <a:gd name="csY6" fmla="*/ 1016000 h 1016000"/>
              <a:gd name="csX7" fmla="*/ 355295 w 2795648"/>
              <a:gd name="csY7" fmla="*/ 1016000 h 101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95648" h="1016000">
                <a:moveTo>
                  <a:pt x="0" y="0"/>
                </a:moveTo>
                <a:lnTo>
                  <a:pt x="1377984" y="0"/>
                </a:lnTo>
                <a:lnTo>
                  <a:pt x="1417664" y="0"/>
                </a:lnTo>
                <a:lnTo>
                  <a:pt x="2795648" y="0"/>
                </a:lnTo>
                <a:lnTo>
                  <a:pt x="2440353" y="1016000"/>
                </a:lnTo>
                <a:lnTo>
                  <a:pt x="1772959" y="1016000"/>
                </a:lnTo>
                <a:lnTo>
                  <a:pt x="1022689" y="1016000"/>
                </a:lnTo>
                <a:lnTo>
                  <a:pt x="355295" y="101600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a-DK" sz="4400" dirty="0" err="1"/>
              <a:t>Coding</a:t>
            </a:r>
            <a:endParaRPr lang="da-DK" sz="4400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E7CA42E7-C20D-B609-82F2-2D027E94236C}"/>
              </a:ext>
            </a:extLst>
          </p:cNvPr>
          <p:cNvSpPr/>
          <p:nvPr/>
        </p:nvSpPr>
        <p:spPr>
          <a:xfrm flipH="1">
            <a:off x="2844157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AB10EF0-D342-3C3D-8479-B55EE97AA71B}"/>
              </a:ext>
            </a:extLst>
          </p:cNvPr>
          <p:cNvSpPr/>
          <p:nvPr/>
        </p:nvSpPr>
        <p:spPr>
          <a:xfrm flipH="1">
            <a:off x="3340618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B39BA4B-86E8-DA03-7E47-E3021BDEB859}"/>
              </a:ext>
            </a:extLst>
          </p:cNvPr>
          <p:cNvSpPr/>
          <p:nvPr/>
        </p:nvSpPr>
        <p:spPr>
          <a:xfrm flipH="1">
            <a:off x="3845086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Modular</a:t>
            </a:r>
          </a:p>
          <a:p>
            <a:pPr algn="ctr"/>
            <a:r>
              <a:rPr lang="da-DK" sz="2400" dirty="0"/>
              <a:t>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E7EA62-E69A-E7E3-6E6A-7979852DDA7D}"/>
              </a:ext>
            </a:extLst>
          </p:cNvPr>
          <p:cNvSpPr txBox="1"/>
          <p:nvPr/>
        </p:nvSpPr>
        <p:spPr>
          <a:xfrm>
            <a:off x="3340617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da-DK" sz="2400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B1BD80-2931-3376-A0FF-DA4F98CB8243}"/>
              </a:ext>
            </a:extLst>
          </p:cNvPr>
          <p:cNvSpPr txBox="1"/>
          <p:nvPr/>
        </p:nvSpPr>
        <p:spPr>
          <a:xfrm>
            <a:off x="6741271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Integration</a:t>
            </a:r>
          </a:p>
          <a:p>
            <a:pPr algn="ctr"/>
            <a:r>
              <a:rPr lang="da-DK" sz="2400" dirty="0" err="1">
                <a:solidFill>
                  <a:schemeClr val="bg1"/>
                </a:solidFill>
              </a:rPr>
              <a:t>Testing</a:t>
            </a:r>
            <a:endParaRPr lang="da-DK" sz="2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3DA487-C3A3-1171-8180-59CE524983F4}"/>
              </a:ext>
            </a:extLst>
          </p:cNvPr>
          <p:cNvCxnSpPr>
            <a:stCxn id="12" idx="5"/>
            <a:endCxn id="6" idx="5"/>
          </p:cNvCxnSpPr>
          <p:nvPr/>
        </p:nvCxnSpPr>
        <p:spPr>
          <a:xfrm>
            <a:off x="5856795" y="4425633"/>
            <a:ext cx="526884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FE3E41-AA9F-C611-8C22-CA9B17926744}"/>
              </a:ext>
            </a:extLst>
          </p:cNvPr>
          <p:cNvCxnSpPr>
            <a:cxnSpLocks/>
          </p:cNvCxnSpPr>
          <p:nvPr/>
        </p:nvCxnSpPr>
        <p:spPr>
          <a:xfrm>
            <a:off x="5355125" y="3012319"/>
            <a:ext cx="1528887" cy="1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680EB1-E2B3-20D3-E808-C9563F00C4AB}"/>
              </a:ext>
            </a:extLst>
          </p:cNvPr>
          <p:cNvCxnSpPr>
            <a:cxnSpLocks/>
          </p:cNvCxnSpPr>
          <p:nvPr/>
        </p:nvCxnSpPr>
        <p:spPr>
          <a:xfrm>
            <a:off x="4885356" y="1643049"/>
            <a:ext cx="2494049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672624-B4F0-91C9-0E6A-32DE222EE86F}"/>
              </a:ext>
            </a:extLst>
          </p:cNvPr>
          <p:cNvSpPr txBox="1"/>
          <p:nvPr/>
        </p:nvSpPr>
        <p:spPr>
          <a:xfrm>
            <a:off x="959833" y="4058426"/>
            <a:ext cx="2444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Verification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D38F-1BAA-C47B-CDAF-8AA679E8D1DE}"/>
              </a:ext>
            </a:extLst>
          </p:cNvPr>
          <p:cNvSpPr txBox="1"/>
          <p:nvPr/>
        </p:nvSpPr>
        <p:spPr>
          <a:xfrm flipH="1">
            <a:off x="8899856" y="4102467"/>
            <a:ext cx="2176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Validation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E11253-F08B-D05B-6DC9-8778B11ECBB5}"/>
              </a:ext>
            </a:extLst>
          </p:cNvPr>
          <p:cNvSpPr txBox="1"/>
          <p:nvPr/>
        </p:nvSpPr>
        <p:spPr>
          <a:xfrm>
            <a:off x="239298" y="4909648"/>
            <a:ext cx="376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Are we building the product correct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9A33B8-166B-5D69-0DD3-C0C868455E13}"/>
              </a:ext>
            </a:extLst>
          </p:cNvPr>
          <p:cNvSpPr txBox="1"/>
          <p:nvPr/>
        </p:nvSpPr>
        <p:spPr>
          <a:xfrm>
            <a:off x="2868444" y="1412216"/>
            <a:ext cx="2235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000" dirty="0" err="1">
                <a:solidFill>
                  <a:schemeClr val="bg1"/>
                </a:solidFill>
              </a:rPr>
              <a:t>Requirements</a:t>
            </a:r>
            <a:endParaRPr lang="da-DK" sz="2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EBEEE-6D6A-BD79-A8B0-0B9656C01ACF}"/>
              </a:ext>
            </a:extLst>
          </p:cNvPr>
          <p:cNvSpPr txBox="1"/>
          <p:nvPr/>
        </p:nvSpPr>
        <p:spPr>
          <a:xfrm>
            <a:off x="8638240" y="4909648"/>
            <a:ext cx="2771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Does it work as expected?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DEE2A-167A-58AE-D001-0DE1BF7DC0C2}"/>
              </a:ext>
            </a:extLst>
          </p:cNvPr>
          <p:cNvSpPr/>
          <p:nvPr/>
        </p:nvSpPr>
        <p:spPr>
          <a:xfrm rot="5400000">
            <a:off x="5292442" y="28291"/>
            <a:ext cx="1680378" cy="5946541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3677E0E-36FF-BF5B-A8E9-D89939ECC470}"/>
              </a:ext>
            </a:extLst>
          </p:cNvPr>
          <p:cNvSpPr/>
          <p:nvPr/>
        </p:nvSpPr>
        <p:spPr>
          <a:xfrm rot="10800000">
            <a:off x="9421105" y="2639954"/>
            <a:ext cx="1282700" cy="760696"/>
          </a:xfrm>
          <a:prstGeom prst="rightArrow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843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8A9D-8519-155A-85D9-46A57068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21B5CC1-F58F-DAD5-29F4-620D4147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E5D003A-9B3B-48D8-89E0-EF9EDCE6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847" y="2110160"/>
            <a:ext cx="5820866" cy="2858363"/>
          </a:xfrm>
        </p:spPr>
        <p:txBody>
          <a:bodyPr>
            <a:normAutofit fontScale="90000"/>
          </a:bodyPr>
          <a:lstStyle/>
          <a:p>
            <a:pPr algn="l"/>
            <a:r>
              <a:rPr lang="da-DK" sz="7200" dirty="0" err="1"/>
              <a:t>What</a:t>
            </a:r>
            <a:r>
              <a:rPr lang="da-DK" sz="7200" dirty="0"/>
              <a:t> is an integration test?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85F3ED-4463-810D-D21D-CF05BBC8F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6559644" cy="6858000"/>
            <a:chOff x="5632356" y="0"/>
            <a:chExt cx="6559644" cy="6858000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525826-2B00-AD54-0502-4391594F5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82343" y="2"/>
              <a:ext cx="6509657" cy="6857998"/>
              <a:chOff x="5682343" y="2"/>
              <a:chExt cx="6509657" cy="685799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A0CD6A8-FD73-A85D-C9C0-C48A3CE510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5C45764-A74E-A2A6-8F34-619C693EB0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EDAA3B6-21DF-BB96-D833-D89DB1ABA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32356" y="0"/>
              <a:ext cx="874718" cy="6857455"/>
              <a:chOff x="5632356" y="0"/>
              <a:chExt cx="874718" cy="685745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EDB032B-5A15-D336-52A6-F7029BCE75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6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8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8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A3192C4-C89F-A44D-7331-B13368F33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8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7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7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3" name="Picture 2" descr="Unit testing - Free technology icons">
            <a:extLst>
              <a:ext uri="{FF2B5EF4-FFF2-40B4-BE49-F238E27FC236}">
                <a16:creationId xmlns:a16="http://schemas.microsoft.com/office/drawing/2014/main" id="{166F9F60-0F4E-43EA-8E20-2B7FF5DC3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4162" y="1429488"/>
            <a:ext cx="3960000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31639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43C7CF-CAF1-8EE9-D879-8C2C2C1C4C90}"/>
              </a:ext>
            </a:extLst>
          </p:cNvPr>
          <p:cNvSpPr txBox="1"/>
          <p:nvPr/>
        </p:nvSpPr>
        <p:spPr>
          <a:xfrm>
            <a:off x="3047419" y="2090172"/>
            <a:ext cx="6097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Integration Testing </a:t>
            </a:r>
          </a:p>
          <a:p>
            <a:pPr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is the phase of software testing where individual software modules or "units" are </a:t>
            </a:r>
            <a:r>
              <a:rPr lang="en-US" i="1" dirty="0">
                <a:solidFill>
                  <a:schemeClr val="bg1"/>
                </a:solidFill>
              </a:rPr>
              <a:t>combined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tested as a group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Its primary purpose is to verify that </a:t>
            </a:r>
            <a:r>
              <a:rPr lang="en-US" i="1" dirty="0">
                <a:solidFill>
                  <a:schemeClr val="bg1"/>
                </a:solidFill>
              </a:rPr>
              <a:t>different parts of the system</a:t>
            </a:r>
            <a:r>
              <a:rPr lang="en-US" dirty="0">
                <a:solidFill>
                  <a:schemeClr val="bg1"/>
                </a:solidFill>
              </a:rPr>
              <a:t>, which may have been developed and unit-tested in isolation, interact correctly, share data accurately, and adhere to their structural and functional "contracts."</a:t>
            </a:r>
          </a:p>
        </p:txBody>
      </p:sp>
    </p:spTree>
    <p:extLst>
      <p:ext uri="{BB962C8B-B14F-4D97-AF65-F5344CB8AC3E}">
        <p14:creationId xmlns:p14="http://schemas.microsoft.com/office/powerpoint/2010/main" val="130296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34092-5CBD-1D1F-6297-FA1B8024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integration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660D1-6A01-2324-68A8-013D1A83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6474592" cy="5325649"/>
          </a:xfrm>
        </p:spPr>
        <p:txBody>
          <a:bodyPr/>
          <a:lstStyle/>
          <a:p>
            <a:r>
              <a:rPr lang="da-DK" dirty="0"/>
              <a:t>”</a:t>
            </a:r>
            <a:r>
              <a:rPr lang="da-DK" dirty="0" err="1"/>
              <a:t>slow</a:t>
            </a:r>
            <a:r>
              <a:rPr lang="da-DK" dirty="0"/>
              <a:t>” </a:t>
            </a:r>
            <a:r>
              <a:rPr lang="da-DK" dirty="0" err="1"/>
              <a:t>compared</a:t>
            </a:r>
            <a:r>
              <a:rPr lang="da-DK" dirty="0"/>
              <a:t> to unit test</a:t>
            </a:r>
          </a:p>
          <a:p>
            <a:r>
              <a:rPr lang="da-DK" dirty="0" err="1"/>
              <a:t>Reaches</a:t>
            </a:r>
            <a:r>
              <a:rPr lang="da-DK" dirty="0"/>
              <a:t> out of the system (file, database, </a:t>
            </a:r>
            <a:r>
              <a:rPr lang="da-DK" dirty="0" err="1"/>
              <a:t>etc</a:t>
            </a:r>
            <a:r>
              <a:rPr lang="da-DK" dirty="0"/>
              <a:t>)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Verifies</a:t>
            </a:r>
            <a:r>
              <a:rPr lang="da-DK" dirty="0"/>
              <a:t> </a:t>
            </a:r>
            <a:r>
              <a:rPr lang="da-DK" dirty="0" err="1"/>
              <a:t>larger</a:t>
            </a:r>
            <a:r>
              <a:rPr lang="da-DK" dirty="0"/>
              <a:t> </a:t>
            </a:r>
            <a:r>
              <a:rPr lang="da-DK" dirty="0" err="1"/>
              <a:t>paths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the system</a:t>
            </a:r>
          </a:p>
          <a:p>
            <a:r>
              <a:rPr lang="da-DK" dirty="0"/>
              <a:t>Real </a:t>
            </a:r>
            <a:r>
              <a:rPr lang="da-DK" dirty="0" err="1"/>
              <a:t>dependencies</a:t>
            </a:r>
            <a:endParaRPr lang="da-DK" dirty="0"/>
          </a:p>
          <a:p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A41500-2482-BBDC-0F43-DA6CD98295CE}"/>
              </a:ext>
            </a:extLst>
          </p:cNvPr>
          <p:cNvGrpSpPr>
            <a:grpSpLocks noChangeAspect="1"/>
          </p:cNvGrpSpPr>
          <p:nvPr/>
        </p:nvGrpSpPr>
        <p:grpSpPr>
          <a:xfrm>
            <a:off x="4355071" y="2467557"/>
            <a:ext cx="1454810" cy="1080000"/>
            <a:chOff x="136313" y="3312160"/>
            <a:chExt cx="2424684" cy="202057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BF7B84C-97A2-49CC-68D6-DB6043925ABD}"/>
                </a:ext>
              </a:extLst>
            </p:cNvPr>
            <p:cNvSpPr/>
            <p:nvPr/>
          </p:nvSpPr>
          <p:spPr>
            <a:xfrm>
              <a:off x="494453" y="3752849"/>
              <a:ext cx="1713654" cy="41952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6" name="Picture 6" descr="Free Vectors | Folder icon 3">
              <a:extLst>
                <a:ext uri="{FF2B5EF4-FFF2-40B4-BE49-F238E27FC236}">
                  <a16:creationId xmlns:a16="http://schemas.microsoft.com/office/drawing/2014/main" id="{D6341547-7CA5-4D92-8603-4D150B0EA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13" y="3312160"/>
              <a:ext cx="2424684" cy="2020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8" descr="database icon. vector icon for your website, mobile, presentation, and logo  design. 26753163 Vector Art at Vecteezy">
            <a:extLst>
              <a:ext uri="{FF2B5EF4-FFF2-40B4-BE49-F238E27FC236}">
                <a16:creationId xmlns:a16="http://schemas.microsoft.com/office/drawing/2014/main" id="{F0505410-9C51-A87D-EF70-391416431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058" y="2557749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Api - Free ui icons">
            <a:extLst>
              <a:ext uri="{FF2B5EF4-FFF2-40B4-BE49-F238E27FC236}">
                <a16:creationId xmlns:a16="http://schemas.microsoft.com/office/drawing/2014/main" id="{16C5B97A-10E1-5B74-B1F2-73E693370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526" y="2500075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Harddisk - Free computer icons">
            <a:extLst>
              <a:ext uri="{FF2B5EF4-FFF2-40B4-BE49-F238E27FC236}">
                <a16:creationId xmlns:a16="http://schemas.microsoft.com/office/drawing/2014/main" id="{E77AAD1F-D728-4DD5-DF5D-58D7C5984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235" y="2535201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8" descr="network Vector Icons free download in SVG, PNG Format">
            <a:extLst>
              <a:ext uri="{FF2B5EF4-FFF2-40B4-BE49-F238E27FC236}">
                <a16:creationId xmlns:a16="http://schemas.microsoft.com/office/drawing/2014/main" id="{8CBE5678-53F7-F362-E6D2-A409E8BAF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412" y="2477527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reen Tick and Red Cross isolated 3d stylized icons set 46465175 Vector Art  at Vecteezy">
            <a:extLst>
              <a:ext uri="{FF2B5EF4-FFF2-40B4-BE49-F238E27FC236}">
                <a16:creationId xmlns:a16="http://schemas.microsoft.com/office/drawing/2014/main" id="{322025E2-9707-1D44-C258-3E6A85B316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00"/>
          <a:stretch>
            <a:fillRect/>
          </a:stretch>
        </p:blipFill>
        <p:spPr bwMode="auto">
          <a:xfrm>
            <a:off x="2445663" y="2294375"/>
            <a:ext cx="1265988" cy="148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Green Tick and Red Cross isolated 3d stylized icons set 46465175 Vector Art  at Vecteezy">
            <a:extLst>
              <a:ext uri="{FF2B5EF4-FFF2-40B4-BE49-F238E27FC236}">
                <a16:creationId xmlns:a16="http://schemas.microsoft.com/office/drawing/2014/main" id="{6B709C7C-BFA1-DA43-729F-6CD5B8DD0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4200"/>
          <a:stretch>
            <a:fillRect/>
          </a:stretch>
        </p:blipFill>
        <p:spPr bwMode="auto">
          <a:xfrm>
            <a:off x="2453906" y="3410255"/>
            <a:ext cx="1265988" cy="148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Clock - Free time and date icons">
            <a:extLst>
              <a:ext uri="{FF2B5EF4-FFF2-40B4-BE49-F238E27FC236}">
                <a16:creationId xmlns:a16="http://schemas.microsoft.com/office/drawing/2014/main" id="{FC5D43B2-8C6B-ED04-C0C5-631EA3639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10" y="3557527"/>
            <a:ext cx="1306132" cy="130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6" descr="Page 10 | Dice roll blue Images - Free Download on Freepik">
            <a:extLst>
              <a:ext uri="{FF2B5EF4-FFF2-40B4-BE49-F238E27FC236}">
                <a16:creationId xmlns:a16="http://schemas.microsoft.com/office/drawing/2014/main" id="{D3A9C327-E2EE-8A4F-44A6-047F6A317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147" y="3557527"/>
            <a:ext cx="1306132" cy="130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47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7424-1862-FB63-6335-505A4EEA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Most unit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theory</a:t>
            </a:r>
            <a:r>
              <a:rPr lang="da-DK" dirty="0"/>
              <a:t> still </a:t>
            </a:r>
            <a:r>
              <a:rPr lang="da-DK" dirty="0" err="1"/>
              <a:t>applies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7F6E-233F-327F-915D-C1E1FA95B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AAA</a:t>
            </a:r>
          </a:p>
          <a:p>
            <a:r>
              <a:rPr lang="da-DK" dirty="0" err="1"/>
              <a:t>Naming</a:t>
            </a:r>
            <a:r>
              <a:rPr lang="da-DK" dirty="0"/>
              <a:t> </a:t>
            </a:r>
            <a:r>
              <a:rPr lang="da-DK" dirty="0" err="1"/>
              <a:t>conventions</a:t>
            </a:r>
            <a:endParaRPr lang="da-DK" dirty="0"/>
          </a:p>
          <a:p>
            <a:r>
              <a:rPr lang="da-DK" dirty="0"/>
              <a:t>ZOMBIES</a:t>
            </a:r>
          </a:p>
          <a:p>
            <a:r>
              <a:rPr lang="da-DK" dirty="0" err="1"/>
              <a:t>Boundary</a:t>
            </a:r>
            <a:r>
              <a:rPr lang="da-DK" dirty="0"/>
              <a:t> Value Analysis – </a:t>
            </a:r>
            <a:r>
              <a:rPr lang="da-DK" dirty="0" err="1"/>
              <a:t>Equivalence</a:t>
            </a:r>
            <a:r>
              <a:rPr lang="da-DK" dirty="0"/>
              <a:t> </a:t>
            </a:r>
            <a:r>
              <a:rPr lang="da-DK" dirty="0" err="1"/>
              <a:t>Partitioning</a:t>
            </a:r>
            <a:endParaRPr lang="da-DK" dirty="0"/>
          </a:p>
          <a:p>
            <a:endParaRPr lang="da-DK" dirty="0"/>
          </a:p>
          <a:p>
            <a:r>
              <a:rPr lang="da-DK" dirty="0"/>
              <a:t>(F)IRST</a:t>
            </a:r>
          </a:p>
          <a:p>
            <a:pPr lvl="1"/>
            <a:r>
              <a:rPr lang="da-DK" dirty="0">
                <a:solidFill>
                  <a:srgbClr val="FF0000"/>
                </a:solidFill>
              </a:rPr>
              <a:t>Fast – </a:t>
            </a:r>
            <a:r>
              <a:rPr lang="da-DK" dirty="0" err="1">
                <a:solidFill>
                  <a:srgbClr val="FF0000"/>
                </a:solidFill>
              </a:rPr>
              <a:t>less</a:t>
            </a:r>
            <a:r>
              <a:rPr lang="da-DK" dirty="0">
                <a:solidFill>
                  <a:srgbClr val="FF0000"/>
                </a:solidFill>
              </a:rPr>
              <a:t> so </a:t>
            </a:r>
            <a:r>
              <a:rPr lang="da-DK" dirty="0" err="1">
                <a:solidFill>
                  <a:srgbClr val="FF0000"/>
                </a:solidFill>
              </a:rPr>
              <a:t>now</a:t>
            </a:r>
            <a:endParaRPr lang="da-DK" dirty="0">
              <a:solidFill>
                <a:srgbClr val="FF0000"/>
              </a:solidFill>
            </a:endParaRPr>
          </a:p>
          <a:p>
            <a:pPr lvl="1"/>
            <a:r>
              <a:rPr lang="da-DK" dirty="0"/>
              <a:t>Independent and </a:t>
            </a:r>
            <a:r>
              <a:rPr lang="da-DK" dirty="0" err="1"/>
              <a:t>isolated</a:t>
            </a:r>
            <a:r>
              <a:rPr lang="da-DK" dirty="0"/>
              <a:t> from </a:t>
            </a:r>
            <a:r>
              <a:rPr lang="da-DK" dirty="0" err="1"/>
              <a:t>other</a:t>
            </a:r>
            <a:r>
              <a:rPr lang="da-DK" dirty="0"/>
              <a:t> tests</a:t>
            </a:r>
          </a:p>
          <a:p>
            <a:pPr lvl="1"/>
            <a:r>
              <a:rPr lang="da-DK" dirty="0" err="1"/>
              <a:t>Repeatable</a:t>
            </a:r>
            <a:endParaRPr lang="da-DK" dirty="0"/>
          </a:p>
          <a:p>
            <a:pPr lvl="1"/>
            <a:r>
              <a:rPr lang="da-DK" dirty="0"/>
              <a:t>Self-</a:t>
            </a:r>
            <a:r>
              <a:rPr lang="da-DK" dirty="0" err="1"/>
              <a:t>Validating</a:t>
            </a:r>
            <a:endParaRPr lang="da-DK" dirty="0"/>
          </a:p>
          <a:p>
            <a:pPr lvl="1"/>
            <a:r>
              <a:rPr lang="da-DK" dirty="0" err="1"/>
              <a:t>Thorough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464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D597-3817-74B1-DE98-08692CD4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45B1-6E76-B854-D5C9-C383CD73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Test </a:t>
            </a:r>
            <a:r>
              <a:rPr lang="da-DK" dirty="0" err="1"/>
              <a:t>vertical</a:t>
            </a:r>
            <a:r>
              <a:rPr lang="da-DK" dirty="0"/>
              <a:t> slice, i.e. a </a:t>
            </a:r>
            <a:r>
              <a:rPr lang="da-DK" dirty="0" err="1"/>
              <a:t>complete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through</a:t>
            </a:r>
            <a:r>
              <a:rPr lang="da-DK" dirty="0"/>
              <a:t> the system</a:t>
            </a:r>
          </a:p>
          <a:p>
            <a:pPr lvl="1"/>
            <a:r>
              <a:rPr lang="da-DK" dirty="0"/>
              <a:t>End to end </a:t>
            </a:r>
            <a:r>
              <a:rPr lang="da-DK" dirty="0" err="1"/>
              <a:t>testing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894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57AD-2B12-176B-2F87-C862AF2C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Where</a:t>
            </a:r>
            <a:endParaRPr lang="da-DK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B50CC8-5A68-666C-15E4-E1EDF8F4F228}"/>
              </a:ext>
            </a:extLst>
          </p:cNvPr>
          <p:cNvSpPr/>
          <p:nvPr/>
        </p:nvSpPr>
        <p:spPr>
          <a:xfrm>
            <a:off x="5597525" y="1492250"/>
            <a:ext cx="3790950" cy="1352550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Presentation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3B398B-8683-0FE5-5437-14BA113A3711}"/>
              </a:ext>
            </a:extLst>
          </p:cNvPr>
          <p:cNvSpPr/>
          <p:nvPr/>
        </p:nvSpPr>
        <p:spPr>
          <a:xfrm>
            <a:off x="5597525" y="3232151"/>
            <a:ext cx="3790950" cy="952501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Business </a:t>
            </a:r>
            <a:r>
              <a:rPr lang="da-DK" dirty="0" err="1"/>
              <a:t>logic</a:t>
            </a:r>
            <a:endParaRPr lang="da-DK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348D03-1671-EBD9-80DF-2C78A130E870}"/>
              </a:ext>
            </a:extLst>
          </p:cNvPr>
          <p:cNvSpPr/>
          <p:nvPr/>
        </p:nvSpPr>
        <p:spPr>
          <a:xfrm>
            <a:off x="5597525" y="4629150"/>
            <a:ext cx="3790950" cy="781050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Persistence</a:t>
            </a:r>
            <a:endParaRPr lang="da-DK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040BFF-A305-5B7E-4A14-1141D604D503}"/>
              </a:ext>
            </a:extLst>
          </p:cNvPr>
          <p:cNvSpPr/>
          <p:nvPr/>
        </p:nvSpPr>
        <p:spPr>
          <a:xfrm>
            <a:off x="5597525" y="3232151"/>
            <a:ext cx="3790950" cy="204441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&lt;&lt;interfaces&gt;&gt;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56232C-11E7-95CF-1936-D2EE0CA3E428}"/>
              </a:ext>
            </a:extLst>
          </p:cNvPr>
          <p:cNvSpPr/>
          <p:nvPr/>
        </p:nvSpPr>
        <p:spPr>
          <a:xfrm>
            <a:off x="5597525" y="4629150"/>
            <a:ext cx="3790950" cy="204441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&lt;&lt;interfaces&gt;&gt;</a:t>
            </a:r>
          </a:p>
        </p:txBody>
      </p:sp>
      <p:pic>
        <p:nvPicPr>
          <p:cNvPr id="2050" name="Picture 2" descr="Test - Free education icons">
            <a:extLst>
              <a:ext uri="{FF2B5EF4-FFF2-40B4-BE49-F238E27FC236}">
                <a16:creationId xmlns:a16="http://schemas.microsoft.com/office/drawing/2014/main" id="{A3377F30-ED90-BD85-504A-47B9C18C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9" y="1103746"/>
            <a:ext cx="1772717" cy="177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File - Free files and folders icons">
            <a:extLst>
              <a:ext uri="{FF2B5EF4-FFF2-40B4-BE49-F238E27FC236}">
                <a16:creationId xmlns:a16="http://schemas.microsoft.com/office/drawing/2014/main" id="{7987D72C-105C-656F-B593-17B991939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836" y="5486398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B9A3B5-386B-4678-F458-53BF0D81A255}"/>
              </a:ext>
            </a:extLst>
          </p:cNvPr>
          <p:cNvSpPr txBox="1"/>
          <p:nvPr/>
        </p:nvSpPr>
        <p:spPr>
          <a:xfrm>
            <a:off x="152400" y="4688641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200" dirty="0" err="1">
                <a:solidFill>
                  <a:schemeClr val="bg1"/>
                </a:solidFill>
              </a:rPr>
              <a:t>Subcutaneous</a:t>
            </a:r>
            <a:r>
              <a:rPr lang="da-DK" sz="3200" dirty="0">
                <a:solidFill>
                  <a:schemeClr val="bg1"/>
                </a:solidFill>
              </a:rPr>
              <a:t> </a:t>
            </a:r>
            <a:r>
              <a:rPr lang="da-DK" sz="3200" dirty="0" err="1">
                <a:solidFill>
                  <a:schemeClr val="bg1"/>
                </a:solidFill>
              </a:rPr>
              <a:t>testing</a:t>
            </a:r>
            <a:r>
              <a:rPr lang="da-DK" sz="3200" dirty="0">
                <a:solidFill>
                  <a:schemeClr val="bg1"/>
                </a:solidFill>
              </a:rPr>
              <a:t>: </a:t>
            </a:r>
          </a:p>
          <a:p>
            <a:r>
              <a:rPr lang="da-DK" sz="3200" dirty="0">
                <a:solidFill>
                  <a:schemeClr val="bg1"/>
                </a:solidFill>
              </a:rPr>
              <a:t>test just under the skin</a:t>
            </a:r>
          </a:p>
          <a:p>
            <a:r>
              <a:rPr lang="da-DK" dirty="0">
                <a:solidFill>
                  <a:schemeClr val="bg1"/>
                </a:solidFill>
              </a:rPr>
              <a:t> (https://martinfowler.com/bliki/SubcutaneousTest.html)</a:t>
            </a:r>
          </a:p>
        </p:txBody>
      </p:sp>
    </p:spTree>
    <p:extLst>
      <p:ext uri="{BB962C8B-B14F-4D97-AF65-F5344CB8AC3E}">
        <p14:creationId xmlns:p14="http://schemas.microsoft.com/office/powerpoint/2010/main" val="329522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3096-12B2-FE56-FB8E-7F4190AC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A364-72AC-6CC0-4393-5D7373D6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Where</a:t>
            </a:r>
            <a:endParaRPr lang="da-DK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B703CE-2FE3-9945-A46F-3121B4946557}"/>
              </a:ext>
            </a:extLst>
          </p:cNvPr>
          <p:cNvSpPr/>
          <p:nvPr/>
        </p:nvSpPr>
        <p:spPr>
          <a:xfrm>
            <a:off x="4200525" y="1492250"/>
            <a:ext cx="3790950" cy="1352550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/>
              <a:t>Presentation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550B64-5DC9-A327-09D2-712167150D69}"/>
              </a:ext>
            </a:extLst>
          </p:cNvPr>
          <p:cNvSpPr/>
          <p:nvPr/>
        </p:nvSpPr>
        <p:spPr>
          <a:xfrm>
            <a:off x="4200525" y="3442855"/>
            <a:ext cx="3790950" cy="741797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Business </a:t>
            </a:r>
            <a:r>
              <a:rPr lang="da-DK" dirty="0" err="1"/>
              <a:t>logic</a:t>
            </a:r>
            <a:endParaRPr lang="da-DK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4C9CB5-DB37-BB3C-60F6-AAEA6C671F38}"/>
              </a:ext>
            </a:extLst>
          </p:cNvPr>
          <p:cNvSpPr/>
          <p:nvPr/>
        </p:nvSpPr>
        <p:spPr>
          <a:xfrm>
            <a:off x="4200525" y="4849090"/>
            <a:ext cx="3790950" cy="561109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Persistence</a:t>
            </a:r>
            <a:endParaRPr lang="da-DK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FDEA0-26A1-5BE7-887F-D67EE0C92333}"/>
              </a:ext>
            </a:extLst>
          </p:cNvPr>
          <p:cNvSpPr/>
          <p:nvPr/>
        </p:nvSpPr>
        <p:spPr>
          <a:xfrm>
            <a:off x="4200525" y="3232151"/>
            <a:ext cx="3790950" cy="204441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&lt;&lt;interfaces&gt;&gt;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0579AA-57A5-D56C-FBBD-425892278B69}"/>
              </a:ext>
            </a:extLst>
          </p:cNvPr>
          <p:cNvSpPr/>
          <p:nvPr/>
        </p:nvSpPr>
        <p:spPr>
          <a:xfrm>
            <a:off x="4200525" y="4629150"/>
            <a:ext cx="3790950" cy="204441"/>
          </a:xfrm>
          <a:prstGeom prst="roundRect">
            <a:avLst>
              <a:gd name="adj" fmla="val 12442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&lt;&lt;interfaces&gt;&gt;</a:t>
            </a:r>
          </a:p>
        </p:txBody>
      </p:sp>
      <p:pic>
        <p:nvPicPr>
          <p:cNvPr id="2050" name="Picture 2" descr="Test - Free education icons">
            <a:extLst>
              <a:ext uri="{FF2B5EF4-FFF2-40B4-BE49-F238E27FC236}">
                <a16:creationId xmlns:a16="http://schemas.microsoft.com/office/drawing/2014/main" id="{28B6307D-A146-D9A4-8300-3FE9C8C9B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9" y="1103746"/>
            <a:ext cx="1772717" cy="177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49A7CA-7325-DDC9-88FA-604CDD08781F}"/>
              </a:ext>
            </a:extLst>
          </p:cNvPr>
          <p:cNvSpPr/>
          <p:nvPr/>
        </p:nvSpPr>
        <p:spPr>
          <a:xfrm>
            <a:off x="4200525" y="1878690"/>
            <a:ext cx="3790950" cy="342946"/>
          </a:xfrm>
          <a:prstGeom prst="roundRect">
            <a:avLst>
              <a:gd name="adj" fmla="val 124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dirty="0"/>
              <a:t>Controllers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9C471-11A7-4D26-1B66-CB666D247A95}"/>
              </a:ext>
            </a:extLst>
          </p:cNvPr>
          <p:cNvSpPr/>
          <p:nvPr/>
        </p:nvSpPr>
        <p:spPr>
          <a:xfrm>
            <a:off x="4200525" y="2254781"/>
            <a:ext cx="3790950" cy="342946"/>
          </a:xfrm>
          <a:prstGeom prst="roundRect">
            <a:avLst>
              <a:gd name="adj" fmla="val 124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a-DK" dirty="0"/>
              <a:t>View Models</a:t>
            </a:r>
          </a:p>
        </p:txBody>
      </p:sp>
      <p:pic>
        <p:nvPicPr>
          <p:cNvPr id="3074" name="Picture 2" descr="File - Free files and folders icons">
            <a:extLst>
              <a:ext uri="{FF2B5EF4-FFF2-40B4-BE49-F238E27FC236}">
                <a16:creationId xmlns:a16="http://schemas.microsoft.com/office/drawing/2014/main" id="{5C540DD1-03DB-5230-D4BA-5BD50663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836" y="5486398"/>
            <a:ext cx="1302327" cy="1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58500D-A380-988B-3C0E-7D6A66023824}"/>
              </a:ext>
            </a:extLst>
          </p:cNvPr>
          <p:cNvSpPr txBox="1"/>
          <p:nvPr/>
        </p:nvSpPr>
        <p:spPr>
          <a:xfrm>
            <a:off x="8589818" y="1793116"/>
            <a:ext cx="29915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Our</a:t>
            </a:r>
            <a:r>
              <a:rPr lang="da-DK" dirty="0">
                <a:solidFill>
                  <a:schemeClr val="bg1"/>
                </a:solidFill>
              </a:rPr>
              <a:t> controllers do </a:t>
            </a:r>
            <a:r>
              <a:rPr lang="da-DK" dirty="0" err="1">
                <a:solidFill>
                  <a:schemeClr val="bg1"/>
                </a:solidFill>
              </a:rPr>
              <a:t>very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little</a:t>
            </a:r>
            <a:r>
              <a:rPr lang="da-DK" dirty="0">
                <a:solidFill>
                  <a:schemeClr val="bg1"/>
                </a:solidFill>
              </a:rPr>
              <a:t>.</a:t>
            </a:r>
          </a:p>
          <a:p>
            <a:r>
              <a:rPr lang="da-DK" dirty="0">
                <a:solidFill>
                  <a:schemeClr val="bg1"/>
                </a:solidFill>
              </a:rPr>
              <a:t>Binds to the VM.</a:t>
            </a:r>
          </a:p>
          <a:p>
            <a:r>
              <a:rPr lang="da-DK" dirty="0">
                <a:solidFill>
                  <a:schemeClr val="bg1"/>
                </a:solidFill>
              </a:rPr>
              <a:t>Forward </a:t>
            </a:r>
            <a:r>
              <a:rPr lang="da-DK" dirty="0" err="1">
                <a:solidFill>
                  <a:schemeClr val="bg1"/>
                </a:solidFill>
              </a:rPr>
              <a:t>calls</a:t>
            </a:r>
            <a:r>
              <a:rPr lang="da-DK" dirty="0">
                <a:solidFill>
                  <a:schemeClr val="bg1"/>
                </a:solidFill>
              </a:rPr>
              <a:t> to the VM.</a:t>
            </a:r>
          </a:p>
          <a:p>
            <a:r>
              <a:rPr lang="da-DK" dirty="0" err="1">
                <a:solidFill>
                  <a:schemeClr val="accent2"/>
                </a:solidFill>
              </a:rPr>
              <a:t>Act</a:t>
            </a:r>
            <a:r>
              <a:rPr lang="da-DK" dirty="0">
                <a:solidFill>
                  <a:schemeClr val="bg1"/>
                </a:solidFill>
              </a:rPr>
              <a:t> on the VM.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0FD13C-C417-97A4-16AE-1785C2EFFBEE}"/>
              </a:ext>
            </a:extLst>
          </p:cNvPr>
          <p:cNvCxnSpPr/>
          <p:nvPr/>
        </p:nvCxnSpPr>
        <p:spPr>
          <a:xfrm>
            <a:off x="2119745" y="2356982"/>
            <a:ext cx="197427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AB4D49-D8A6-2FD3-0BCF-0933B72AD78F}"/>
              </a:ext>
            </a:extLst>
          </p:cNvPr>
          <p:cNvCxnSpPr>
            <a:cxnSpLocks/>
          </p:cNvCxnSpPr>
          <p:nvPr/>
        </p:nvCxnSpPr>
        <p:spPr>
          <a:xfrm>
            <a:off x="4523508" y="2592508"/>
            <a:ext cx="1" cy="6286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D25869-A5C4-1BF3-5078-92BD3500F981}"/>
              </a:ext>
            </a:extLst>
          </p:cNvPr>
          <p:cNvCxnSpPr>
            <a:cxnSpLocks/>
          </p:cNvCxnSpPr>
          <p:nvPr/>
        </p:nvCxnSpPr>
        <p:spPr>
          <a:xfrm>
            <a:off x="4523508" y="4184652"/>
            <a:ext cx="0" cy="4358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31DFB9-09B8-D849-A3EE-DA377634AEEE}"/>
              </a:ext>
            </a:extLst>
          </p:cNvPr>
          <p:cNvCxnSpPr>
            <a:cxnSpLocks/>
          </p:cNvCxnSpPr>
          <p:nvPr/>
        </p:nvCxnSpPr>
        <p:spPr>
          <a:xfrm>
            <a:off x="4738253" y="5410199"/>
            <a:ext cx="706583" cy="4358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1BE1530A-3EAF-AC05-E8E3-366BB73DB3E0}"/>
              </a:ext>
            </a:extLst>
          </p:cNvPr>
          <p:cNvSpPr/>
          <p:nvPr/>
        </p:nvSpPr>
        <p:spPr>
          <a:xfrm rot="10800000">
            <a:off x="1521400" y="-200891"/>
            <a:ext cx="7019925" cy="6366164"/>
          </a:xfrm>
          <a:prstGeom prst="arc">
            <a:avLst/>
          </a:prstGeom>
          <a:ln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3ABE05-0D55-5399-5817-80A103AB4C09}"/>
              </a:ext>
            </a:extLst>
          </p:cNvPr>
          <p:cNvCxnSpPr/>
          <p:nvPr/>
        </p:nvCxnSpPr>
        <p:spPr>
          <a:xfrm>
            <a:off x="2119745" y="2523236"/>
            <a:ext cx="1974273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CB876F-2A3C-B651-6760-00F4EDEAE01F}"/>
              </a:ext>
            </a:extLst>
          </p:cNvPr>
          <p:cNvSpPr txBox="1"/>
          <p:nvPr/>
        </p:nvSpPr>
        <p:spPr>
          <a:xfrm>
            <a:off x="2763982" y="1979598"/>
            <a:ext cx="58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2"/>
                </a:solidFill>
              </a:rPr>
              <a:t>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5C28C2-CBED-CBFC-8701-49359A3C64A9}"/>
              </a:ext>
            </a:extLst>
          </p:cNvPr>
          <p:cNvSpPr txBox="1"/>
          <p:nvPr/>
        </p:nvSpPr>
        <p:spPr>
          <a:xfrm>
            <a:off x="2763982" y="2613908"/>
            <a:ext cx="95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ASSERT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96CF23-9354-E023-768D-20273AF6D70A}"/>
              </a:ext>
            </a:extLst>
          </p:cNvPr>
          <p:cNvSpPr txBox="1"/>
          <p:nvPr/>
        </p:nvSpPr>
        <p:spPr>
          <a:xfrm rot="2201414">
            <a:off x="2271056" y="4944978"/>
            <a:ext cx="954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ASSERT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FC9067-01EB-808F-6C9F-4E6DC0B933BC}"/>
              </a:ext>
            </a:extLst>
          </p:cNvPr>
          <p:cNvSpPr txBox="1"/>
          <p:nvPr/>
        </p:nvSpPr>
        <p:spPr>
          <a:xfrm>
            <a:off x="8589818" y="3595022"/>
            <a:ext cx="33203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Assert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against</a:t>
            </a:r>
            <a:r>
              <a:rPr lang="da-DK" dirty="0">
                <a:solidFill>
                  <a:schemeClr val="bg1"/>
                </a:solidFill>
              </a:rPr>
              <a:t> properties in VM.</a:t>
            </a:r>
          </a:p>
          <a:p>
            <a:r>
              <a:rPr lang="da-DK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Assert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against</a:t>
            </a:r>
            <a:r>
              <a:rPr lang="da-DK" dirty="0">
                <a:solidFill>
                  <a:schemeClr val="bg1"/>
                </a:solidFill>
              </a:rPr>
              <a:t> data in the file </a:t>
            </a:r>
          </a:p>
          <a:p>
            <a:r>
              <a:rPr lang="da-DK" dirty="0">
                <a:solidFill>
                  <a:schemeClr val="bg1"/>
                </a:solidFill>
              </a:rPr>
              <a:t>	(</a:t>
            </a:r>
            <a:r>
              <a:rPr lang="da-DK" dirty="0" err="1">
                <a:solidFill>
                  <a:schemeClr val="bg1"/>
                </a:solidFill>
              </a:rPr>
              <a:t>use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UoW</a:t>
            </a:r>
            <a:r>
              <a:rPr lang="da-DK" dirty="0">
                <a:solidFill>
                  <a:schemeClr val="bg1"/>
                </a:solidFill>
              </a:rPr>
              <a:t> or DAO)</a:t>
            </a:r>
          </a:p>
        </p:txBody>
      </p:sp>
    </p:spTree>
    <p:extLst>
      <p:ext uri="{BB962C8B-B14F-4D97-AF65-F5344CB8AC3E}">
        <p14:creationId xmlns:p14="http://schemas.microsoft.com/office/powerpoint/2010/main" val="1165374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 animBg="1"/>
      <p:bldP spid="23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8366-2E9D-E745-BE27-33BE3D29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Unit 6.0.0 Ships with Java 17 Baseline, Cancellation API, and Kotlin  suspend Support - InfoQ">
            <a:extLst>
              <a:ext uri="{FF2B5EF4-FFF2-40B4-BE49-F238E27FC236}">
                <a16:creationId xmlns:a16="http://schemas.microsoft.com/office/drawing/2014/main" id="{48884222-66B5-A64E-703B-C640E38B0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7" t="9492" b="20794"/>
          <a:stretch>
            <a:fillRect/>
          </a:stretch>
        </p:blipFill>
        <p:spPr bwMode="auto">
          <a:xfrm>
            <a:off x="-1" y="2263141"/>
            <a:ext cx="12207823" cy="489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JUnit 6.0.0 Ships with Java 17 Baseline, Cancellation API, and Kotlin  suspend Support - InfoQ">
            <a:extLst>
              <a:ext uri="{FF2B5EF4-FFF2-40B4-BE49-F238E27FC236}">
                <a16:creationId xmlns:a16="http://schemas.microsoft.com/office/drawing/2014/main" id="{9AB443D5-DBC6-4F9F-233C-BE8295FF77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7" t="-1" b="88599"/>
          <a:stretch>
            <a:fillRect/>
          </a:stretch>
        </p:blipFill>
        <p:spPr bwMode="auto">
          <a:xfrm>
            <a:off x="0" y="632460"/>
            <a:ext cx="12207823" cy="163068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6">
                  <a:satMod val="110000"/>
                  <a:lumMod val="100000"/>
                  <a:shade val="100000"/>
                  <a:alpha val="2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  <a:alpha val="25000"/>
                </a:schemeClr>
              </a:gs>
            </a:gsLst>
            <a:lin ang="16200000" scaled="1"/>
            <a:tileRect/>
          </a:gra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C23DD6-E5E3-A2EA-7D2D-0C7972DF7F67}"/>
              </a:ext>
            </a:extLst>
          </p:cNvPr>
          <p:cNvSpPr/>
          <p:nvPr/>
        </p:nvSpPr>
        <p:spPr>
          <a:xfrm>
            <a:off x="-358140" y="487680"/>
            <a:ext cx="12809220" cy="2794000"/>
          </a:xfrm>
          <a:prstGeom prst="rect">
            <a:avLst/>
          </a:prstGeom>
          <a:gradFill>
            <a:gsLst>
              <a:gs pos="85000">
                <a:schemeClr val="tx1">
                  <a:lumMod val="85000"/>
                  <a:lumOff val="15000"/>
                </a:schemeClr>
              </a:gs>
              <a:gs pos="12000">
                <a:schemeClr val="tx1">
                  <a:lumMod val="85000"/>
                  <a:lumOff val="15000"/>
                  <a:alpha val="0"/>
                </a:schemeClr>
              </a:gs>
              <a:gs pos="54000">
                <a:schemeClr val="tx1">
                  <a:lumMod val="85000"/>
                  <a:lumOff val="15000"/>
                  <a:alpha val="76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671FA4-1C2B-820D-BD7A-0F5592C2B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87759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F261-FF7A-2D67-93E5-356173CB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</a:t>
            </a:r>
            <a:r>
              <a:rPr lang="da-DK" dirty="0" err="1"/>
              <a:t>setup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5BD8A-0593-5B59-C59C-C13CC8069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a-DK" b="1" dirty="0" err="1"/>
              <a:t>Several</a:t>
            </a:r>
            <a:r>
              <a:rPr lang="da-DK" b="1" dirty="0"/>
              <a:t> options: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New test </a:t>
            </a:r>
            <a:r>
              <a:rPr lang="da-DK" dirty="0" err="1"/>
              <a:t>sources</a:t>
            </a:r>
            <a:r>
              <a:rPr lang="da-DK" dirty="0"/>
              <a:t> folder</a:t>
            </a:r>
          </a:p>
          <a:p>
            <a:pPr lvl="1"/>
            <a:r>
              <a:rPr lang="da-DK" dirty="0"/>
              <a:t>Keep tests </a:t>
            </a:r>
            <a:r>
              <a:rPr lang="da-DK" dirty="0" err="1"/>
              <a:t>separated</a:t>
            </a:r>
            <a:endParaRPr lang="da-DK" dirty="0"/>
          </a:p>
          <a:p>
            <a:pPr lvl="1"/>
            <a:r>
              <a:rPr lang="da-DK" dirty="0"/>
              <a:t>If a feature breaks -&gt; run tests from multiple </a:t>
            </a:r>
            <a:r>
              <a:rPr lang="da-DK" dirty="0" err="1"/>
              <a:t>places</a:t>
            </a:r>
            <a:br>
              <a:rPr lang="da-DK" dirty="0"/>
            </a:br>
            <a:endParaRPr lang="da-DK" dirty="0"/>
          </a:p>
          <a:p>
            <a:pPr lvl="1"/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Separate </a:t>
            </a:r>
            <a:r>
              <a:rPr lang="da-DK" dirty="0" err="1"/>
              <a:t>package</a:t>
            </a:r>
            <a:r>
              <a:rPr lang="da-DK" dirty="0"/>
              <a:t> under </a:t>
            </a:r>
            <a:r>
              <a:rPr lang="da-DK" dirty="0" err="1"/>
              <a:t>current</a:t>
            </a:r>
            <a:r>
              <a:rPr lang="da-DK" dirty="0"/>
              <a:t> test folder</a:t>
            </a:r>
          </a:p>
          <a:p>
            <a:pPr lvl="1"/>
            <a:r>
              <a:rPr lang="da-DK" dirty="0"/>
              <a:t>Keep tests </a:t>
            </a:r>
            <a:r>
              <a:rPr lang="da-DK" dirty="0" err="1"/>
              <a:t>separated</a:t>
            </a:r>
            <a:endParaRPr lang="da-DK" dirty="0"/>
          </a:p>
          <a:p>
            <a:pPr lvl="1"/>
            <a:r>
              <a:rPr lang="da-DK" dirty="0"/>
              <a:t>If a feature breaks -&gt; run tests from multiple </a:t>
            </a:r>
            <a:r>
              <a:rPr lang="da-DK" dirty="0" err="1"/>
              <a:t>places</a:t>
            </a:r>
            <a:br>
              <a:rPr lang="da-DK" dirty="0"/>
            </a:br>
            <a:br>
              <a:rPr lang="da-DK" dirty="0"/>
            </a:b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Put test </a:t>
            </a:r>
            <a:r>
              <a:rPr lang="da-DK" dirty="0" err="1"/>
              <a:t>classes</a:t>
            </a:r>
            <a:r>
              <a:rPr lang="da-DK" dirty="0"/>
              <a:t> </a:t>
            </a:r>
            <a:r>
              <a:rPr lang="da-DK" dirty="0" err="1"/>
              <a:t>together</a:t>
            </a:r>
            <a:r>
              <a:rPr lang="da-DK" dirty="0"/>
              <a:t> with </a:t>
            </a:r>
            <a:r>
              <a:rPr lang="da-DK" dirty="0" err="1"/>
              <a:t>existing</a:t>
            </a:r>
            <a:endParaRPr lang="da-DK" dirty="0"/>
          </a:p>
          <a:p>
            <a:pPr lvl="1"/>
            <a:r>
              <a:rPr lang="da-DK" dirty="0"/>
              <a:t>Keep tests </a:t>
            </a:r>
            <a:r>
              <a:rPr lang="da-DK" dirty="0" err="1"/>
              <a:t>together</a:t>
            </a:r>
            <a:r>
              <a:rPr lang="da-DK" dirty="0"/>
              <a:t>, </a:t>
            </a:r>
            <a:r>
              <a:rPr lang="da-DK" dirty="0" err="1"/>
              <a:t>probably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run </a:t>
            </a:r>
            <a:r>
              <a:rPr lang="da-DK" dirty="0" err="1"/>
              <a:t>them</a:t>
            </a:r>
            <a:r>
              <a:rPr lang="da-DK" dirty="0"/>
              <a:t> </a:t>
            </a:r>
            <a:r>
              <a:rPr lang="da-DK" dirty="0" err="1"/>
              <a:t>together</a:t>
            </a:r>
            <a:r>
              <a:rPr lang="da-DK" dirty="0"/>
              <a:t> </a:t>
            </a:r>
            <a:r>
              <a:rPr lang="da-DK" dirty="0" err="1"/>
              <a:t>anyway</a:t>
            </a:r>
            <a:endParaRPr lang="da-DK" dirty="0"/>
          </a:p>
          <a:p>
            <a:pPr lvl="1"/>
            <a:r>
              <a:rPr lang="da-DK" dirty="0"/>
              <a:t>Integration tests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slower</a:t>
            </a:r>
            <a:r>
              <a:rPr lang="da-DK" dirty="0"/>
              <a:t>, so not a big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62C41-015E-A1BF-3DCA-8E64776D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404" y="1649995"/>
            <a:ext cx="2581635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BDAC6D-A8F1-B3BC-E310-974CCAA1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404" y="3491951"/>
            <a:ext cx="2746406" cy="151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1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40BD-5913-8267-91BB-95488D55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Test </a:t>
            </a:r>
            <a:r>
              <a:rPr lang="da-DK" dirty="0" err="1"/>
              <a:t>setup</a:t>
            </a:r>
            <a:r>
              <a:rPr lang="da-DK" dirty="0"/>
              <a:t> - JFX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081D-742D-797B-5371-627BFC71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JFX properties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managed</a:t>
            </a:r>
            <a:r>
              <a:rPr lang="da-DK" dirty="0"/>
              <a:t> by the JFX </a:t>
            </a:r>
            <a:r>
              <a:rPr lang="da-DK" dirty="0" err="1"/>
              <a:t>thread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have to </a:t>
            </a:r>
            <a:r>
              <a:rPr lang="da-DK" dirty="0" err="1"/>
              <a:t>simulate</a:t>
            </a:r>
            <a:r>
              <a:rPr lang="da-DK" dirty="0"/>
              <a:t> </a:t>
            </a:r>
            <a:r>
              <a:rPr lang="da-DK" dirty="0" err="1"/>
              <a:t>that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3AC4F-641E-4709-F7E5-3456288D1DBF}"/>
              </a:ext>
            </a:extLst>
          </p:cNvPr>
          <p:cNvSpPr txBox="1"/>
          <p:nvPr/>
        </p:nvSpPr>
        <p:spPr>
          <a:xfrm>
            <a:off x="3047452" y="2459620"/>
            <a:ext cx="60949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AddExplorerIntegrationTests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...</a:t>
            </a:r>
            <a:b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154465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5ECF-24B8-EDA7-37B3-97402FC83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Independent tests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3ECC49A-7E2F-DBE5-8815-29303A36E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8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F358-B80C-81D1-2F64-AF6CD576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Independent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F58D-7826-0CF4-73AB-72225EAA6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Each</a:t>
            </a:r>
            <a:r>
              <a:rPr lang="da-DK" dirty="0"/>
              <a:t> test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the file system</a:t>
            </a:r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cannot</a:t>
            </a:r>
            <a:r>
              <a:rPr lang="da-DK" dirty="0"/>
              <a:t> let the tests </a:t>
            </a:r>
            <a:r>
              <a:rPr lang="da-DK" dirty="0" err="1"/>
              <a:t>share</a:t>
            </a:r>
            <a:r>
              <a:rPr lang="da-DK" dirty="0"/>
              <a:t> files -&gt; </a:t>
            </a:r>
            <a:r>
              <a:rPr lang="da-DK" dirty="0" err="1"/>
              <a:t>concurrency</a:t>
            </a:r>
            <a:r>
              <a:rPr lang="da-DK" dirty="0"/>
              <a:t> issues</a:t>
            </a:r>
          </a:p>
          <a:p>
            <a:endParaRPr lang="da-DK" dirty="0"/>
          </a:p>
          <a:p>
            <a:r>
              <a:rPr lang="da-DK" dirty="0" err="1"/>
              <a:t>What</a:t>
            </a:r>
            <a:r>
              <a:rPr lang="da-DK" dirty="0"/>
              <a:t> do?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3A918-C8E8-2BBC-DB8D-555296C9C7F8}"/>
              </a:ext>
            </a:extLst>
          </p:cNvPr>
          <p:cNvSpPr txBox="1"/>
          <p:nvPr/>
        </p:nvSpPr>
        <p:spPr>
          <a:xfrm>
            <a:off x="2340821" y="3676088"/>
            <a:ext cx="751035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32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32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32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32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3200" dirty="0" err="1">
                <a:solidFill>
                  <a:srgbClr val="BDBDBD"/>
                </a:solidFill>
                <a:effectLst/>
                <a:latin typeface="JetBrains Mono"/>
              </a:rPr>
              <a:t>directoryPath</a:t>
            </a: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) </a:t>
            </a:r>
          </a:p>
          <a:p>
            <a:pPr>
              <a:buNone/>
            </a:pP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3200" dirty="0" err="1">
                <a:solidFill>
                  <a:srgbClr val="6C95EB"/>
                </a:solidFill>
                <a:effectLst/>
                <a:latin typeface="JetBrains Mono"/>
              </a:rPr>
              <a:t>this</a:t>
            </a:r>
            <a:r>
              <a:rPr lang="da-DK" sz="32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3200" dirty="0" err="1">
                <a:solidFill>
                  <a:srgbClr val="66C3CC"/>
                </a:solidFill>
                <a:effectLst/>
                <a:latin typeface="JetBrains Mono"/>
              </a:rPr>
              <a:t>directoryPath</a:t>
            </a:r>
            <a:r>
              <a:rPr lang="da-DK" sz="32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3200" dirty="0" err="1">
                <a:solidFill>
                  <a:srgbClr val="BDBDBD"/>
                </a:solidFill>
                <a:effectLst/>
                <a:latin typeface="JetBrains Mono"/>
              </a:rPr>
              <a:t>directoryPath</a:t>
            </a: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32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32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10816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F813-FCB9-44B5-0B2B-F77AC7EC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Setting</a:t>
            </a:r>
            <a:r>
              <a:rPr lang="da-DK" dirty="0"/>
              <a:t> up test </a:t>
            </a:r>
            <a:r>
              <a:rPr lang="da-DK" dirty="0" err="1"/>
              <a:t>storage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1B06-EE72-DCDA-8F2C-E36CE32C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must </a:t>
            </a:r>
            <a:r>
              <a:rPr lang="da-DK" dirty="0" err="1"/>
              <a:t>make</a:t>
            </a:r>
            <a:r>
              <a:rPr lang="da-DK" dirty="0"/>
              <a:t> the </a:t>
            </a:r>
            <a:r>
              <a:rPr lang="da-DK" dirty="0" err="1"/>
              <a:t>storage</a:t>
            </a:r>
            <a:r>
              <a:rPr lang="da-DK" dirty="0"/>
              <a:t> </a:t>
            </a:r>
            <a:r>
              <a:rPr lang="da-DK" dirty="0" err="1"/>
              <a:t>unique</a:t>
            </a:r>
            <a:r>
              <a:rPr lang="da-DK" dirty="0"/>
              <a:t> per tests</a:t>
            </a:r>
          </a:p>
          <a:p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means</a:t>
            </a:r>
            <a:r>
              <a:rPr lang="da-DK" dirty="0"/>
              <a:t> a </a:t>
            </a:r>
            <a:r>
              <a:rPr lang="da-DK" dirty="0" err="1"/>
              <a:t>specific</a:t>
            </a:r>
            <a:r>
              <a:rPr lang="da-DK" dirty="0"/>
              <a:t> test folder for </a:t>
            </a:r>
            <a:r>
              <a:rPr lang="da-DK" dirty="0" err="1"/>
              <a:t>each</a:t>
            </a:r>
            <a:r>
              <a:rPr lang="da-DK" dirty="0"/>
              <a:t> test</a:t>
            </a:r>
          </a:p>
          <a:p>
            <a:r>
              <a:rPr lang="da-DK" dirty="0"/>
              <a:t>Or</a:t>
            </a:r>
          </a:p>
          <a:p>
            <a:r>
              <a:rPr lang="da-DK" dirty="0"/>
              <a:t>A </a:t>
            </a:r>
            <a:r>
              <a:rPr lang="da-DK" dirty="0" err="1"/>
              <a:t>schema</a:t>
            </a:r>
            <a:r>
              <a:rPr lang="da-DK" dirty="0"/>
              <a:t> in the database for </a:t>
            </a:r>
            <a:r>
              <a:rPr lang="da-DK" dirty="0" err="1"/>
              <a:t>each</a:t>
            </a:r>
            <a:r>
              <a:rPr lang="da-DK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93293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BFC4-8D93-C675-E3BF-384F6A13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Unique test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FDA6D-C3CD-C2A8-B5A6-A924EC676912}"/>
              </a:ext>
            </a:extLst>
          </p:cNvPr>
          <p:cNvSpPr txBox="1"/>
          <p:nvPr/>
        </p:nvSpPr>
        <p:spPr>
          <a:xfrm>
            <a:off x="3048549" y="1053250"/>
            <a:ext cx="60949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private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B81D2-3964-CB52-55CF-B94F1E58B1D9}"/>
              </a:ext>
            </a:extLst>
          </p:cNvPr>
          <p:cNvSpPr txBox="1"/>
          <p:nvPr/>
        </p:nvSpPr>
        <p:spPr>
          <a:xfrm rot="20601883">
            <a:off x="8874507" y="2633118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Unique </a:t>
            </a:r>
            <a:r>
              <a:rPr lang="da-DK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string</a:t>
            </a:r>
            <a:endParaRPr lang="da-DK" dirty="0">
              <a:solidFill>
                <a:schemeClr val="accent1">
                  <a:lumMod val="60000"/>
                  <a:lumOff val="40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6162-4F6F-C7BD-EE70-DD2A86A12888}"/>
              </a:ext>
            </a:extLst>
          </p:cNvPr>
          <p:cNvSpPr txBox="1"/>
          <p:nvPr/>
        </p:nvSpPr>
        <p:spPr>
          <a:xfrm rot="20823312">
            <a:off x="8516253" y="1841195"/>
            <a:ext cx="6094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test-5769c75e-7f4a-403c-a868-ada5557daace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8E1A4F-A132-3E45-1AC5-83A9B4ABA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601" y="4036098"/>
            <a:ext cx="5980411" cy="280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2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E17F-50C7-6741-FE6B-9579A1C1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7B92-28B9-3584-C9C9-9BE73868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Unique test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05B3E-81E8-C214-407A-2590DECDF80A}"/>
              </a:ext>
            </a:extLst>
          </p:cNvPr>
          <p:cNvSpPr txBox="1"/>
          <p:nvPr/>
        </p:nvSpPr>
        <p:spPr>
          <a:xfrm>
            <a:off x="3048549" y="1053250"/>
            <a:ext cx="60949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private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962D5-4B7A-1CC7-B9A1-3F9A50E6549D}"/>
              </a:ext>
            </a:extLst>
          </p:cNvPr>
          <p:cNvSpPr txBox="1"/>
          <p:nvPr/>
        </p:nvSpPr>
        <p:spPr>
          <a:xfrm>
            <a:off x="2710619" y="4552045"/>
            <a:ext cx="677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not </a:t>
            </a:r>
            <a:r>
              <a:rPr lang="da-DK" sz="3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drown</a:t>
            </a:r>
            <a:r>
              <a:rPr lang="da-DK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new folders?</a:t>
            </a:r>
          </a:p>
        </p:txBody>
      </p:sp>
    </p:spTree>
    <p:extLst>
      <p:ext uri="{BB962C8B-B14F-4D97-AF65-F5344CB8AC3E}">
        <p14:creationId xmlns:p14="http://schemas.microsoft.com/office/powerpoint/2010/main" val="103903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C546-AD2C-F842-C01A-D3E2539D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FF74-6437-F808-1B54-45EA62EF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Unique test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E3C11-78E6-C67A-1FDD-8ADBD8925C34}"/>
              </a:ext>
            </a:extLst>
          </p:cNvPr>
          <p:cNvSpPr txBox="1"/>
          <p:nvPr/>
        </p:nvSpPr>
        <p:spPr>
          <a:xfrm>
            <a:off x="3048549" y="1053250"/>
            <a:ext cx="60949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private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24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24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EE3A3-2784-EE4B-ED4E-7BA13255C914}"/>
              </a:ext>
            </a:extLst>
          </p:cNvPr>
          <p:cNvSpPr txBox="1"/>
          <p:nvPr/>
        </p:nvSpPr>
        <p:spPr>
          <a:xfrm>
            <a:off x="3047452" y="3914861"/>
            <a:ext cx="60949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en-US" sz="24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public void </a:t>
            </a:r>
            <a:r>
              <a:rPr lang="en-US" sz="2400" dirty="0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  <a:t>// get the folder</a:t>
            </a:r>
            <a:b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  <a:t>    // delete all files in the folder</a:t>
            </a:r>
            <a:b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  <a:t>    // delete the folder itself</a:t>
            </a:r>
            <a:br>
              <a:rPr lang="en-US" sz="24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en-US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05382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6B7E-55C8-7CD1-9866-D59BB718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 the data 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CACA6-CCF1-360D-8547-68D12B929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Keep a ddl file with </a:t>
            </a:r>
            <a:r>
              <a:rPr lang="da-DK" dirty="0" err="1"/>
              <a:t>your</a:t>
            </a:r>
            <a:r>
              <a:rPr lang="da-DK" dirty="0"/>
              <a:t> script to </a:t>
            </a:r>
            <a:r>
              <a:rPr lang="da-DK" dirty="0" err="1"/>
              <a:t>create</a:t>
            </a:r>
            <a:r>
              <a:rPr lang="da-DK" dirty="0"/>
              <a:t> the database </a:t>
            </a:r>
            <a:r>
              <a:rPr lang="da-DK" dirty="0" err="1"/>
              <a:t>tables</a:t>
            </a:r>
            <a:endParaRPr lang="da-DK" dirty="0"/>
          </a:p>
          <a:p>
            <a:r>
              <a:rPr lang="da-DK" dirty="0" err="1"/>
              <a:t>Generate</a:t>
            </a:r>
            <a:r>
              <a:rPr lang="da-DK" dirty="0"/>
              <a:t> a </a:t>
            </a:r>
            <a:r>
              <a:rPr lang="da-DK" dirty="0" err="1"/>
              <a:t>random</a:t>
            </a:r>
            <a:r>
              <a:rPr lang="da-DK" dirty="0"/>
              <a:t> </a:t>
            </a:r>
            <a:r>
              <a:rPr lang="da-DK" dirty="0" err="1"/>
              <a:t>schema</a:t>
            </a:r>
            <a:r>
              <a:rPr lang="da-DK" dirty="0"/>
              <a:t> </a:t>
            </a:r>
            <a:r>
              <a:rPr lang="da-DK" dirty="0" err="1"/>
              <a:t>name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</a:t>
            </a:r>
            <a:r>
              <a:rPr lang="da-DK" dirty="0" err="1"/>
              <a:t>db</a:t>
            </a:r>
            <a:r>
              <a:rPr lang="da-DK" dirty="0"/>
              <a:t> </a:t>
            </a:r>
            <a:r>
              <a:rPr lang="da-DK" dirty="0" err="1"/>
              <a:t>connection</a:t>
            </a:r>
            <a:r>
              <a:rPr lang="da-DK" dirty="0"/>
              <a:t> with </a:t>
            </a:r>
            <a:r>
              <a:rPr lang="da-DK" dirty="0" err="1"/>
              <a:t>jdbc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the </a:t>
            </a:r>
            <a:r>
              <a:rPr lang="da-DK" dirty="0" err="1"/>
              <a:t>schema</a:t>
            </a:r>
            <a:endParaRPr lang="da-DK" dirty="0"/>
          </a:p>
          <a:p>
            <a:r>
              <a:rPr lang="da-DK" dirty="0" err="1"/>
              <a:t>Execute</a:t>
            </a:r>
            <a:r>
              <a:rPr lang="da-DK" dirty="0"/>
              <a:t> the ddl </a:t>
            </a:r>
            <a:r>
              <a:rPr lang="da-DK" dirty="0" err="1"/>
              <a:t>against</a:t>
            </a:r>
            <a:r>
              <a:rPr lang="da-DK" dirty="0"/>
              <a:t> the </a:t>
            </a:r>
            <a:r>
              <a:rPr lang="da-DK" dirty="0" err="1"/>
              <a:t>schema</a:t>
            </a:r>
            <a:endParaRPr lang="da-DK" dirty="0"/>
          </a:p>
          <a:p>
            <a:endParaRPr lang="da-DK" dirty="0"/>
          </a:p>
          <a:p>
            <a:r>
              <a:rPr lang="da-DK" dirty="0"/>
              <a:t>Clean up?</a:t>
            </a:r>
          </a:p>
          <a:p>
            <a:r>
              <a:rPr lang="da-DK" dirty="0"/>
              <a:t>Just delete </a:t>
            </a:r>
            <a:r>
              <a:rPr lang="da-DK" dirty="0" err="1"/>
              <a:t>cascade</a:t>
            </a:r>
            <a:r>
              <a:rPr lang="da-DK" dirty="0"/>
              <a:t> the </a:t>
            </a:r>
            <a:r>
              <a:rPr lang="da-DK" dirty="0" err="1"/>
              <a:t>schema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D05CB-EEB6-D0ED-3495-79EDB435563F}"/>
              </a:ext>
            </a:extLst>
          </p:cNvPr>
          <p:cNvSpPr txBox="1"/>
          <p:nvPr/>
        </p:nvSpPr>
        <p:spPr>
          <a:xfrm>
            <a:off x="6324600" y="482667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olidFill>
                  <a:schemeClr val="accent2"/>
                </a:solidFill>
              </a:rPr>
              <a:t>-- </a:t>
            </a:r>
            <a:r>
              <a:rPr lang="da-DK" dirty="0" err="1">
                <a:solidFill>
                  <a:schemeClr val="accent2"/>
                </a:solidFill>
              </a:rPr>
              <a:t>Generated</a:t>
            </a:r>
            <a:r>
              <a:rPr lang="da-DK" dirty="0">
                <a:solidFill>
                  <a:schemeClr val="accent2"/>
                </a:solidFill>
              </a:rPr>
              <a:t> in @BeforeEach</a:t>
            </a:r>
          </a:p>
          <a:p>
            <a:r>
              <a:rPr lang="da-DK" dirty="0">
                <a:solidFill>
                  <a:schemeClr val="accent2"/>
                </a:solidFill>
              </a:rPr>
              <a:t>CREATE SCHEMA "test_8f2b_44a1";</a:t>
            </a:r>
          </a:p>
          <a:p>
            <a:r>
              <a:rPr lang="da-DK" dirty="0">
                <a:solidFill>
                  <a:schemeClr val="accent2"/>
                </a:solidFill>
              </a:rPr>
              <a:t>SET </a:t>
            </a:r>
            <a:r>
              <a:rPr lang="da-DK" dirty="0" err="1">
                <a:solidFill>
                  <a:schemeClr val="accent2"/>
                </a:solidFill>
              </a:rPr>
              <a:t>search_path</a:t>
            </a:r>
            <a:r>
              <a:rPr lang="da-DK" dirty="0">
                <a:solidFill>
                  <a:schemeClr val="accent2"/>
                </a:solidFill>
              </a:rPr>
              <a:t> TO "test_8f2b_44a1";</a:t>
            </a:r>
          </a:p>
          <a:p>
            <a:r>
              <a:rPr lang="da-DK" dirty="0">
                <a:solidFill>
                  <a:schemeClr val="accent2"/>
                </a:solidFill>
              </a:rPr>
              <a:t>-- </a:t>
            </a:r>
            <a:r>
              <a:rPr lang="da-DK" dirty="0" err="1">
                <a:solidFill>
                  <a:schemeClr val="accent2"/>
                </a:solidFill>
              </a:rPr>
              <a:t>Then</a:t>
            </a:r>
            <a:r>
              <a:rPr lang="da-DK" dirty="0">
                <a:solidFill>
                  <a:schemeClr val="accent2"/>
                </a:solidFill>
              </a:rPr>
              <a:t> run DDL scripts to </a:t>
            </a:r>
            <a:r>
              <a:rPr lang="da-DK" dirty="0" err="1">
                <a:solidFill>
                  <a:schemeClr val="accent2"/>
                </a:solidFill>
              </a:rPr>
              <a:t>create</a:t>
            </a:r>
            <a:r>
              <a:rPr lang="da-DK" dirty="0">
                <a:solidFill>
                  <a:schemeClr val="accent2"/>
                </a:solidFill>
              </a:rPr>
              <a:t> </a:t>
            </a:r>
            <a:r>
              <a:rPr lang="da-DK" dirty="0" err="1">
                <a:solidFill>
                  <a:schemeClr val="accent2"/>
                </a:solidFill>
              </a:rPr>
              <a:t>tables</a:t>
            </a:r>
            <a:r>
              <a:rPr lang="da-DK" dirty="0">
                <a:solidFill>
                  <a:schemeClr val="accent2"/>
                </a:solidFill>
              </a:rPr>
              <a:t> (Manual migration)</a:t>
            </a:r>
          </a:p>
          <a:p>
            <a:r>
              <a:rPr lang="da-DK" dirty="0">
                <a:solidFill>
                  <a:schemeClr val="accent2"/>
                </a:solidFill>
              </a:rPr>
              <a:t>-- </a:t>
            </a:r>
            <a:r>
              <a:rPr lang="da-DK" dirty="0" err="1">
                <a:solidFill>
                  <a:schemeClr val="accent2"/>
                </a:solidFill>
              </a:rPr>
              <a:t>Generated</a:t>
            </a:r>
            <a:r>
              <a:rPr lang="da-DK" dirty="0">
                <a:solidFill>
                  <a:schemeClr val="accent2"/>
                </a:solidFill>
              </a:rPr>
              <a:t> in @AfterEach</a:t>
            </a:r>
          </a:p>
          <a:p>
            <a:r>
              <a:rPr lang="da-DK" dirty="0">
                <a:solidFill>
                  <a:schemeClr val="accent2"/>
                </a:solidFill>
              </a:rPr>
              <a:t>DROP SCHEMA "test_8f2b_44a1" CASCADE;</a:t>
            </a:r>
          </a:p>
        </p:txBody>
      </p:sp>
    </p:spTree>
    <p:extLst>
      <p:ext uri="{BB962C8B-B14F-4D97-AF65-F5344CB8AC3E}">
        <p14:creationId xmlns:p14="http://schemas.microsoft.com/office/powerpoint/2010/main" val="1286538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4617-A1E7-B179-30BB-6A7A6BF8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Arrange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B1A0E-7881-B9BA-292F-F88DD61F4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have to </a:t>
            </a:r>
            <a:r>
              <a:rPr lang="da-DK" dirty="0" err="1"/>
              <a:t>setup</a:t>
            </a:r>
            <a:r>
              <a:rPr lang="da-DK" dirty="0"/>
              <a:t> all the </a:t>
            </a:r>
            <a:r>
              <a:rPr lang="da-DK" dirty="0" err="1"/>
              <a:t>necessary</a:t>
            </a:r>
            <a:r>
              <a:rPr lang="da-DK" dirty="0"/>
              <a:t> </a:t>
            </a:r>
            <a:r>
              <a:rPr lang="da-DK" dirty="0" err="1"/>
              <a:t>classes</a:t>
            </a:r>
            <a:r>
              <a:rPr lang="da-DK" dirty="0"/>
              <a:t> </a:t>
            </a:r>
            <a:r>
              <a:rPr lang="da-DK" dirty="0" err="1"/>
              <a:t>across</a:t>
            </a:r>
            <a:r>
              <a:rPr lang="da-DK" dirty="0"/>
              <a:t> the </a:t>
            </a:r>
            <a:r>
              <a:rPr lang="da-DK" dirty="0" err="1"/>
              <a:t>layers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View Model</a:t>
            </a:r>
          </a:p>
          <a:p>
            <a:pPr lvl="1"/>
            <a:r>
              <a:rPr lang="da-DK" dirty="0"/>
              <a:t>Service(s)</a:t>
            </a:r>
          </a:p>
          <a:p>
            <a:pPr lvl="1"/>
            <a:r>
              <a:rPr lang="da-DK" dirty="0"/>
              <a:t>DAO(s) and </a:t>
            </a:r>
            <a:r>
              <a:rPr lang="da-DK" dirty="0" err="1"/>
              <a:t>UoW</a:t>
            </a:r>
            <a:endParaRPr lang="da-DK" dirty="0"/>
          </a:p>
          <a:p>
            <a:pPr lvl="1"/>
            <a:endParaRPr lang="da-DK" dirty="0"/>
          </a:p>
          <a:p>
            <a:r>
              <a:rPr lang="da-DK" dirty="0" err="1"/>
              <a:t>Logging</a:t>
            </a:r>
            <a:r>
              <a:rPr lang="da-DK" dirty="0"/>
              <a:t>? Just fake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, output is not relevant.</a:t>
            </a:r>
          </a:p>
          <a:p>
            <a:endParaRPr lang="da-DK" dirty="0"/>
          </a:p>
          <a:p>
            <a:r>
              <a:rPr lang="da-DK" dirty="0" err="1"/>
              <a:t>Creating</a:t>
            </a:r>
            <a:r>
              <a:rPr lang="da-DK" dirty="0"/>
              <a:t> properties, to bind to the VM – </a:t>
            </a:r>
            <a:r>
              <a:rPr lang="da-DK" dirty="0" err="1"/>
              <a:t>simulating</a:t>
            </a:r>
            <a:r>
              <a:rPr lang="da-DK" dirty="0"/>
              <a:t> the </a:t>
            </a:r>
            <a:r>
              <a:rPr lang="da-DK" dirty="0" err="1"/>
              <a:t>controller’s</a:t>
            </a:r>
            <a:r>
              <a:rPr lang="da-DK" dirty="0"/>
              <a:t>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B30CF-27D2-D475-7F30-F2B5C5C3A392}"/>
              </a:ext>
            </a:extLst>
          </p:cNvPr>
          <p:cNvSpPr txBox="1"/>
          <p:nvPr/>
        </p:nvSpPr>
        <p:spPr>
          <a:xfrm>
            <a:off x="0" y="6858000"/>
            <a:ext cx="9329839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shouldAddPlanet_givenValidInput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service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vm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(service);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fake properties to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simulate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controller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nameInput.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climateDescriptionInput.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distanceFromStarAuInput.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hasAtmosphereInput.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hasLifeInput.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statusMessageInput.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...</a:t>
            </a:r>
            <a:b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875686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E145-0C75-88A8-D118-D5367C7E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da-DK" dirty="0" err="1"/>
              <a:t>Arrange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89919-A91C-3144-7EFE-042C1294ACE0}"/>
              </a:ext>
            </a:extLst>
          </p:cNvPr>
          <p:cNvSpPr txBox="1"/>
          <p:nvPr/>
        </p:nvSpPr>
        <p:spPr>
          <a:xfrm>
            <a:off x="0" y="0"/>
            <a:ext cx="9329839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shouldAddPlanet_givenValidInput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service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vm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(service);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fake properties to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simulate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controller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nameInput.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climateDescriptionInput.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distanceFromStarAuInput.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hasAtmosphereInput.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hasLifeInput.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statusMessageInput.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...</a:t>
            </a:r>
            <a:b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5B723CD-7ADA-B1C9-47F2-CF56ED851001}"/>
              </a:ext>
            </a:extLst>
          </p:cNvPr>
          <p:cNvSpPr/>
          <p:nvPr/>
        </p:nvSpPr>
        <p:spPr>
          <a:xfrm>
            <a:off x="7680960" y="960120"/>
            <a:ext cx="541020" cy="1363980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A9594-3AAF-3D64-33C9-D9F2D8A5B012}"/>
              </a:ext>
            </a:extLst>
          </p:cNvPr>
          <p:cNvSpPr txBox="1"/>
          <p:nvPr/>
        </p:nvSpPr>
        <p:spPr>
          <a:xfrm>
            <a:off x="8221980" y="1457444"/>
            <a:ext cx="225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00B0F0"/>
                </a:solidFill>
              </a:rPr>
              <a:t>Setup </a:t>
            </a:r>
            <a:r>
              <a:rPr lang="da-DK" dirty="0" err="1">
                <a:solidFill>
                  <a:srgbClr val="00B0F0"/>
                </a:solidFill>
              </a:rPr>
              <a:t>classes</a:t>
            </a:r>
            <a:r>
              <a:rPr lang="da-DK" dirty="0">
                <a:solidFill>
                  <a:srgbClr val="00B0F0"/>
                </a:solidFill>
              </a:rPr>
              <a:t>/</a:t>
            </a:r>
            <a:r>
              <a:rPr lang="da-DK" dirty="0" err="1">
                <a:solidFill>
                  <a:srgbClr val="00B0F0"/>
                </a:solidFill>
              </a:rPr>
              <a:t>layers</a:t>
            </a:r>
            <a:endParaRPr lang="da-DK" dirty="0">
              <a:solidFill>
                <a:srgbClr val="00B0F0"/>
              </a:solidFill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6C40018-C72A-8C25-0FB5-BFF09FE2736B}"/>
              </a:ext>
            </a:extLst>
          </p:cNvPr>
          <p:cNvSpPr/>
          <p:nvPr/>
        </p:nvSpPr>
        <p:spPr>
          <a:xfrm>
            <a:off x="7680960" y="2698479"/>
            <a:ext cx="541020" cy="1835422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E112F-5424-62B6-9EEA-9EF6796342A5}"/>
              </a:ext>
            </a:extLst>
          </p:cNvPr>
          <p:cNvSpPr txBox="1"/>
          <p:nvPr/>
        </p:nvSpPr>
        <p:spPr>
          <a:xfrm>
            <a:off x="8221980" y="3431524"/>
            <a:ext cx="30419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C000"/>
                </a:solidFill>
              </a:rPr>
              <a:t>Setup ”controller” properties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90907E3-9CB9-9AFC-E1D7-3E408FAD14F2}"/>
              </a:ext>
            </a:extLst>
          </p:cNvPr>
          <p:cNvSpPr/>
          <p:nvPr/>
        </p:nvSpPr>
        <p:spPr>
          <a:xfrm>
            <a:off x="7680960" y="4906868"/>
            <a:ext cx="541020" cy="1835422"/>
          </a:xfrm>
          <a:prstGeom prst="righ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6C343-1245-9397-EAE2-6C5C678B1A2A}"/>
              </a:ext>
            </a:extLst>
          </p:cNvPr>
          <p:cNvSpPr txBox="1"/>
          <p:nvPr/>
        </p:nvSpPr>
        <p:spPr>
          <a:xfrm>
            <a:off x="8221980" y="5639913"/>
            <a:ext cx="1246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Bind to VM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CEFAC-9CE9-4243-A96A-31C3C20C3D38}"/>
              </a:ext>
            </a:extLst>
          </p:cNvPr>
          <p:cNvSpPr txBox="1"/>
          <p:nvPr/>
        </p:nvSpPr>
        <p:spPr>
          <a:xfrm>
            <a:off x="9870859" y="5934670"/>
            <a:ext cx="2810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Could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some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of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this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be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moved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to a @BeforeEach..?</a:t>
            </a:r>
          </a:p>
        </p:txBody>
      </p:sp>
    </p:spTree>
    <p:extLst>
      <p:ext uri="{BB962C8B-B14F-4D97-AF65-F5344CB8AC3E}">
        <p14:creationId xmlns:p14="http://schemas.microsoft.com/office/powerpoint/2010/main" val="4104583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012A-8A93-CE98-8719-0936C0A8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da-DK" dirty="0" err="1"/>
              <a:t>Act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53E08-3C80-5CDD-5E8C-43777FD0A08D}"/>
              </a:ext>
            </a:extLst>
          </p:cNvPr>
          <p:cNvSpPr txBox="1"/>
          <p:nvPr/>
        </p:nvSpPr>
        <p:spPr>
          <a:xfrm>
            <a:off x="358140" y="1074509"/>
            <a:ext cx="92430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0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20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0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shouldAddPlanet_givenValidInput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20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…</a:t>
            </a:r>
            <a:b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</a:b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20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endParaRPr lang="da-DK" sz="2000" i="1" dirty="0">
              <a:solidFill>
                <a:srgbClr val="85C46C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   // set data</a:t>
            </a:r>
            <a:b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nameInput.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climateDescriptionInput.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0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20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distanceFromStarAuInput.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hasAtmosphereInput.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hasLifeInput.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i="1" dirty="0">
                <a:solidFill>
                  <a:srgbClr val="85C46C"/>
                </a:solidFill>
                <a:latin typeface="JetBrains Mono"/>
              </a:rPr>
              <a:t> // …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endParaRPr lang="da-DK" sz="20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9CB0F-1AC1-A22F-301D-E39D1AA85B3E}"/>
              </a:ext>
            </a:extLst>
          </p:cNvPr>
          <p:cNvSpPr txBox="1"/>
          <p:nvPr/>
        </p:nvSpPr>
        <p:spPr>
          <a:xfrm>
            <a:off x="358140" y="5645437"/>
            <a:ext cx="495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2185579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7691-FB4B-F1C4-0781-665E4BF7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749D-9E3A-6B3B-8DB6-3FE2A473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da-DK" dirty="0" err="1"/>
              <a:t>Act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B466B-A7D0-F715-937B-9F0FBF48AD04}"/>
              </a:ext>
            </a:extLst>
          </p:cNvPr>
          <p:cNvSpPr txBox="1"/>
          <p:nvPr/>
        </p:nvSpPr>
        <p:spPr>
          <a:xfrm>
            <a:off x="358140" y="374029"/>
            <a:ext cx="92430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0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20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0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shouldAddPlanet_givenValidInput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20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…</a:t>
            </a:r>
            <a:b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</a:b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20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endParaRPr lang="da-DK" sz="2000" i="1" dirty="0">
              <a:solidFill>
                <a:srgbClr val="85C46C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   // set data</a:t>
            </a:r>
            <a:b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nameInput.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climateDescriptionInput.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0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20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distanceFromStarAuInput.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hasAtmosphereInput.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hasLifeInput.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0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000" i="1" dirty="0">
                <a:solidFill>
                  <a:srgbClr val="85C46C"/>
                </a:solidFill>
                <a:latin typeface="JetBrains Mono"/>
              </a:rPr>
              <a:t> //</a:t>
            </a:r>
            <a:b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</a:br>
            <a:endParaRPr lang="da-DK" sz="20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A5B5F-D668-5F29-D207-E6BF8D00EC7D}"/>
              </a:ext>
            </a:extLst>
          </p:cNvPr>
          <p:cNvSpPr txBox="1"/>
          <p:nvPr/>
        </p:nvSpPr>
        <p:spPr>
          <a:xfrm>
            <a:off x="358140" y="5390787"/>
            <a:ext cx="495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92601-08A2-24B2-0467-5F865FF7CD46}"/>
              </a:ext>
            </a:extLst>
          </p:cNvPr>
          <p:cNvSpPr txBox="1"/>
          <p:nvPr/>
        </p:nvSpPr>
        <p:spPr>
          <a:xfrm>
            <a:off x="643890" y="4337024"/>
            <a:ext cx="6217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da-DK" sz="2000" dirty="0">
                <a:solidFill>
                  <a:srgbClr val="D0D0D0"/>
                </a:solidFill>
                <a:effectLst/>
                <a:latin typeface="JetBrains Mono"/>
              </a:rPr>
            </a:br>
            <a: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20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2000" dirty="0" err="1">
                <a:solidFill>
                  <a:srgbClr val="BDBDBD"/>
                </a:solidFill>
                <a:effectLst/>
                <a:latin typeface="JetBrains Mono"/>
              </a:rPr>
              <a:t>vm.</a:t>
            </a:r>
            <a:r>
              <a:rPr lang="da-DK" sz="20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20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endParaRPr lang="da-DK" sz="20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593723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B264-0504-8439-5674-6A930DC0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Assert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69997-C776-4B01-DFF0-C07F59EF9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748059"/>
            <a:ext cx="11813310" cy="1705582"/>
          </a:xfrm>
        </p:spPr>
        <p:txBody>
          <a:bodyPr/>
          <a:lstStyle/>
          <a:p>
            <a:r>
              <a:rPr lang="da-DK" dirty="0" err="1"/>
              <a:t>Many</a:t>
            </a:r>
            <a:r>
              <a:rPr lang="da-DK" dirty="0"/>
              <a:t> </a:t>
            </a:r>
            <a:r>
              <a:rPr lang="da-DK" dirty="0" err="1"/>
              <a:t>things</a:t>
            </a:r>
            <a:r>
              <a:rPr lang="da-DK" dirty="0"/>
              <a:t> has </a:t>
            </a:r>
            <a:r>
              <a:rPr lang="da-DK" dirty="0" err="1"/>
              <a:t>happened</a:t>
            </a:r>
            <a:r>
              <a:rPr lang="da-DK" dirty="0"/>
              <a:t>, </a:t>
            </a:r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worth</a:t>
            </a:r>
            <a:r>
              <a:rPr lang="da-DK" dirty="0"/>
              <a:t> </a:t>
            </a:r>
            <a:r>
              <a:rPr lang="da-DK" dirty="0" err="1"/>
              <a:t>checking</a:t>
            </a:r>
            <a:r>
              <a:rPr lang="da-DK" dirty="0"/>
              <a:t>?</a:t>
            </a:r>
          </a:p>
          <a:p>
            <a:pPr lvl="1"/>
            <a:r>
              <a:rPr lang="da-DK" dirty="0"/>
              <a:t>Properties </a:t>
            </a:r>
            <a:r>
              <a:rPr lang="da-DK" dirty="0" err="1"/>
              <a:t>cleared</a:t>
            </a:r>
            <a:r>
              <a:rPr lang="da-DK" dirty="0"/>
              <a:t>/</a:t>
            </a:r>
            <a:r>
              <a:rPr lang="da-DK" dirty="0" err="1"/>
              <a:t>updated</a:t>
            </a:r>
            <a:r>
              <a:rPr lang="da-DK" dirty="0"/>
              <a:t> </a:t>
            </a:r>
            <a:r>
              <a:rPr lang="da-DK" dirty="0" err="1"/>
              <a:t>correctly</a:t>
            </a:r>
            <a:endParaRPr lang="da-DK" dirty="0"/>
          </a:p>
          <a:p>
            <a:pPr lvl="1"/>
            <a:r>
              <a:rPr lang="da-DK" dirty="0"/>
              <a:t>Data </a:t>
            </a:r>
            <a:r>
              <a:rPr lang="da-DK" dirty="0" err="1"/>
              <a:t>ends</a:t>
            </a:r>
            <a:r>
              <a:rPr lang="da-DK" dirty="0"/>
              <a:t> up in file</a:t>
            </a:r>
          </a:p>
          <a:p>
            <a:pPr lvl="1"/>
            <a:r>
              <a:rPr lang="da-DK" dirty="0"/>
              <a:t>Data in file is matching input data</a:t>
            </a:r>
          </a:p>
          <a:p>
            <a:pPr lvl="1"/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58BD7-66BE-3F9A-B6A6-0C936D9D1B27}"/>
              </a:ext>
            </a:extLst>
          </p:cNvPr>
          <p:cNvSpPr txBox="1"/>
          <p:nvPr/>
        </p:nvSpPr>
        <p:spPr>
          <a:xfrm>
            <a:off x="5471160" y="2453641"/>
            <a:ext cx="90576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nameInput.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climateDescriptionInput.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distanceFromStarAuInput.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hasAtmosphereInput.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hasLifeInput.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statusMessageInput.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new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FileUnitOfWork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		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		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2400" i="1" dirty="0" err="1">
                <a:solidFill>
                  <a:srgbClr val="85C46C"/>
                </a:solidFill>
                <a:effectLst/>
                <a:latin typeface="JetBrains Mono"/>
              </a:rPr>
              <a:t>assert</a:t>
            </a:r>
            <a:r>
              <a:rPr lang="da-DK" sz="2400" i="1" dirty="0">
                <a:solidFill>
                  <a:srgbClr val="85C46C"/>
                </a:solidFill>
                <a:effectLst/>
                <a:latin typeface="JetBrains Mono"/>
              </a:rPr>
              <a:t> data is </a:t>
            </a:r>
            <a:r>
              <a:rPr lang="da-DK" sz="2400" i="1" dirty="0" err="1">
                <a:solidFill>
                  <a:srgbClr val="85C46C"/>
                </a:solidFill>
                <a:effectLst/>
                <a:latin typeface="JetBrains Mono"/>
              </a:rPr>
              <a:t>correct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026D2846-9FA3-BA64-429D-2B5D49D4F646}"/>
              </a:ext>
            </a:extLst>
          </p:cNvPr>
          <p:cNvSpPr/>
          <p:nvPr/>
        </p:nvSpPr>
        <p:spPr>
          <a:xfrm rot="10800000">
            <a:off x="4785360" y="2478622"/>
            <a:ext cx="541020" cy="2602230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F6ABE-E821-0F56-8973-C92295F60C8A}"/>
              </a:ext>
            </a:extLst>
          </p:cNvPr>
          <p:cNvSpPr txBox="1"/>
          <p:nvPr/>
        </p:nvSpPr>
        <p:spPr>
          <a:xfrm>
            <a:off x="281940" y="3547864"/>
            <a:ext cx="420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00B0F0"/>
                </a:solidFill>
              </a:rPr>
              <a:t>Assert</a:t>
            </a:r>
            <a:r>
              <a:rPr lang="da-DK" dirty="0">
                <a:solidFill>
                  <a:srgbClr val="00B0F0"/>
                </a:solidFill>
              </a:rPr>
              <a:t> properties (</a:t>
            </a:r>
            <a:r>
              <a:rPr lang="da-DK" dirty="0" err="1">
                <a:solidFill>
                  <a:srgbClr val="00B0F0"/>
                </a:solidFill>
              </a:rPr>
              <a:t>text</a:t>
            </a:r>
            <a:r>
              <a:rPr lang="da-DK" dirty="0">
                <a:solidFill>
                  <a:srgbClr val="00B0F0"/>
                </a:solidFill>
              </a:rPr>
              <a:t> </a:t>
            </a:r>
            <a:r>
              <a:rPr lang="da-DK" dirty="0" err="1">
                <a:solidFill>
                  <a:srgbClr val="00B0F0"/>
                </a:solidFill>
              </a:rPr>
              <a:t>fields</a:t>
            </a:r>
            <a:r>
              <a:rPr lang="da-DK" dirty="0">
                <a:solidFill>
                  <a:srgbClr val="00B0F0"/>
                </a:solidFill>
              </a:rPr>
              <a:t>) </a:t>
            </a:r>
            <a:r>
              <a:rPr lang="da-DK" dirty="0" err="1">
                <a:solidFill>
                  <a:srgbClr val="00B0F0"/>
                </a:solidFill>
              </a:rPr>
              <a:t>are</a:t>
            </a:r>
            <a:r>
              <a:rPr lang="da-DK" dirty="0">
                <a:solidFill>
                  <a:srgbClr val="00B0F0"/>
                </a:solidFill>
              </a:rPr>
              <a:t> </a:t>
            </a:r>
            <a:r>
              <a:rPr lang="da-DK" dirty="0" err="1">
                <a:solidFill>
                  <a:srgbClr val="00B0F0"/>
                </a:solidFill>
              </a:rPr>
              <a:t>cleared</a:t>
            </a:r>
            <a:endParaRPr lang="da-DK" dirty="0">
              <a:solidFill>
                <a:srgbClr val="00B0F0"/>
              </a:solidFill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4E95D1A-F7E8-64AE-65B3-5C4EDB39BB6A}"/>
              </a:ext>
            </a:extLst>
          </p:cNvPr>
          <p:cNvSpPr/>
          <p:nvPr/>
        </p:nvSpPr>
        <p:spPr>
          <a:xfrm rot="10800000">
            <a:off x="4785359" y="5417582"/>
            <a:ext cx="541020" cy="1118690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81E4F-2DB5-6009-B325-DE38D594BCF1}"/>
              </a:ext>
            </a:extLst>
          </p:cNvPr>
          <p:cNvSpPr txBox="1"/>
          <p:nvPr/>
        </p:nvSpPr>
        <p:spPr>
          <a:xfrm>
            <a:off x="189345" y="5565309"/>
            <a:ext cx="459601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FFC000"/>
                </a:solidFill>
              </a:rPr>
              <a:t>Assert</a:t>
            </a:r>
            <a:r>
              <a:rPr lang="da-DK" dirty="0">
                <a:solidFill>
                  <a:srgbClr val="FFC000"/>
                </a:solidFill>
              </a:rPr>
              <a:t> data is </a:t>
            </a:r>
            <a:r>
              <a:rPr lang="da-DK" dirty="0" err="1">
                <a:solidFill>
                  <a:srgbClr val="FFC000"/>
                </a:solidFill>
              </a:rPr>
              <a:t>correctly</a:t>
            </a:r>
            <a:r>
              <a:rPr lang="da-DK" dirty="0">
                <a:solidFill>
                  <a:srgbClr val="FFC000"/>
                </a:solidFill>
              </a:rPr>
              <a:t> </a:t>
            </a:r>
            <a:r>
              <a:rPr lang="da-DK" dirty="0" err="1">
                <a:solidFill>
                  <a:srgbClr val="FFC000"/>
                </a:solidFill>
              </a:rPr>
              <a:t>persisted</a:t>
            </a:r>
            <a:r>
              <a:rPr lang="da-DK" dirty="0">
                <a:solidFill>
                  <a:srgbClr val="FFC000"/>
                </a:solidFill>
              </a:rPr>
              <a:t>.</a:t>
            </a:r>
          </a:p>
          <a:p>
            <a:r>
              <a:rPr lang="da-DK" dirty="0">
                <a:solidFill>
                  <a:srgbClr val="FFC000"/>
                </a:solidFill>
              </a:rPr>
              <a:t>Yes, I </a:t>
            </a:r>
            <a:r>
              <a:rPr lang="da-DK" dirty="0" err="1">
                <a:solidFill>
                  <a:srgbClr val="FFC000"/>
                </a:solidFill>
              </a:rPr>
              <a:t>could</a:t>
            </a:r>
            <a:r>
              <a:rPr lang="da-DK" dirty="0">
                <a:solidFill>
                  <a:srgbClr val="FFC000"/>
                </a:solidFill>
              </a:rPr>
              <a:t> have </a:t>
            </a:r>
            <a:r>
              <a:rPr lang="da-DK" dirty="0" err="1">
                <a:solidFill>
                  <a:srgbClr val="FFC000"/>
                </a:solidFill>
              </a:rPr>
              <a:t>written</a:t>
            </a:r>
            <a:r>
              <a:rPr lang="da-DK" dirty="0">
                <a:solidFill>
                  <a:srgbClr val="FFC000"/>
                </a:solidFill>
              </a:rPr>
              <a:t> a new </a:t>
            </a:r>
            <a:r>
              <a:rPr lang="da-DK" dirty="0" err="1">
                <a:solidFill>
                  <a:srgbClr val="FFC000"/>
                </a:solidFill>
              </a:rPr>
              <a:t>method</a:t>
            </a:r>
            <a:r>
              <a:rPr lang="da-DK" dirty="0">
                <a:solidFill>
                  <a:srgbClr val="FFC000"/>
                </a:solidFill>
              </a:rPr>
              <a:t> to </a:t>
            </a:r>
            <a:r>
              <a:rPr lang="da-DK" dirty="0" err="1">
                <a:solidFill>
                  <a:srgbClr val="FFC000"/>
                </a:solidFill>
              </a:rPr>
              <a:t>extract</a:t>
            </a:r>
            <a:r>
              <a:rPr lang="da-DK" dirty="0">
                <a:solidFill>
                  <a:srgbClr val="FFC000"/>
                </a:solidFill>
              </a:rPr>
              <a:t> the data, </a:t>
            </a:r>
            <a:r>
              <a:rPr lang="da-DK" dirty="0" err="1">
                <a:solidFill>
                  <a:srgbClr val="FFC000"/>
                </a:solidFill>
              </a:rPr>
              <a:t>instead</a:t>
            </a:r>
            <a:r>
              <a:rPr lang="da-DK" dirty="0">
                <a:solidFill>
                  <a:srgbClr val="FFC000"/>
                </a:solidFill>
              </a:rPr>
              <a:t> of </a:t>
            </a:r>
            <a:r>
              <a:rPr lang="da-DK" dirty="0" err="1">
                <a:solidFill>
                  <a:srgbClr val="FFC000"/>
                </a:solidFill>
              </a:rPr>
              <a:t>using</a:t>
            </a:r>
            <a:r>
              <a:rPr lang="da-DK" dirty="0">
                <a:solidFill>
                  <a:srgbClr val="FFC000"/>
                </a:solidFill>
              </a:rPr>
              <a:t> the </a:t>
            </a:r>
            <a:r>
              <a:rPr lang="da-DK" dirty="0" err="1">
                <a:solidFill>
                  <a:srgbClr val="FFC000"/>
                </a:solidFill>
              </a:rPr>
              <a:t>UoW</a:t>
            </a:r>
            <a:r>
              <a:rPr lang="da-DK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7CC2B-85EC-021D-C76D-B182F14E8994}"/>
              </a:ext>
            </a:extLst>
          </p:cNvPr>
          <p:cNvSpPr txBox="1"/>
          <p:nvPr/>
        </p:nvSpPr>
        <p:spPr>
          <a:xfrm>
            <a:off x="27940" y="4859247"/>
            <a:ext cx="492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New </a:t>
            </a:r>
            <a:r>
              <a:rPr lang="da-DK" dirty="0" err="1">
                <a:solidFill>
                  <a:schemeClr val="bg1"/>
                </a:solidFill>
              </a:rPr>
              <a:t>instance</a:t>
            </a:r>
            <a:r>
              <a:rPr lang="da-DK" dirty="0">
                <a:solidFill>
                  <a:schemeClr val="bg1"/>
                </a:solidFill>
              </a:rPr>
              <a:t> of </a:t>
            </a:r>
            <a:r>
              <a:rPr lang="da-DK" dirty="0" err="1">
                <a:solidFill>
                  <a:schemeClr val="bg1"/>
                </a:solidFill>
              </a:rPr>
              <a:t>UoW</a:t>
            </a:r>
            <a:r>
              <a:rPr lang="da-DK" dirty="0">
                <a:solidFill>
                  <a:schemeClr val="bg1"/>
                </a:solidFill>
              </a:rPr>
              <a:t> to </a:t>
            </a:r>
            <a:r>
              <a:rPr lang="da-DK" dirty="0" err="1">
                <a:solidFill>
                  <a:schemeClr val="bg1"/>
                </a:solidFill>
              </a:rPr>
              <a:t>ensure</a:t>
            </a:r>
            <a:r>
              <a:rPr lang="da-DK" dirty="0">
                <a:solidFill>
                  <a:schemeClr val="bg1"/>
                </a:solidFill>
              </a:rPr>
              <a:t> lists </a:t>
            </a:r>
            <a:r>
              <a:rPr lang="da-DK" dirty="0" err="1">
                <a:solidFill>
                  <a:schemeClr val="bg1"/>
                </a:solidFill>
              </a:rPr>
              <a:t>are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cleared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540F8D-5460-8A88-C424-84D560D586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Many</a:t>
            </a:r>
            <a:r>
              <a:rPr lang="da-DK" dirty="0"/>
              <a:t> </a:t>
            </a:r>
            <a:r>
              <a:rPr lang="da-DK" dirty="0" err="1"/>
              <a:t>asserts</a:t>
            </a:r>
            <a:r>
              <a:rPr lang="da-DK" dirty="0"/>
              <a:t>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F9E9AD-7064-C251-6C6F-E415E4A22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Consider</a:t>
            </a:r>
            <a:r>
              <a:rPr lang="da-DK" dirty="0"/>
              <a:t> </a:t>
            </a:r>
            <a:r>
              <a:rPr lang="da-DK" dirty="0" err="1"/>
              <a:t>extracting</a:t>
            </a:r>
            <a:r>
              <a:rPr lang="da-DK" dirty="0"/>
              <a:t> part of the </a:t>
            </a:r>
            <a:r>
              <a:rPr lang="da-DK" dirty="0" err="1"/>
              <a:t>method</a:t>
            </a:r>
            <a:r>
              <a:rPr lang="da-DK" dirty="0"/>
              <a:t> to a </a:t>
            </a:r>
            <a:r>
              <a:rPr lang="da-DK" dirty="0" err="1"/>
              <a:t>helper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.</a:t>
            </a:r>
          </a:p>
          <a:p>
            <a:r>
              <a:rPr lang="da-DK" dirty="0"/>
              <a:t>Have multiple tests </a:t>
            </a:r>
            <a:r>
              <a:rPr lang="da-DK" dirty="0" err="1"/>
              <a:t>call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helper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, and </a:t>
            </a:r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thing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413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AAB2E9-71ED-0501-B88F-D5DEC53E08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Let’s</a:t>
            </a:r>
            <a:r>
              <a:rPr lang="da-DK" dirty="0"/>
              <a:t> </a:t>
            </a:r>
            <a:r>
              <a:rPr lang="da-DK" dirty="0" err="1"/>
              <a:t>reorganize</a:t>
            </a:r>
            <a:endParaRPr lang="da-DK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5217FD-2EC4-E14A-C101-64013616F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83433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8A53-E7DD-D2A6-9728-04372232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76B1-8F67-7B4D-1DFE-804E0E7D0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organize</a:t>
            </a:r>
            <a:r>
              <a:rPr lang="da-DK" dirty="0"/>
              <a:t> </a:t>
            </a:r>
            <a:r>
              <a:rPr lang="da-DK" dirty="0" err="1"/>
              <a:t>our</a:t>
            </a:r>
            <a:r>
              <a:rPr lang="da-DK" dirty="0"/>
              <a:t> tests</a:t>
            </a:r>
          </a:p>
          <a:p>
            <a:r>
              <a:rPr lang="da-DK" dirty="0"/>
              <a:t>One class for all tests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Add</a:t>
            </a:r>
            <a:r>
              <a:rPr lang="da-DK" dirty="0"/>
              <a:t> Planet scenario</a:t>
            </a:r>
          </a:p>
          <a:p>
            <a:r>
              <a:rPr lang="da-DK" dirty="0"/>
              <a:t>But,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potentially</a:t>
            </a:r>
            <a:r>
              <a:rPr lang="da-DK" dirty="0"/>
              <a:t> multiple </a:t>
            </a:r>
            <a:r>
              <a:rPr lang="da-DK" dirty="0" err="1"/>
              <a:t>success</a:t>
            </a:r>
            <a:r>
              <a:rPr lang="da-DK" dirty="0"/>
              <a:t> and </a:t>
            </a:r>
            <a:r>
              <a:rPr lang="da-DK" dirty="0" err="1"/>
              <a:t>even</a:t>
            </a:r>
            <a:r>
              <a:rPr lang="da-DK" dirty="0"/>
              <a:t> more </a:t>
            </a:r>
            <a:r>
              <a:rPr lang="da-DK" dirty="0" err="1"/>
              <a:t>failure</a:t>
            </a:r>
            <a:r>
              <a:rPr lang="da-DK" dirty="0"/>
              <a:t> scenarios</a:t>
            </a:r>
          </a:p>
          <a:p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organize</a:t>
            </a:r>
            <a:r>
              <a:rPr lang="da-DK" dirty="0"/>
              <a:t> with </a:t>
            </a:r>
            <a:r>
              <a:rPr lang="da-DK" dirty="0" err="1"/>
              <a:t>nested</a:t>
            </a:r>
            <a:r>
              <a:rPr lang="da-DK" dirty="0"/>
              <a:t> </a:t>
            </a:r>
            <a:r>
              <a:rPr lang="da-DK" dirty="0" err="1"/>
              <a:t>classes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22669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7DD8-DA53-34EC-EC5C-9E72077C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6A532-0CED-826A-173D-3FBF54A01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87" y="979878"/>
            <a:ext cx="7232894" cy="53523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493700-6B3D-4BF7-8EAF-EC453D5F6EB3}"/>
              </a:ext>
            </a:extLst>
          </p:cNvPr>
          <p:cNvCxnSpPr/>
          <p:nvPr/>
        </p:nvCxnSpPr>
        <p:spPr>
          <a:xfrm flipH="1">
            <a:off x="6096000" y="1211580"/>
            <a:ext cx="135636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1CF24F-EF50-0002-CEFF-56F54B25C95F}"/>
              </a:ext>
            </a:extLst>
          </p:cNvPr>
          <p:cNvSpPr txBox="1"/>
          <p:nvPr/>
        </p:nvSpPr>
        <p:spPr>
          <a:xfrm>
            <a:off x="7581900" y="1026914"/>
            <a:ext cx="4437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accent2"/>
                </a:solidFill>
              </a:rPr>
              <a:t>Class, all tests for the </a:t>
            </a:r>
            <a:r>
              <a:rPr lang="da-DK" dirty="0" err="1">
                <a:solidFill>
                  <a:schemeClr val="accent2"/>
                </a:solidFill>
              </a:rPr>
              <a:t>Add</a:t>
            </a:r>
            <a:r>
              <a:rPr lang="da-DK" dirty="0">
                <a:solidFill>
                  <a:schemeClr val="accent2"/>
                </a:solidFill>
              </a:rPr>
              <a:t> Planet </a:t>
            </a:r>
            <a:r>
              <a:rPr lang="da-DK" dirty="0" err="1">
                <a:solidFill>
                  <a:schemeClr val="accent2"/>
                </a:solidFill>
              </a:rPr>
              <a:t>use</a:t>
            </a:r>
            <a:r>
              <a:rPr lang="da-DK" dirty="0">
                <a:solidFill>
                  <a:schemeClr val="accent2"/>
                </a:solidFill>
              </a:rPr>
              <a:t> case.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7DDBBA-6CA6-08CA-9E30-4B3BB8E71EEE}"/>
              </a:ext>
            </a:extLst>
          </p:cNvPr>
          <p:cNvCxnSpPr>
            <a:cxnSpLocks/>
          </p:cNvCxnSpPr>
          <p:nvPr/>
        </p:nvCxnSpPr>
        <p:spPr>
          <a:xfrm flipH="1">
            <a:off x="3162300" y="1691640"/>
            <a:ext cx="4290060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AAA72E-EB2F-5875-6ADD-A754DDC58502}"/>
              </a:ext>
            </a:extLst>
          </p:cNvPr>
          <p:cNvSpPr txBox="1"/>
          <p:nvPr/>
        </p:nvSpPr>
        <p:spPr>
          <a:xfrm>
            <a:off x="7581900" y="1506974"/>
            <a:ext cx="3760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C000"/>
                </a:solidFill>
              </a:rPr>
              <a:t>Nested</a:t>
            </a:r>
            <a:r>
              <a:rPr lang="da-DK" dirty="0">
                <a:solidFill>
                  <a:srgbClr val="FFC000"/>
                </a:solidFill>
              </a:rPr>
              <a:t> class, for </a:t>
            </a:r>
            <a:r>
              <a:rPr lang="da-DK" dirty="0" err="1">
                <a:solidFill>
                  <a:srgbClr val="FFC000"/>
                </a:solidFill>
              </a:rPr>
              <a:t>success</a:t>
            </a:r>
            <a:r>
              <a:rPr lang="da-DK" dirty="0">
                <a:solidFill>
                  <a:srgbClr val="FFC000"/>
                </a:solidFill>
              </a:rPr>
              <a:t> scenarios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ED5F06C-C367-00D6-E4B8-13154F09085C}"/>
              </a:ext>
            </a:extLst>
          </p:cNvPr>
          <p:cNvSpPr/>
          <p:nvPr/>
        </p:nvSpPr>
        <p:spPr>
          <a:xfrm>
            <a:off x="5836920" y="1876306"/>
            <a:ext cx="1744980" cy="2947147"/>
          </a:xfrm>
          <a:prstGeom prst="rightBrace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5B555-3087-BF2F-7829-A7BA6AC17FE5}"/>
              </a:ext>
            </a:extLst>
          </p:cNvPr>
          <p:cNvSpPr txBox="1"/>
          <p:nvPr/>
        </p:nvSpPr>
        <p:spPr>
          <a:xfrm>
            <a:off x="7581900" y="3165213"/>
            <a:ext cx="467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FF00"/>
                </a:solidFill>
              </a:rPr>
              <a:t>Specific</a:t>
            </a:r>
            <a:r>
              <a:rPr lang="da-DK" dirty="0">
                <a:solidFill>
                  <a:srgbClr val="FFFF00"/>
                </a:solidFill>
              </a:rPr>
              <a:t> test </a:t>
            </a:r>
            <a:r>
              <a:rPr lang="da-DK" dirty="0" err="1">
                <a:solidFill>
                  <a:srgbClr val="FFFF00"/>
                </a:solidFill>
              </a:rPr>
              <a:t>methods</a:t>
            </a:r>
            <a:r>
              <a:rPr lang="da-DK" dirty="0">
                <a:solidFill>
                  <a:srgbClr val="FFFF00"/>
                </a:solidFill>
              </a:rPr>
              <a:t>, for </a:t>
            </a:r>
            <a:r>
              <a:rPr lang="da-DK" dirty="0" err="1">
                <a:solidFill>
                  <a:srgbClr val="FFFF00"/>
                </a:solidFill>
              </a:rPr>
              <a:t>specific</a:t>
            </a:r>
            <a:r>
              <a:rPr lang="da-DK" dirty="0">
                <a:solidFill>
                  <a:srgbClr val="FFFF00"/>
                </a:solidFill>
              </a:rPr>
              <a:t> </a:t>
            </a:r>
            <a:r>
              <a:rPr lang="da-DK" dirty="0" err="1">
                <a:solidFill>
                  <a:srgbClr val="FFFF00"/>
                </a:solidFill>
              </a:rPr>
              <a:t>outcome</a:t>
            </a:r>
            <a:endParaRPr lang="da-DK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3AA42-B9EC-6119-FE0E-D6AD3EF26D33}"/>
              </a:ext>
            </a:extLst>
          </p:cNvPr>
          <p:cNvSpPr txBox="1"/>
          <p:nvPr/>
        </p:nvSpPr>
        <p:spPr>
          <a:xfrm>
            <a:off x="7581900" y="4934180"/>
            <a:ext cx="4387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C000"/>
                </a:solidFill>
              </a:rPr>
              <a:t>Nested</a:t>
            </a:r>
            <a:r>
              <a:rPr lang="da-DK" dirty="0">
                <a:solidFill>
                  <a:srgbClr val="FFC000"/>
                </a:solidFill>
              </a:rPr>
              <a:t> class, for </a:t>
            </a:r>
            <a:r>
              <a:rPr lang="da-DK" dirty="0" err="1">
                <a:solidFill>
                  <a:srgbClr val="FFC000"/>
                </a:solidFill>
              </a:rPr>
              <a:t>specific</a:t>
            </a:r>
            <a:r>
              <a:rPr lang="da-DK" dirty="0">
                <a:solidFill>
                  <a:srgbClr val="FFC000"/>
                </a:solidFill>
              </a:rPr>
              <a:t> </a:t>
            </a:r>
            <a:r>
              <a:rPr lang="da-DK" dirty="0" err="1">
                <a:solidFill>
                  <a:srgbClr val="FFC000"/>
                </a:solidFill>
              </a:rPr>
              <a:t>failure</a:t>
            </a:r>
            <a:r>
              <a:rPr lang="da-DK" dirty="0">
                <a:solidFill>
                  <a:srgbClr val="FFC000"/>
                </a:solidFill>
              </a:rPr>
              <a:t> scenario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16A743-6AE0-36A7-D2A5-DE6DB84CEC81}"/>
              </a:ext>
            </a:extLst>
          </p:cNvPr>
          <p:cNvSpPr txBox="1"/>
          <p:nvPr/>
        </p:nvSpPr>
        <p:spPr>
          <a:xfrm>
            <a:off x="7581900" y="5962888"/>
            <a:ext cx="4672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FF00"/>
                </a:solidFill>
              </a:rPr>
              <a:t>Specific</a:t>
            </a:r>
            <a:r>
              <a:rPr lang="da-DK" dirty="0">
                <a:solidFill>
                  <a:srgbClr val="FFFF00"/>
                </a:solidFill>
              </a:rPr>
              <a:t> test </a:t>
            </a:r>
            <a:r>
              <a:rPr lang="da-DK" dirty="0" err="1">
                <a:solidFill>
                  <a:srgbClr val="FFFF00"/>
                </a:solidFill>
              </a:rPr>
              <a:t>methods</a:t>
            </a:r>
            <a:r>
              <a:rPr lang="da-DK" dirty="0">
                <a:solidFill>
                  <a:srgbClr val="FFFF00"/>
                </a:solidFill>
              </a:rPr>
              <a:t>, for </a:t>
            </a:r>
            <a:r>
              <a:rPr lang="da-DK" dirty="0" err="1">
                <a:solidFill>
                  <a:srgbClr val="FFFF00"/>
                </a:solidFill>
              </a:rPr>
              <a:t>specific</a:t>
            </a:r>
            <a:r>
              <a:rPr lang="da-DK" dirty="0">
                <a:solidFill>
                  <a:srgbClr val="FFFF00"/>
                </a:solidFill>
              </a:rPr>
              <a:t> </a:t>
            </a:r>
            <a:r>
              <a:rPr lang="da-DK" dirty="0" err="1">
                <a:solidFill>
                  <a:srgbClr val="FFFF00"/>
                </a:solidFill>
              </a:rPr>
              <a:t>outcome</a:t>
            </a:r>
            <a:endParaRPr lang="da-DK" dirty="0">
              <a:solidFill>
                <a:srgbClr val="FFFF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858A68-8E21-E781-0639-D4748CF407EC}"/>
              </a:ext>
            </a:extLst>
          </p:cNvPr>
          <p:cNvCxnSpPr>
            <a:cxnSpLocks/>
          </p:cNvCxnSpPr>
          <p:nvPr/>
        </p:nvCxnSpPr>
        <p:spPr>
          <a:xfrm flipH="1">
            <a:off x="2979420" y="5118846"/>
            <a:ext cx="4602480" cy="0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327AE65C-98BA-BAF6-3059-179D3077C805}"/>
              </a:ext>
            </a:extLst>
          </p:cNvPr>
          <p:cNvSpPr/>
          <p:nvPr/>
        </p:nvSpPr>
        <p:spPr>
          <a:xfrm>
            <a:off x="7216140" y="5303511"/>
            <a:ext cx="312420" cy="1693432"/>
          </a:xfrm>
          <a:prstGeom prst="rightBrace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79384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561B-3EC1-47C9-0E2C-A33635EB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0ED7-71FC-19AB-E277-2E0AF5D7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1431D-ABC7-CA80-F2B3-643D7BD5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have multiple @BeforeEach and @AfterEach</a:t>
            </a:r>
          </a:p>
          <a:p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stack</a:t>
            </a:r>
            <a:r>
              <a:rPr lang="da-DK" dirty="0"/>
              <a:t>,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nested</a:t>
            </a:r>
            <a:r>
              <a:rPr lang="da-DK" dirty="0"/>
              <a:t> </a:t>
            </a:r>
            <a:r>
              <a:rPr lang="da-DK" dirty="0" err="1"/>
              <a:t>classes</a:t>
            </a:r>
            <a:endParaRPr lang="da-DK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Outer @BeforeEach (Sets up the shared infrastructure/objects).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Inner @BeforeEach (Sets up the specific scenario/state).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@Test method.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Inner @AfterEach (Teardown for the scenario).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Outer @AfterEach (Teardown for the infrastructure).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Consider what to put in which @Before/After-Each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55912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65F77E-58A8-31C0-F1DF-C8C8DA384600}"/>
              </a:ext>
            </a:extLst>
          </p:cNvPr>
          <p:cNvSpPr/>
          <p:nvPr/>
        </p:nvSpPr>
        <p:spPr>
          <a:xfrm>
            <a:off x="1003300" y="355600"/>
            <a:ext cx="6311900" cy="10401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>
                <a:solidFill>
                  <a:schemeClr val="tx1"/>
                </a:solidFill>
              </a:rPr>
              <a:t>Test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99712-0218-1AD6-AA7A-B45C880F67D6}"/>
              </a:ext>
            </a:extLst>
          </p:cNvPr>
          <p:cNvSpPr/>
          <p:nvPr/>
        </p:nvSpPr>
        <p:spPr>
          <a:xfrm>
            <a:off x="1765300" y="990600"/>
            <a:ext cx="4013200" cy="990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Fields</a:t>
            </a:r>
          </a:p>
          <a:p>
            <a:r>
              <a:rPr lang="da-DK" dirty="0"/>
              <a:t>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/>
              <a:t>Properties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F4EF7-33D4-D7E5-E2CA-A2B51EDAD083}"/>
              </a:ext>
            </a:extLst>
          </p:cNvPr>
          <p:cNvSpPr/>
          <p:nvPr/>
        </p:nvSpPr>
        <p:spPr>
          <a:xfrm>
            <a:off x="1765300" y="2120900"/>
            <a:ext cx="4013200" cy="1168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 err="1"/>
              <a:t>Create</a:t>
            </a:r>
            <a:r>
              <a:rPr lang="da-DK" dirty="0"/>
              <a:t> 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properties</a:t>
            </a:r>
          </a:p>
          <a:p>
            <a:r>
              <a:rPr lang="da-DK" dirty="0"/>
              <a:t>Bind properties to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19A0E-F914-6D8F-9D05-3B253157E480}"/>
              </a:ext>
            </a:extLst>
          </p:cNvPr>
          <p:cNvSpPr/>
          <p:nvPr/>
        </p:nvSpPr>
        <p:spPr>
          <a:xfrm>
            <a:off x="1765300" y="3543300"/>
            <a:ext cx="4013200" cy="6731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@AfterEach</a:t>
            </a:r>
          </a:p>
          <a:p>
            <a:r>
              <a:rPr lang="da-DK" dirty="0"/>
              <a:t>Delete test folder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794F7-399F-8F1B-574B-9B7AD24ADF67}"/>
              </a:ext>
            </a:extLst>
          </p:cNvPr>
          <p:cNvSpPr/>
          <p:nvPr/>
        </p:nvSpPr>
        <p:spPr>
          <a:xfrm>
            <a:off x="1765300" y="4464050"/>
            <a:ext cx="4013200" cy="6731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@BeforeAll</a:t>
            </a:r>
          </a:p>
          <a:p>
            <a:r>
              <a:rPr lang="da-DK" dirty="0" err="1"/>
              <a:t>Init</a:t>
            </a:r>
            <a:r>
              <a:rPr lang="da-DK" dirty="0"/>
              <a:t> JFX</a:t>
            </a:r>
          </a:p>
        </p:txBody>
      </p:sp>
    </p:spTree>
    <p:extLst>
      <p:ext uri="{BB962C8B-B14F-4D97-AF65-F5344CB8AC3E}">
        <p14:creationId xmlns:p14="http://schemas.microsoft.com/office/powerpoint/2010/main" val="1591363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FDBB-DF7F-FB1D-3E7E-E41E9AAA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0126F9-2222-F6AE-94AD-9F8A1A5B9388}"/>
              </a:ext>
            </a:extLst>
          </p:cNvPr>
          <p:cNvSpPr/>
          <p:nvPr/>
        </p:nvSpPr>
        <p:spPr>
          <a:xfrm>
            <a:off x="1003300" y="-5016500"/>
            <a:ext cx="6311900" cy="1229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>
                <a:solidFill>
                  <a:schemeClr val="tx1"/>
                </a:solidFill>
              </a:rPr>
              <a:t>Test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3F1AC8-9F0B-02F5-C4E9-41F4B1C75B7B}"/>
              </a:ext>
            </a:extLst>
          </p:cNvPr>
          <p:cNvSpPr/>
          <p:nvPr/>
        </p:nvSpPr>
        <p:spPr>
          <a:xfrm>
            <a:off x="1765300" y="-4381500"/>
            <a:ext cx="4013200" cy="990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Fields</a:t>
            </a:r>
          </a:p>
          <a:p>
            <a:r>
              <a:rPr lang="da-DK" dirty="0"/>
              <a:t>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/>
              <a:t>Properties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57A93-E200-93BB-0840-B336D807C492}"/>
              </a:ext>
            </a:extLst>
          </p:cNvPr>
          <p:cNvSpPr/>
          <p:nvPr/>
        </p:nvSpPr>
        <p:spPr>
          <a:xfrm>
            <a:off x="1765300" y="-3251200"/>
            <a:ext cx="4013200" cy="1168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 err="1"/>
              <a:t>Create</a:t>
            </a:r>
            <a:r>
              <a:rPr lang="da-DK" dirty="0"/>
              <a:t> 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properties</a:t>
            </a:r>
          </a:p>
          <a:p>
            <a:r>
              <a:rPr lang="da-DK" dirty="0"/>
              <a:t>Bind properties to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A61B5-5D03-DFA4-BA4D-2DD5BD969A8E}"/>
              </a:ext>
            </a:extLst>
          </p:cNvPr>
          <p:cNvSpPr/>
          <p:nvPr/>
        </p:nvSpPr>
        <p:spPr>
          <a:xfrm>
            <a:off x="1765300" y="-1828800"/>
            <a:ext cx="4013200" cy="6731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@AfterEach</a:t>
            </a:r>
          </a:p>
          <a:p>
            <a:r>
              <a:rPr lang="da-DK" dirty="0"/>
              <a:t>Delete test folder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DFAD33-C71A-F759-F167-C5A6CD188AE8}"/>
              </a:ext>
            </a:extLst>
          </p:cNvPr>
          <p:cNvSpPr/>
          <p:nvPr/>
        </p:nvSpPr>
        <p:spPr>
          <a:xfrm>
            <a:off x="1765300" y="-908050"/>
            <a:ext cx="4013200" cy="6731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@BeforeAll</a:t>
            </a:r>
          </a:p>
          <a:p>
            <a:r>
              <a:rPr lang="da-DK" dirty="0" err="1"/>
              <a:t>Init</a:t>
            </a:r>
            <a:r>
              <a:rPr lang="da-DK" dirty="0"/>
              <a:t> JFX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63824-D1C7-476E-1490-ABBD357D9791}"/>
              </a:ext>
            </a:extLst>
          </p:cNvPr>
          <p:cNvSpPr/>
          <p:nvPr/>
        </p:nvSpPr>
        <p:spPr>
          <a:xfrm>
            <a:off x="1282700" y="12700"/>
            <a:ext cx="5727700" cy="5607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 err="1">
                <a:solidFill>
                  <a:schemeClr val="tx1"/>
                </a:solidFill>
              </a:rPr>
              <a:t>Nested</a:t>
            </a:r>
            <a:r>
              <a:rPr lang="da-DK" dirty="0">
                <a:solidFill>
                  <a:schemeClr val="tx1"/>
                </a:solidFill>
              </a:rPr>
              <a:t> class for </a:t>
            </a:r>
            <a:r>
              <a:rPr lang="da-DK" dirty="0" err="1">
                <a:solidFill>
                  <a:schemeClr val="tx1"/>
                </a:solidFill>
              </a:rPr>
              <a:t>specific</a:t>
            </a:r>
            <a:r>
              <a:rPr lang="da-DK" dirty="0">
                <a:solidFill>
                  <a:schemeClr val="tx1"/>
                </a:solidFill>
              </a:rPr>
              <a:t> scenario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972AF-C081-5860-1CF7-E1033BC8C195}"/>
              </a:ext>
            </a:extLst>
          </p:cNvPr>
          <p:cNvSpPr/>
          <p:nvPr/>
        </p:nvSpPr>
        <p:spPr>
          <a:xfrm>
            <a:off x="2082800" y="546100"/>
            <a:ext cx="4178300" cy="9271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/>
              <a:t>Set the data </a:t>
            </a:r>
            <a:r>
              <a:rPr lang="da-DK" dirty="0" err="1"/>
              <a:t>through</a:t>
            </a:r>
            <a:r>
              <a:rPr lang="da-DK" dirty="0"/>
              <a:t> props</a:t>
            </a:r>
          </a:p>
          <a:p>
            <a:r>
              <a:rPr lang="da-DK" dirty="0"/>
              <a:t>Call vm </a:t>
            </a:r>
            <a:r>
              <a:rPr lang="da-DK" dirty="0" err="1"/>
              <a:t>method</a:t>
            </a:r>
            <a:endParaRPr lang="da-DK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2D7191-C1B8-60AB-6AF5-75B766A05F59}"/>
              </a:ext>
            </a:extLst>
          </p:cNvPr>
          <p:cNvSpPr/>
          <p:nvPr/>
        </p:nvSpPr>
        <p:spPr>
          <a:xfrm>
            <a:off x="2082800" y="186055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3F10E-1E49-AB83-F09E-E58E92C71EC3}"/>
              </a:ext>
            </a:extLst>
          </p:cNvPr>
          <p:cNvSpPr/>
          <p:nvPr/>
        </p:nvSpPr>
        <p:spPr>
          <a:xfrm>
            <a:off x="2082800" y="271462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6264D-1196-ACFD-B61F-F45969F1AD4F}"/>
              </a:ext>
            </a:extLst>
          </p:cNvPr>
          <p:cNvSpPr/>
          <p:nvPr/>
        </p:nvSpPr>
        <p:spPr>
          <a:xfrm>
            <a:off x="2082800" y="361315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2A55F6-0BE4-CFAA-3725-5E14C3315920}"/>
              </a:ext>
            </a:extLst>
          </p:cNvPr>
          <p:cNvSpPr/>
          <p:nvPr/>
        </p:nvSpPr>
        <p:spPr>
          <a:xfrm>
            <a:off x="2082800" y="446722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9D89F2-A93A-7231-0EE5-B1754D4843F3}"/>
              </a:ext>
            </a:extLst>
          </p:cNvPr>
          <p:cNvSpPr/>
          <p:nvPr/>
        </p:nvSpPr>
        <p:spPr>
          <a:xfrm>
            <a:off x="1282700" y="7054850"/>
            <a:ext cx="5727700" cy="4635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 err="1">
                <a:solidFill>
                  <a:schemeClr val="tx1"/>
                </a:solidFill>
              </a:rPr>
              <a:t>Nested</a:t>
            </a:r>
            <a:r>
              <a:rPr lang="da-DK" dirty="0">
                <a:solidFill>
                  <a:schemeClr val="tx1"/>
                </a:solidFill>
              </a:rPr>
              <a:t> class for </a:t>
            </a:r>
            <a:r>
              <a:rPr lang="da-DK" dirty="0" err="1">
                <a:solidFill>
                  <a:schemeClr val="tx1"/>
                </a:solidFill>
              </a:rPr>
              <a:t>specific</a:t>
            </a:r>
            <a:r>
              <a:rPr lang="da-DK" dirty="0">
                <a:solidFill>
                  <a:schemeClr val="tx1"/>
                </a:solidFill>
              </a:rPr>
              <a:t> scenario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973EC-541C-BC19-EA60-270432C8F1B5}"/>
              </a:ext>
            </a:extLst>
          </p:cNvPr>
          <p:cNvSpPr/>
          <p:nvPr/>
        </p:nvSpPr>
        <p:spPr>
          <a:xfrm>
            <a:off x="2082800" y="7588250"/>
            <a:ext cx="4178300" cy="9271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/>
              <a:t>Set the data </a:t>
            </a:r>
            <a:r>
              <a:rPr lang="da-DK" dirty="0" err="1"/>
              <a:t>through</a:t>
            </a:r>
            <a:r>
              <a:rPr lang="da-DK" dirty="0"/>
              <a:t> props</a:t>
            </a:r>
          </a:p>
          <a:p>
            <a:r>
              <a:rPr lang="da-DK" dirty="0"/>
              <a:t>Call vm </a:t>
            </a:r>
            <a:r>
              <a:rPr lang="da-DK" dirty="0" err="1"/>
              <a:t>method</a:t>
            </a:r>
            <a:endParaRPr lang="da-DK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D6290B-35C5-B1C1-EBBC-B3767CF40EC9}"/>
              </a:ext>
            </a:extLst>
          </p:cNvPr>
          <p:cNvSpPr/>
          <p:nvPr/>
        </p:nvSpPr>
        <p:spPr>
          <a:xfrm>
            <a:off x="2082800" y="890270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35008F-37E3-1B9B-C57B-3CFA9D01E6F2}"/>
              </a:ext>
            </a:extLst>
          </p:cNvPr>
          <p:cNvSpPr/>
          <p:nvPr/>
        </p:nvSpPr>
        <p:spPr>
          <a:xfrm>
            <a:off x="2082800" y="975677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E7C605-4B0D-7462-28F9-22A779E0E50D}"/>
              </a:ext>
            </a:extLst>
          </p:cNvPr>
          <p:cNvSpPr/>
          <p:nvPr/>
        </p:nvSpPr>
        <p:spPr>
          <a:xfrm>
            <a:off x="2082800" y="1065530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1820894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2D431-38F9-FB74-F5C7-3C5F1F32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EC992A-0CFD-349E-F480-7773F9A59EB7}"/>
              </a:ext>
            </a:extLst>
          </p:cNvPr>
          <p:cNvSpPr/>
          <p:nvPr/>
        </p:nvSpPr>
        <p:spPr>
          <a:xfrm>
            <a:off x="1003300" y="-10579100"/>
            <a:ext cx="6311900" cy="19170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>
                <a:solidFill>
                  <a:schemeClr val="tx1"/>
                </a:solidFill>
              </a:rPr>
              <a:t>Test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78122-F174-707F-BBCD-48F6229270C3}"/>
              </a:ext>
            </a:extLst>
          </p:cNvPr>
          <p:cNvSpPr/>
          <p:nvPr/>
        </p:nvSpPr>
        <p:spPr>
          <a:xfrm>
            <a:off x="1765300" y="-9944100"/>
            <a:ext cx="4013200" cy="9906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Fields</a:t>
            </a:r>
          </a:p>
          <a:p>
            <a:r>
              <a:rPr lang="da-DK" dirty="0"/>
              <a:t>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/>
              <a:t>Properties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694AF-1527-4043-E4EC-6F605E76A034}"/>
              </a:ext>
            </a:extLst>
          </p:cNvPr>
          <p:cNvSpPr/>
          <p:nvPr/>
        </p:nvSpPr>
        <p:spPr>
          <a:xfrm>
            <a:off x="1765300" y="-8813800"/>
            <a:ext cx="4013200" cy="11684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 err="1"/>
              <a:t>Create</a:t>
            </a:r>
            <a:r>
              <a:rPr lang="da-DK" dirty="0"/>
              <a:t> services, </a:t>
            </a:r>
            <a:r>
              <a:rPr lang="da-DK" dirty="0" err="1"/>
              <a:t>VMs</a:t>
            </a:r>
            <a:r>
              <a:rPr lang="da-DK" dirty="0"/>
              <a:t>, </a:t>
            </a:r>
            <a:r>
              <a:rPr lang="da-DK" dirty="0" err="1"/>
              <a:t>UoW</a:t>
            </a:r>
            <a:r>
              <a:rPr lang="da-DK" dirty="0"/>
              <a:t>, </a:t>
            </a:r>
            <a:r>
              <a:rPr lang="da-DK" dirty="0" err="1"/>
              <a:t>DAOs</a:t>
            </a:r>
            <a:endParaRPr lang="da-DK" dirty="0"/>
          </a:p>
          <a:p>
            <a:r>
              <a:rPr lang="da-DK" dirty="0" err="1"/>
              <a:t>Create</a:t>
            </a:r>
            <a:r>
              <a:rPr lang="da-DK" dirty="0"/>
              <a:t> properties</a:t>
            </a:r>
          </a:p>
          <a:p>
            <a:r>
              <a:rPr lang="da-DK" dirty="0"/>
              <a:t>Bind properties to VM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388D5-4E33-F562-996F-A63D040CEE0B}"/>
              </a:ext>
            </a:extLst>
          </p:cNvPr>
          <p:cNvSpPr/>
          <p:nvPr/>
        </p:nvSpPr>
        <p:spPr>
          <a:xfrm>
            <a:off x="1765300" y="-7391400"/>
            <a:ext cx="4013200" cy="6731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@AfterEach</a:t>
            </a:r>
          </a:p>
          <a:p>
            <a:r>
              <a:rPr lang="da-DK" dirty="0"/>
              <a:t>Delete test folder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546F2C-137A-A857-C114-CBE8B401F8B8}"/>
              </a:ext>
            </a:extLst>
          </p:cNvPr>
          <p:cNvSpPr/>
          <p:nvPr/>
        </p:nvSpPr>
        <p:spPr>
          <a:xfrm>
            <a:off x="1765300" y="-6470650"/>
            <a:ext cx="4013200" cy="6731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@BeforeAll</a:t>
            </a:r>
          </a:p>
          <a:p>
            <a:r>
              <a:rPr lang="da-DK" dirty="0" err="1"/>
              <a:t>Init</a:t>
            </a:r>
            <a:r>
              <a:rPr lang="da-DK" dirty="0"/>
              <a:t> JFX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CDC802-6CA8-E672-F1DB-D4D271F560C9}"/>
              </a:ext>
            </a:extLst>
          </p:cNvPr>
          <p:cNvSpPr/>
          <p:nvPr/>
        </p:nvSpPr>
        <p:spPr>
          <a:xfrm>
            <a:off x="1282700" y="-5549900"/>
            <a:ext cx="5727700" cy="5607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 err="1">
                <a:solidFill>
                  <a:schemeClr val="tx1"/>
                </a:solidFill>
              </a:rPr>
              <a:t>Nested</a:t>
            </a:r>
            <a:r>
              <a:rPr lang="da-DK" dirty="0">
                <a:solidFill>
                  <a:schemeClr val="tx1"/>
                </a:solidFill>
              </a:rPr>
              <a:t> class for </a:t>
            </a:r>
            <a:r>
              <a:rPr lang="da-DK" dirty="0" err="1">
                <a:solidFill>
                  <a:schemeClr val="tx1"/>
                </a:solidFill>
              </a:rPr>
              <a:t>specific</a:t>
            </a:r>
            <a:r>
              <a:rPr lang="da-DK" dirty="0">
                <a:solidFill>
                  <a:schemeClr val="tx1"/>
                </a:solidFill>
              </a:rPr>
              <a:t> scenario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EC303-09D4-218A-5D32-DEE5CA9301D2}"/>
              </a:ext>
            </a:extLst>
          </p:cNvPr>
          <p:cNvSpPr/>
          <p:nvPr/>
        </p:nvSpPr>
        <p:spPr>
          <a:xfrm>
            <a:off x="2082800" y="-5016500"/>
            <a:ext cx="4178300" cy="9271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/>
              <a:t>Set the data </a:t>
            </a:r>
            <a:r>
              <a:rPr lang="da-DK" dirty="0" err="1"/>
              <a:t>through</a:t>
            </a:r>
            <a:r>
              <a:rPr lang="da-DK" dirty="0"/>
              <a:t> props</a:t>
            </a:r>
          </a:p>
          <a:p>
            <a:r>
              <a:rPr lang="da-DK" dirty="0"/>
              <a:t>Call vm </a:t>
            </a:r>
            <a:r>
              <a:rPr lang="da-DK" dirty="0" err="1"/>
              <a:t>method</a:t>
            </a:r>
            <a:endParaRPr lang="da-DK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12845-AE6D-DC8A-B5EC-EB28DD050A99}"/>
              </a:ext>
            </a:extLst>
          </p:cNvPr>
          <p:cNvSpPr/>
          <p:nvPr/>
        </p:nvSpPr>
        <p:spPr>
          <a:xfrm>
            <a:off x="2082800" y="-370205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69331F-97EA-7DF2-A912-D7B56FEC9414}"/>
              </a:ext>
            </a:extLst>
          </p:cNvPr>
          <p:cNvSpPr/>
          <p:nvPr/>
        </p:nvSpPr>
        <p:spPr>
          <a:xfrm>
            <a:off x="2082800" y="-284797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AF885-4BB7-E67E-20E5-7064CECF4631}"/>
              </a:ext>
            </a:extLst>
          </p:cNvPr>
          <p:cNvSpPr/>
          <p:nvPr/>
        </p:nvSpPr>
        <p:spPr>
          <a:xfrm>
            <a:off x="2082800" y="-194945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0D1F5-2EBA-41DF-EE20-136AFC5C14C3}"/>
              </a:ext>
            </a:extLst>
          </p:cNvPr>
          <p:cNvSpPr/>
          <p:nvPr/>
        </p:nvSpPr>
        <p:spPr>
          <a:xfrm>
            <a:off x="2082800" y="-109537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F9731-B6E3-2898-721A-AD1A31B12A6F}"/>
              </a:ext>
            </a:extLst>
          </p:cNvPr>
          <p:cNvSpPr/>
          <p:nvPr/>
        </p:nvSpPr>
        <p:spPr>
          <a:xfrm>
            <a:off x="1282700" y="450850"/>
            <a:ext cx="5727700" cy="4635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dirty="0" err="1">
                <a:solidFill>
                  <a:schemeClr val="tx1"/>
                </a:solidFill>
              </a:rPr>
              <a:t>Nested</a:t>
            </a:r>
            <a:r>
              <a:rPr lang="da-DK" dirty="0">
                <a:solidFill>
                  <a:schemeClr val="tx1"/>
                </a:solidFill>
              </a:rPr>
              <a:t> class for </a:t>
            </a:r>
            <a:r>
              <a:rPr lang="da-DK" dirty="0" err="1">
                <a:solidFill>
                  <a:schemeClr val="tx1"/>
                </a:solidFill>
              </a:rPr>
              <a:t>specific</a:t>
            </a:r>
            <a:r>
              <a:rPr lang="da-DK" dirty="0">
                <a:solidFill>
                  <a:schemeClr val="tx1"/>
                </a:solidFill>
              </a:rPr>
              <a:t> scenario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CF30D1-0058-A42F-1126-A1BB3C5F75C3}"/>
              </a:ext>
            </a:extLst>
          </p:cNvPr>
          <p:cNvSpPr/>
          <p:nvPr/>
        </p:nvSpPr>
        <p:spPr>
          <a:xfrm>
            <a:off x="2082800" y="984250"/>
            <a:ext cx="4178300" cy="9271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@BeforeEach</a:t>
            </a:r>
          </a:p>
          <a:p>
            <a:r>
              <a:rPr lang="da-DK" dirty="0"/>
              <a:t>Set the data </a:t>
            </a:r>
            <a:r>
              <a:rPr lang="da-DK" dirty="0" err="1"/>
              <a:t>through</a:t>
            </a:r>
            <a:r>
              <a:rPr lang="da-DK" dirty="0"/>
              <a:t> props</a:t>
            </a:r>
          </a:p>
          <a:p>
            <a:r>
              <a:rPr lang="da-DK" dirty="0"/>
              <a:t>Call vm </a:t>
            </a:r>
            <a:r>
              <a:rPr lang="da-DK" dirty="0" err="1"/>
              <a:t>method</a:t>
            </a:r>
            <a:endParaRPr lang="da-DK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8B9F5-1A60-C018-376E-B1F05A09B7FD}"/>
              </a:ext>
            </a:extLst>
          </p:cNvPr>
          <p:cNvSpPr/>
          <p:nvPr/>
        </p:nvSpPr>
        <p:spPr>
          <a:xfrm>
            <a:off x="2082800" y="229870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553CDE-9AE7-E377-E889-436CE72A9A87}"/>
              </a:ext>
            </a:extLst>
          </p:cNvPr>
          <p:cNvSpPr/>
          <p:nvPr/>
        </p:nvSpPr>
        <p:spPr>
          <a:xfrm>
            <a:off x="2082800" y="3152775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D83EC3-6597-6985-AAF1-8690E3CD53E0}"/>
              </a:ext>
            </a:extLst>
          </p:cNvPr>
          <p:cNvSpPr/>
          <p:nvPr/>
        </p:nvSpPr>
        <p:spPr>
          <a:xfrm>
            <a:off x="2082800" y="4051300"/>
            <a:ext cx="4178300" cy="6540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b="1" dirty="0"/>
              <a:t>@Test</a:t>
            </a:r>
          </a:p>
          <a:p>
            <a:r>
              <a:rPr lang="da-DK" dirty="0" err="1"/>
              <a:t>Assert</a:t>
            </a:r>
            <a:r>
              <a:rPr lang="da-DK" dirty="0"/>
              <a:t> </a:t>
            </a:r>
            <a:r>
              <a:rPr lang="da-DK" dirty="0" err="1"/>
              <a:t>specific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of </a:t>
            </a:r>
            <a:r>
              <a:rPr lang="da-DK" dirty="0" err="1"/>
              <a:t>this</a:t>
            </a:r>
            <a:r>
              <a:rPr lang="da-DK" dirty="0"/>
              <a:t> scenario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863B7-31DD-C73A-DFDA-C989B15A7CA7}"/>
              </a:ext>
            </a:extLst>
          </p:cNvPr>
          <p:cNvSpPr txBox="1"/>
          <p:nvPr/>
        </p:nvSpPr>
        <p:spPr>
          <a:xfrm>
            <a:off x="328612" y="8791575"/>
            <a:ext cx="16054387" cy="485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if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exists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1. Open a stream of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paths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in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directory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Stream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&lt;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&gt; files =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list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2. Delete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each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file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files.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forEach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    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catch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e)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Failed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to delete file: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file, 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3. Delete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root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folder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now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that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it's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empty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else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"Did not find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47251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AB7B-8997-7A60-8DFA-1730BADF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17D44-1A38-3ADC-0B14-3F17D072E324}"/>
              </a:ext>
            </a:extLst>
          </p:cNvPr>
          <p:cNvSpPr txBox="1"/>
          <p:nvPr/>
        </p:nvSpPr>
        <p:spPr>
          <a:xfrm>
            <a:off x="328612" y="374029"/>
            <a:ext cx="16054387" cy="485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if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exists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1. Open a stream of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paths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in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directory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Stream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&lt;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&gt; files =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list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2. Delete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each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file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files.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forEach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    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catch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e)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Failed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to delete file: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file, 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3. Delete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root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folder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now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that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it's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empty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else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"Did not find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2300B-4214-C937-9D80-392B11F1F0C3}"/>
              </a:ext>
            </a:extLst>
          </p:cNvPr>
          <p:cNvSpPr txBox="1"/>
          <p:nvPr/>
        </p:nvSpPr>
        <p:spPr>
          <a:xfrm>
            <a:off x="6850855" y="3059668"/>
            <a:ext cx="38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Outer </a:t>
            </a:r>
            <a:r>
              <a:rPr lang="da-DK" dirty="0" err="1">
                <a:solidFill>
                  <a:schemeClr val="bg1"/>
                </a:solidFill>
              </a:rPr>
              <a:t>field</a:t>
            </a:r>
            <a:r>
              <a:rPr lang="da-DK" dirty="0">
                <a:solidFill>
                  <a:schemeClr val="bg1"/>
                </a:solidFill>
              </a:rPr>
              <a:t> variables, </a:t>
            </a:r>
            <a:r>
              <a:rPr lang="da-DK" dirty="0" err="1">
                <a:solidFill>
                  <a:schemeClr val="bg1"/>
                </a:solidFill>
              </a:rPr>
              <a:t>used</a:t>
            </a:r>
            <a:r>
              <a:rPr lang="da-DK" dirty="0">
                <a:solidFill>
                  <a:schemeClr val="bg1"/>
                </a:solidFill>
              </a:rPr>
              <a:t> by all tests</a:t>
            </a:r>
          </a:p>
        </p:txBody>
      </p:sp>
    </p:spTree>
    <p:extLst>
      <p:ext uri="{BB962C8B-B14F-4D97-AF65-F5344CB8AC3E}">
        <p14:creationId xmlns:p14="http://schemas.microsoft.com/office/powerpoint/2010/main" val="3963045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6DF67-BAAE-6827-8607-101C9B4B5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64EA-347C-48FF-7E1C-9FF10497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8E999-1846-725C-78CE-9F05EE9348F7}"/>
              </a:ext>
            </a:extLst>
          </p:cNvPr>
          <p:cNvSpPr txBox="1"/>
          <p:nvPr/>
        </p:nvSpPr>
        <p:spPr>
          <a:xfrm>
            <a:off x="328612" y="-4436096"/>
            <a:ext cx="16054387" cy="48567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if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exists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1. Open a stream of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paths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in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directory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Stream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&lt;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&gt; files =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list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2. Delete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each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file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   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files.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forEach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try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    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(file);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catch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e)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Failed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to delete file: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file, e);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3. Delete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root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folder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now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that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it's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empty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Files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delete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Path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of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else</a:t>
            </a:r>
            <a:b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RuntimeException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"Did not find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path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21CFA-704A-05DA-2448-5BBD9AB2F9D2}"/>
              </a:ext>
            </a:extLst>
          </p:cNvPr>
          <p:cNvSpPr txBox="1"/>
          <p:nvPr/>
        </p:nvSpPr>
        <p:spPr>
          <a:xfrm>
            <a:off x="7344972" y="2078593"/>
            <a:ext cx="51017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Outer @BeforeEach, </a:t>
            </a:r>
            <a:r>
              <a:rPr lang="da-DK" dirty="0" err="1">
                <a:solidFill>
                  <a:schemeClr val="bg1"/>
                </a:solidFill>
              </a:rPr>
              <a:t>called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first</a:t>
            </a:r>
            <a:r>
              <a:rPr lang="da-DK" dirty="0">
                <a:solidFill>
                  <a:schemeClr val="bg1"/>
                </a:solidFill>
              </a:rPr>
              <a:t>, </a:t>
            </a:r>
            <a:r>
              <a:rPr lang="da-DK" dirty="0" err="1">
                <a:solidFill>
                  <a:schemeClr val="bg1"/>
                </a:solidFill>
              </a:rPr>
              <a:t>before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each</a:t>
            </a:r>
            <a:r>
              <a:rPr lang="da-DK" dirty="0">
                <a:solidFill>
                  <a:schemeClr val="bg1"/>
                </a:solidFill>
              </a:rPr>
              <a:t> test.</a:t>
            </a:r>
          </a:p>
          <a:p>
            <a:r>
              <a:rPr lang="da-DK" dirty="0" err="1">
                <a:solidFill>
                  <a:schemeClr val="bg1"/>
                </a:solidFill>
              </a:rPr>
              <a:t>Create</a:t>
            </a:r>
            <a:r>
              <a:rPr lang="da-DK" dirty="0">
                <a:solidFill>
                  <a:schemeClr val="bg1"/>
                </a:solidFill>
              </a:rPr>
              <a:t> service </a:t>
            </a:r>
            <a:r>
              <a:rPr lang="da-DK" dirty="0" err="1">
                <a:solidFill>
                  <a:schemeClr val="bg1"/>
                </a:solidFill>
              </a:rPr>
              <a:t>classes</a:t>
            </a:r>
            <a:r>
              <a:rPr lang="da-DK" dirty="0">
                <a:solidFill>
                  <a:schemeClr val="bg1"/>
                </a:solidFill>
              </a:rPr>
              <a:t>.</a:t>
            </a:r>
          </a:p>
          <a:p>
            <a:r>
              <a:rPr lang="da-DK" dirty="0">
                <a:solidFill>
                  <a:schemeClr val="bg1"/>
                </a:solidFill>
              </a:rPr>
              <a:t>Setup properties to </a:t>
            </a:r>
            <a:r>
              <a:rPr lang="da-DK" dirty="0" err="1">
                <a:solidFill>
                  <a:schemeClr val="bg1"/>
                </a:solidFill>
              </a:rPr>
              <a:t>simulate</a:t>
            </a:r>
            <a:r>
              <a:rPr lang="da-DK" dirty="0">
                <a:solidFill>
                  <a:schemeClr val="bg1"/>
                </a:solidFill>
              </a:rPr>
              <a:t> the controller.</a:t>
            </a:r>
          </a:p>
          <a:p>
            <a:r>
              <a:rPr lang="da-DK" dirty="0">
                <a:solidFill>
                  <a:schemeClr val="bg1"/>
                </a:solidFill>
              </a:rPr>
              <a:t>Bind to the VM.</a:t>
            </a:r>
          </a:p>
          <a:p>
            <a:endParaRPr lang="da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bg1"/>
                </a:solidFill>
              </a:rPr>
              <a:t>Must </a:t>
            </a:r>
            <a:r>
              <a:rPr lang="da-DK" dirty="0" err="1">
                <a:solidFill>
                  <a:schemeClr val="bg1"/>
                </a:solidFill>
              </a:rPr>
              <a:t>be</a:t>
            </a:r>
            <a:r>
              <a:rPr lang="da-DK" dirty="0">
                <a:solidFill>
                  <a:schemeClr val="bg1"/>
                </a:solidFill>
              </a:rPr>
              <a:t> done for </a:t>
            </a:r>
            <a:r>
              <a:rPr lang="da-DK" i="1" dirty="0">
                <a:solidFill>
                  <a:schemeClr val="bg1"/>
                </a:solidFill>
              </a:rPr>
              <a:t>all</a:t>
            </a:r>
            <a:r>
              <a:rPr lang="da-DK" dirty="0">
                <a:solidFill>
                  <a:schemeClr val="bg1"/>
                </a:solidFill>
              </a:rPr>
              <a:t> tests</a:t>
            </a:r>
          </a:p>
        </p:txBody>
      </p:sp>
    </p:spTree>
    <p:extLst>
      <p:ext uri="{BB962C8B-B14F-4D97-AF65-F5344CB8AC3E}">
        <p14:creationId xmlns:p14="http://schemas.microsoft.com/office/powerpoint/2010/main" val="3803386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D359-E28A-2D92-2AAF-84C92B5F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487A-7AE8-B578-2F0E-2BCC43F5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87718-E0EA-8B7D-3859-9101B0EA2803}"/>
              </a:ext>
            </a:extLst>
          </p:cNvPr>
          <p:cNvSpPr txBox="1"/>
          <p:nvPr/>
        </p:nvSpPr>
        <p:spPr>
          <a:xfrm>
            <a:off x="328612" y="-9693896"/>
            <a:ext cx="16054387" cy="41919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// clean up, delete folders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DF623-478E-408F-A609-89ABD4C7226E}"/>
              </a:ext>
            </a:extLst>
          </p:cNvPr>
          <p:cNvSpPr txBox="1"/>
          <p:nvPr/>
        </p:nvSpPr>
        <p:spPr>
          <a:xfrm>
            <a:off x="7344972" y="2573893"/>
            <a:ext cx="4446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Done at the </a:t>
            </a:r>
            <a:r>
              <a:rPr lang="da-DK" dirty="0" err="1">
                <a:solidFill>
                  <a:schemeClr val="bg1"/>
                </a:solidFill>
              </a:rPr>
              <a:t>very</a:t>
            </a:r>
            <a:r>
              <a:rPr lang="da-DK" dirty="0">
                <a:solidFill>
                  <a:schemeClr val="bg1"/>
                </a:solidFill>
              </a:rPr>
              <a:t> end </a:t>
            </a:r>
            <a:r>
              <a:rPr lang="da-DK" dirty="0" err="1">
                <a:solidFill>
                  <a:schemeClr val="bg1"/>
                </a:solidFill>
              </a:rPr>
              <a:t>after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each</a:t>
            </a:r>
            <a:r>
              <a:rPr lang="da-DK" dirty="0">
                <a:solidFill>
                  <a:schemeClr val="bg1"/>
                </a:solidFill>
              </a:rPr>
              <a:t> test.</a:t>
            </a:r>
          </a:p>
          <a:p>
            <a:r>
              <a:rPr lang="da-DK" dirty="0">
                <a:solidFill>
                  <a:schemeClr val="bg1"/>
                </a:solidFill>
              </a:rPr>
              <a:t>Must delete the test </a:t>
            </a:r>
            <a:r>
              <a:rPr lang="da-DK" dirty="0" err="1">
                <a:solidFill>
                  <a:schemeClr val="bg1"/>
                </a:solidFill>
              </a:rPr>
              <a:t>directory</a:t>
            </a:r>
            <a:r>
              <a:rPr lang="da-DK" dirty="0">
                <a:solidFill>
                  <a:schemeClr val="bg1"/>
                </a:solidFill>
              </a:rPr>
              <a:t> to clear </a:t>
            </a:r>
            <a:r>
              <a:rPr lang="da-DK" dirty="0" err="1">
                <a:solidFill>
                  <a:schemeClr val="bg1"/>
                </a:solidFill>
              </a:rPr>
              <a:t>stored</a:t>
            </a:r>
            <a:r>
              <a:rPr lang="da-DK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E6035-A9E5-8E17-6D17-3AFFE9978CC4}"/>
              </a:ext>
            </a:extLst>
          </p:cNvPr>
          <p:cNvSpPr txBox="1"/>
          <p:nvPr/>
        </p:nvSpPr>
        <p:spPr>
          <a:xfrm>
            <a:off x="7344973" y="4650343"/>
            <a:ext cx="4446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Get</a:t>
            </a:r>
            <a:r>
              <a:rPr lang="da-DK" dirty="0">
                <a:solidFill>
                  <a:schemeClr val="bg1"/>
                </a:solidFill>
              </a:rPr>
              <a:t> JFX running, so </a:t>
            </a:r>
            <a:r>
              <a:rPr lang="da-DK" dirty="0" err="1">
                <a:solidFill>
                  <a:schemeClr val="bg1"/>
                </a:solidFill>
              </a:rPr>
              <a:t>we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can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interact</a:t>
            </a:r>
            <a:r>
              <a:rPr lang="da-DK" dirty="0">
                <a:solidFill>
                  <a:schemeClr val="bg1"/>
                </a:solidFill>
              </a:rPr>
              <a:t> with properties</a:t>
            </a:r>
          </a:p>
        </p:txBody>
      </p:sp>
    </p:spTree>
    <p:extLst>
      <p:ext uri="{BB962C8B-B14F-4D97-AF65-F5344CB8AC3E}">
        <p14:creationId xmlns:p14="http://schemas.microsoft.com/office/powerpoint/2010/main" val="1389029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515D-526D-2383-ADBA-B09B6FF5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5279-CA0B-98AE-B47D-BBBC6742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78033-72BE-3F45-ECE5-DC3D24C1D1F8}"/>
              </a:ext>
            </a:extLst>
          </p:cNvPr>
          <p:cNvSpPr txBox="1"/>
          <p:nvPr/>
        </p:nvSpPr>
        <p:spPr>
          <a:xfrm>
            <a:off x="328612" y="-15942296"/>
            <a:ext cx="16054387" cy="41919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// clean up, delete folders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46A83-EFCF-79D7-8E0A-D36485E4F1D7}"/>
              </a:ext>
            </a:extLst>
          </p:cNvPr>
          <p:cNvSpPr txBox="1"/>
          <p:nvPr/>
        </p:nvSpPr>
        <p:spPr>
          <a:xfrm>
            <a:off x="6938572" y="986393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Nested</a:t>
            </a:r>
            <a:r>
              <a:rPr lang="da-DK" dirty="0">
                <a:solidFill>
                  <a:schemeClr val="bg1"/>
                </a:solidFill>
              </a:rPr>
              <a:t> class, </a:t>
            </a:r>
            <a:r>
              <a:rPr lang="da-DK" dirty="0" err="1">
                <a:solidFill>
                  <a:schemeClr val="bg1"/>
                </a:solidFill>
              </a:rPr>
              <a:t>notice</a:t>
            </a:r>
            <a:r>
              <a:rPr lang="da-DK" dirty="0">
                <a:solidFill>
                  <a:schemeClr val="bg1"/>
                </a:solidFill>
              </a:rPr>
              <a:t> annotation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8EF58-F36F-28BC-2D6D-6129E6D06D7B}"/>
              </a:ext>
            </a:extLst>
          </p:cNvPr>
          <p:cNvSpPr txBox="1"/>
          <p:nvPr/>
        </p:nvSpPr>
        <p:spPr>
          <a:xfrm>
            <a:off x="6938572" y="2218293"/>
            <a:ext cx="44469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@BeforeEach of the tests in </a:t>
            </a:r>
            <a:r>
              <a:rPr lang="da-DK" dirty="0" err="1">
                <a:solidFill>
                  <a:schemeClr val="bg1"/>
                </a:solidFill>
              </a:rPr>
              <a:t>this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nested</a:t>
            </a:r>
            <a:r>
              <a:rPr lang="da-DK" dirty="0">
                <a:solidFill>
                  <a:schemeClr val="bg1"/>
                </a:solidFill>
              </a:rPr>
              <a:t> class.</a:t>
            </a:r>
          </a:p>
          <a:p>
            <a:r>
              <a:rPr lang="da-DK" dirty="0">
                <a:solidFill>
                  <a:schemeClr val="bg1"/>
                </a:solidFill>
              </a:rPr>
              <a:t>Runs </a:t>
            </a:r>
            <a:r>
              <a:rPr lang="da-DK" i="1" dirty="0" err="1">
                <a:solidFill>
                  <a:schemeClr val="bg1"/>
                </a:solidFill>
              </a:rPr>
              <a:t>after</a:t>
            </a:r>
            <a:r>
              <a:rPr lang="da-DK" dirty="0">
                <a:solidFill>
                  <a:schemeClr val="bg1"/>
                </a:solidFill>
              </a:rPr>
              <a:t> the </a:t>
            </a:r>
            <a:r>
              <a:rPr lang="da-DK" dirty="0" err="1">
                <a:solidFill>
                  <a:schemeClr val="bg1"/>
                </a:solidFill>
              </a:rPr>
              <a:t>outer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before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each</a:t>
            </a:r>
            <a:r>
              <a:rPr lang="da-DK" dirty="0">
                <a:solidFill>
                  <a:schemeClr val="bg1"/>
                </a:solidFill>
              </a:rPr>
              <a:t>, i.e. all services and properties </a:t>
            </a:r>
            <a:r>
              <a:rPr lang="da-DK" dirty="0" err="1">
                <a:solidFill>
                  <a:schemeClr val="bg1"/>
                </a:solidFill>
              </a:rPr>
              <a:t>are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created</a:t>
            </a:r>
            <a:r>
              <a:rPr lang="da-DK" dirty="0">
                <a:solidFill>
                  <a:schemeClr val="bg1"/>
                </a:solidFill>
              </a:rPr>
              <a:t>, bindings </a:t>
            </a:r>
            <a:r>
              <a:rPr lang="da-DK" dirty="0" err="1">
                <a:solidFill>
                  <a:schemeClr val="bg1"/>
                </a:solidFill>
              </a:rPr>
              <a:t>are</a:t>
            </a:r>
            <a:r>
              <a:rPr lang="da-DK" dirty="0">
                <a:solidFill>
                  <a:schemeClr val="bg1"/>
                </a:solidFill>
              </a:rPr>
              <a:t> done.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253E8-5B8E-40FF-669F-F3D905616E40}"/>
              </a:ext>
            </a:extLst>
          </p:cNvPr>
          <p:cNvSpPr txBox="1"/>
          <p:nvPr/>
        </p:nvSpPr>
        <p:spPr>
          <a:xfrm>
            <a:off x="6938572" y="3987721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Act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9AA7D-07B2-2598-F85B-A5E849477C01}"/>
              </a:ext>
            </a:extLst>
          </p:cNvPr>
          <p:cNvSpPr txBox="1"/>
          <p:nvPr/>
        </p:nvSpPr>
        <p:spPr>
          <a:xfrm>
            <a:off x="6938572" y="5686941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Single test, to </a:t>
            </a:r>
            <a:r>
              <a:rPr lang="da-DK" dirty="0" err="1">
                <a:solidFill>
                  <a:schemeClr val="bg1"/>
                </a:solidFill>
              </a:rPr>
              <a:t>verify</a:t>
            </a:r>
            <a:r>
              <a:rPr lang="da-DK" dirty="0">
                <a:solidFill>
                  <a:schemeClr val="bg1"/>
                </a:solidFill>
              </a:rPr>
              <a:t> a single </a:t>
            </a:r>
            <a:r>
              <a:rPr lang="da-DK" dirty="0" err="1">
                <a:solidFill>
                  <a:schemeClr val="bg1"/>
                </a:solidFill>
              </a:rPr>
              <a:t>thing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322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BF2A-C2D9-2CF9-C8E9-4845EA8E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426C-C5D6-E417-8569-382E1326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22A3D-E71E-BA5A-97DA-488AEC2CBE35}"/>
              </a:ext>
            </a:extLst>
          </p:cNvPr>
          <p:cNvSpPr txBox="1"/>
          <p:nvPr/>
        </p:nvSpPr>
        <p:spPr>
          <a:xfrm>
            <a:off x="328612" y="-22241496"/>
            <a:ext cx="16054387" cy="41919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// clean up, delete folders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A607E-E549-1021-FADA-6B3D1EB0C7FA}"/>
              </a:ext>
            </a:extLst>
          </p:cNvPr>
          <p:cNvSpPr txBox="1"/>
          <p:nvPr/>
        </p:nvSpPr>
        <p:spPr>
          <a:xfrm>
            <a:off x="6938572" y="3244334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Many</a:t>
            </a:r>
            <a:r>
              <a:rPr lang="da-DK" dirty="0">
                <a:solidFill>
                  <a:schemeClr val="bg1"/>
                </a:solidFill>
              </a:rPr>
              <a:t> simple tests</a:t>
            </a:r>
          </a:p>
        </p:txBody>
      </p:sp>
    </p:spTree>
    <p:extLst>
      <p:ext uri="{BB962C8B-B14F-4D97-AF65-F5344CB8AC3E}">
        <p14:creationId xmlns:p14="http://schemas.microsoft.com/office/powerpoint/2010/main" val="3258634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24AA-297A-CA27-7B4C-1B73E485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972A-0999-2359-DC67-B7884F9C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0" y="0"/>
            <a:ext cx="1905000" cy="748058"/>
          </a:xfrm>
        </p:spPr>
        <p:txBody>
          <a:bodyPr/>
          <a:lstStyle/>
          <a:p>
            <a:pPr algn="r"/>
            <a:r>
              <a:rPr lang="da-DK" dirty="0"/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2CDA3-DF61-EA81-8BB3-DE0366250E25}"/>
              </a:ext>
            </a:extLst>
          </p:cNvPr>
          <p:cNvSpPr txBox="1"/>
          <p:nvPr/>
        </p:nvSpPr>
        <p:spPr>
          <a:xfrm>
            <a:off x="328612" y="-33874696"/>
            <a:ext cx="16054387" cy="41919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AddPlanetUseCaseTests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BooleanProperty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StringProperty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"test-"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+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UUID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randomUUID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testDirPath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arrange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FilePlanetDAO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planetDAO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vm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AddPlanetViewModel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service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SimpleBooleanProperty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=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new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SimpleStringProperty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binding the VM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distanceFromStarAuProperty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bindBidirectional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@AfterEach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cleanup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throws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IOException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// clean up, delete folders    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@BeforeAll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initToolkit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This starts the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JavaFX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"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engine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" so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use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// Controllers and UI components in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your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tests.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Platform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startup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(() </a:t>
            </a:r>
            <a:r>
              <a:rPr lang="da-DK" sz="1800" dirty="0">
                <a:solidFill>
                  <a:srgbClr val="D0D0D0"/>
                </a:solidFill>
                <a:effectLst/>
                <a:latin typeface="JetBrains Mono"/>
              </a:rPr>
              <a:t>-&gt;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GivenValidInput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There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is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climate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"1.7"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true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namePropertyIsCleared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climateDescriptionPropertyIsCleared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climateDescriptionInput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distanceFromStarPropertyIsCleared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distanceFromStarAuInput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hasAtmosphereIsReset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hasAtmosphereInput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hasLifeIsReset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assertFalse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hasLifeInput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statusMessageIsCorrect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submitted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: Planet"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expectedStatusMessage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planetIsInStorage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Planet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uow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getFirst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assertNotNull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insertedPlanet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TODO more tests to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verify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planet data is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correct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after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loading</a:t>
            </a: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from </a:t>
            </a:r>
            <a:r>
              <a:rPr lang="da-DK" sz="1800" b="1" i="1" dirty="0" err="1">
                <a:solidFill>
                  <a:srgbClr val="66C3CC"/>
                </a:solidFill>
                <a:effectLst/>
                <a:latin typeface="JetBrains Mono"/>
              </a:rPr>
              <a:t>storage</a:t>
            </a:r>
            <a:b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</a:br>
            <a:r>
              <a:rPr lang="da-DK" sz="1800" b="1" i="1" dirty="0">
                <a:solidFill>
                  <a:srgbClr val="66C3CC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@Nested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class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GivenEmptyName</a:t>
            </a:r>
            <a:b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   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@BeforeEach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setupProperties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act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add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data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nameInput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action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vm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addPlanet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statusMessagePropertyIsUpdatedWithFailureMessage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//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IllegalArgumentException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("Planet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name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cannot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</a:t>
            </a:r>
            <a:r>
              <a:rPr lang="da-DK" sz="1800" i="1" dirty="0" err="1">
                <a:solidFill>
                  <a:srgbClr val="85C46C"/>
                </a:solidFill>
                <a:effectLst/>
                <a:latin typeface="JetBrains Mono"/>
              </a:rPr>
              <a:t>be</a:t>
            </a: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blank.");</a:t>
            </a:r>
            <a:b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</a:br>
            <a:r>
              <a:rPr lang="da-DK" sz="1800" i="1" dirty="0">
                <a:solidFill>
                  <a:srgbClr val="85C46C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18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"Planet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name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cannot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C9A26D"/>
                </a:solidFill>
                <a:effectLst/>
                <a:latin typeface="JetBrains Mono"/>
              </a:rPr>
              <a:t>be</a:t>
            </a:r>
            <a:r>
              <a:rPr lang="da-DK" sz="1800" dirty="0">
                <a:solidFill>
                  <a:srgbClr val="C9A26D"/>
                </a:solidFill>
                <a:effectLst/>
                <a:latin typeface="JetBrains Mono"/>
              </a:rPr>
              <a:t> blank."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dirty="0" err="1">
                <a:solidFill>
                  <a:srgbClr val="66C3CC"/>
                </a:solidFill>
                <a:effectLst/>
                <a:latin typeface="JetBrains Mono"/>
              </a:rPr>
              <a:t>statusMessageInput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contains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expectedMessage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BB529"/>
                </a:solidFill>
                <a:effectLst/>
                <a:latin typeface="JetBrains Mono"/>
              </a:rPr>
              <a:t>        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18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18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planetIsNotStored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(){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    </a:t>
            </a:r>
            <a:r>
              <a:rPr lang="da-DK" sz="18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1800">
                <a:solidFill>
                  <a:srgbClr val="ED94C0"/>
                </a:solidFill>
                <a:effectLst/>
                <a:latin typeface="JetBrains Mono"/>
              </a:rPr>
              <a:t>0</a:t>
            </a:r>
            <a:r>
              <a:rPr lang="da-DK" sz="1800">
                <a:solidFill>
                  <a:srgbClr val="BDBDBD"/>
                </a:solidFill>
                <a:effectLst/>
                <a:latin typeface="JetBrains Mono"/>
              </a:rPr>
              <a:t>,new </a:t>
            </a:r>
            <a:r>
              <a:rPr lang="da-DK" sz="1800" dirty="0" err="1">
                <a:solidFill>
                  <a:srgbClr val="BDBDBD"/>
                </a:solidFill>
                <a:effectLst/>
                <a:latin typeface="JetBrains Mono"/>
              </a:rPr>
              <a:t>FileUnitOfWork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getPlanets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().</a:t>
            </a:r>
            <a:r>
              <a:rPr lang="da-DK" sz="1800" dirty="0" err="1">
                <a:solidFill>
                  <a:srgbClr val="39CC9B"/>
                </a:solidFill>
                <a:effectLst/>
                <a:latin typeface="JetBrains Mono"/>
              </a:rPr>
              <a:t>size</a:t>
            </a: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());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18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18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52FB7-CF19-8C5D-6AB7-26A9175F8635}"/>
              </a:ext>
            </a:extLst>
          </p:cNvPr>
          <p:cNvSpPr txBox="1"/>
          <p:nvPr/>
        </p:nvSpPr>
        <p:spPr>
          <a:xfrm>
            <a:off x="5575301" y="378726"/>
            <a:ext cx="5051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A </a:t>
            </a:r>
            <a:r>
              <a:rPr lang="da-DK" dirty="0" err="1">
                <a:solidFill>
                  <a:schemeClr val="bg1"/>
                </a:solidFill>
              </a:rPr>
              <a:t>nested</a:t>
            </a:r>
            <a:r>
              <a:rPr lang="da-DK" dirty="0">
                <a:solidFill>
                  <a:schemeClr val="bg1"/>
                </a:solidFill>
              </a:rPr>
              <a:t> class for a </a:t>
            </a:r>
            <a:r>
              <a:rPr lang="da-DK" dirty="0" err="1">
                <a:solidFill>
                  <a:schemeClr val="bg1"/>
                </a:solidFill>
              </a:rPr>
              <a:t>specific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failure</a:t>
            </a:r>
            <a:r>
              <a:rPr lang="da-DK" dirty="0">
                <a:solidFill>
                  <a:schemeClr val="bg1"/>
                </a:solidFill>
              </a:rPr>
              <a:t> scenario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B7515-A096-6F76-B148-E2D09F59A69E}"/>
              </a:ext>
            </a:extLst>
          </p:cNvPr>
          <p:cNvSpPr txBox="1"/>
          <p:nvPr/>
        </p:nvSpPr>
        <p:spPr>
          <a:xfrm>
            <a:off x="6321826" y="1648726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Before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each</a:t>
            </a:r>
            <a:r>
              <a:rPr lang="da-DK" dirty="0">
                <a:solidFill>
                  <a:schemeClr val="bg1"/>
                </a:solidFill>
              </a:rPr>
              <a:t> test in </a:t>
            </a:r>
            <a:r>
              <a:rPr lang="da-DK" dirty="0" err="1">
                <a:solidFill>
                  <a:schemeClr val="bg1"/>
                </a:solidFill>
              </a:rPr>
              <a:t>this</a:t>
            </a:r>
            <a:r>
              <a:rPr lang="da-DK" dirty="0">
                <a:solidFill>
                  <a:schemeClr val="bg1"/>
                </a:solidFill>
              </a:rPr>
              <a:t> 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91208-C535-AE89-9D24-1F05635E9F77}"/>
              </a:ext>
            </a:extLst>
          </p:cNvPr>
          <p:cNvSpPr txBox="1"/>
          <p:nvPr/>
        </p:nvSpPr>
        <p:spPr>
          <a:xfrm>
            <a:off x="7745021" y="4026933"/>
            <a:ext cx="4446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Single test, </a:t>
            </a:r>
            <a:r>
              <a:rPr lang="da-DK" dirty="0" err="1">
                <a:solidFill>
                  <a:schemeClr val="bg1"/>
                </a:solidFill>
              </a:rPr>
              <a:t>verifying</a:t>
            </a:r>
            <a:r>
              <a:rPr lang="da-DK" dirty="0">
                <a:solidFill>
                  <a:schemeClr val="bg1"/>
                </a:solidFill>
              </a:rPr>
              <a:t> status message </a:t>
            </a:r>
            <a:r>
              <a:rPr lang="da-DK" dirty="0" err="1">
                <a:solidFill>
                  <a:schemeClr val="bg1"/>
                </a:solidFill>
              </a:rPr>
              <a:t>shown</a:t>
            </a:r>
            <a:r>
              <a:rPr lang="da-DK" dirty="0">
                <a:solidFill>
                  <a:schemeClr val="bg1"/>
                </a:solidFill>
              </a:rPr>
              <a:t> to user is </a:t>
            </a:r>
            <a:r>
              <a:rPr lang="da-DK" dirty="0" err="1">
                <a:solidFill>
                  <a:schemeClr val="bg1"/>
                </a:solidFill>
              </a:rPr>
              <a:t>correct</a:t>
            </a:r>
            <a:r>
              <a:rPr lang="da-DK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976D0-6473-147E-0C4B-762822F7B36A}"/>
              </a:ext>
            </a:extLst>
          </p:cNvPr>
          <p:cNvSpPr txBox="1"/>
          <p:nvPr/>
        </p:nvSpPr>
        <p:spPr>
          <a:xfrm>
            <a:off x="7745021" y="5883407"/>
            <a:ext cx="444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chemeClr val="bg1"/>
                </a:solidFill>
              </a:rPr>
              <a:t>Verify</a:t>
            </a:r>
            <a:r>
              <a:rPr lang="da-DK" dirty="0">
                <a:solidFill>
                  <a:schemeClr val="bg1"/>
                </a:solidFill>
              </a:rPr>
              <a:t> no planet </a:t>
            </a:r>
            <a:r>
              <a:rPr lang="da-DK" dirty="0" err="1">
                <a:solidFill>
                  <a:schemeClr val="bg1"/>
                </a:solidFill>
              </a:rPr>
              <a:t>was</a:t>
            </a:r>
            <a:r>
              <a:rPr lang="da-DK" dirty="0">
                <a:solidFill>
                  <a:schemeClr val="bg1"/>
                </a:solidFill>
              </a:rPr>
              <a:t> </a:t>
            </a:r>
            <a:r>
              <a:rPr lang="da-DK" dirty="0" err="1">
                <a:solidFill>
                  <a:schemeClr val="bg1"/>
                </a:solidFill>
              </a:rPr>
              <a:t>saved</a:t>
            </a:r>
            <a:r>
              <a:rPr lang="da-DK" dirty="0">
                <a:solidFill>
                  <a:schemeClr val="bg1"/>
                </a:solidFill>
              </a:rPr>
              <a:t> to file</a:t>
            </a:r>
          </a:p>
        </p:txBody>
      </p:sp>
    </p:spTree>
    <p:extLst>
      <p:ext uri="{BB962C8B-B14F-4D97-AF65-F5344CB8AC3E}">
        <p14:creationId xmlns:p14="http://schemas.microsoft.com/office/powerpoint/2010/main" val="1193234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F117-0691-42E0-57E7-9F798637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Extra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9CCA-F1D0-5841-DDD6-A34A00B17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All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is in </a:t>
            </a:r>
            <a:r>
              <a:rPr lang="da-DK" dirty="0" err="1"/>
              <a:t>place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testing</a:t>
            </a:r>
            <a:endParaRPr lang="da-DK" dirty="0"/>
          </a:p>
          <a:p>
            <a:r>
              <a:rPr lang="da-DK" dirty="0"/>
              <a:t>It </a:t>
            </a:r>
            <a:r>
              <a:rPr lang="da-DK" dirty="0" err="1"/>
              <a:t>obviously</a:t>
            </a:r>
            <a:r>
              <a:rPr lang="da-DK" dirty="0"/>
              <a:t> </a:t>
            </a:r>
            <a:r>
              <a:rPr lang="da-DK" dirty="0" err="1"/>
              <a:t>work</a:t>
            </a:r>
            <a:r>
              <a:rPr lang="da-DK" dirty="0"/>
              <a:t>,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wrote</a:t>
            </a:r>
            <a:r>
              <a:rPr lang="da-DK" dirty="0"/>
              <a:t> it, </a:t>
            </a:r>
            <a:r>
              <a:rPr lang="da-DK" dirty="0" err="1"/>
              <a:t>after</a:t>
            </a:r>
            <a:r>
              <a:rPr lang="da-DK" dirty="0"/>
              <a:t> all</a:t>
            </a:r>
          </a:p>
          <a:p>
            <a:endParaRPr lang="da-DK" dirty="0"/>
          </a:p>
          <a:p>
            <a:r>
              <a:rPr lang="da-DK" dirty="0" err="1"/>
              <a:t>Consider</a:t>
            </a:r>
            <a:r>
              <a:rPr lang="da-DK" dirty="0"/>
              <a:t> flipping an </a:t>
            </a:r>
            <a:r>
              <a:rPr lang="da-DK" dirty="0" err="1"/>
              <a:t>assert</a:t>
            </a:r>
            <a:r>
              <a:rPr lang="da-DK" dirty="0"/>
              <a:t>, to </a:t>
            </a:r>
            <a:r>
              <a:rPr lang="da-DK" dirty="0" err="1"/>
              <a:t>ensure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test </a:t>
            </a:r>
            <a:r>
              <a:rPr lang="da-DK" dirty="0" err="1"/>
              <a:t>actually</a:t>
            </a:r>
            <a:r>
              <a:rPr lang="da-DK" dirty="0"/>
              <a:t> </a:t>
            </a:r>
            <a:r>
              <a:rPr lang="da-DK" dirty="0" err="1"/>
              <a:t>catches</a:t>
            </a:r>
            <a:r>
              <a:rPr lang="da-DK" dirty="0"/>
              <a:t> </a:t>
            </a:r>
            <a:r>
              <a:rPr lang="da-DK" dirty="0" err="1"/>
              <a:t>this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0684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D1E4-1F3C-98F0-0D63-3467C891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Helpers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3163C-9A74-0C84-C4CD-C335BF9A0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Consider</a:t>
            </a:r>
            <a:r>
              <a:rPr lang="da-DK" dirty="0"/>
              <a:t> </a:t>
            </a:r>
            <a:r>
              <a:rPr lang="da-DK" dirty="0" err="1"/>
              <a:t>helper</a:t>
            </a:r>
            <a:r>
              <a:rPr lang="da-DK" dirty="0"/>
              <a:t> </a:t>
            </a:r>
            <a:r>
              <a:rPr lang="da-DK" dirty="0" err="1"/>
              <a:t>classes</a:t>
            </a:r>
            <a:r>
              <a:rPr lang="da-DK" dirty="0"/>
              <a:t> to </a:t>
            </a:r>
            <a:r>
              <a:rPr lang="da-DK" dirty="0" err="1"/>
              <a:t>setup</a:t>
            </a:r>
            <a:r>
              <a:rPr lang="da-DK" dirty="0"/>
              <a:t> </a:t>
            </a:r>
            <a:r>
              <a:rPr lang="da-DK" dirty="0" err="1"/>
              <a:t>stuff</a:t>
            </a:r>
            <a:r>
              <a:rPr lang="da-DK" dirty="0"/>
              <a:t>, and break </a:t>
            </a:r>
            <a:r>
              <a:rPr lang="da-DK" dirty="0" err="1"/>
              <a:t>down</a:t>
            </a:r>
            <a:r>
              <a:rPr lang="da-DK" dirty="0"/>
              <a:t> </a:t>
            </a:r>
            <a:r>
              <a:rPr lang="da-DK" dirty="0" err="1"/>
              <a:t>stuff</a:t>
            </a:r>
            <a:r>
              <a:rPr lang="da-DK" dirty="0"/>
              <a:t>. Like the folder for </a:t>
            </a:r>
            <a:r>
              <a:rPr lang="da-DK" dirty="0" err="1"/>
              <a:t>your</a:t>
            </a:r>
            <a:r>
              <a:rPr lang="da-DK" dirty="0"/>
              <a:t> files.</a:t>
            </a:r>
          </a:p>
        </p:txBody>
      </p:sp>
    </p:spTree>
    <p:extLst>
      <p:ext uri="{BB962C8B-B14F-4D97-AF65-F5344CB8AC3E}">
        <p14:creationId xmlns:p14="http://schemas.microsoft.com/office/powerpoint/2010/main" val="572746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EF2008-018A-119A-287D-C30956A000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Assignment</a:t>
            </a:r>
            <a:endParaRPr lang="da-DK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BDEA95-2F37-2E44-D3FF-C061E6875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183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DE51700-1F66-45D6-A810-4649A0C5E7AE}" vid="{01BB361F-B1D9-43E5-9560-86843EEC1C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MyOwnCustomTemplate</Template>
  <TotalTime>508</TotalTime>
  <Words>8080</Words>
  <Application>Microsoft Office PowerPoint</Application>
  <PresentationFormat>Widescreen</PresentationFormat>
  <Paragraphs>320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JetBrains Mono</vt:lpstr>
      <vt:lpstr>Segoe Print</vt:lpstr>
      <vt:lpstr>Office Theme</vt:lpstr>
      <vt:lpstr>Integration testing</vt:lpstr>
      <vt:lpstr>Agenda</vt:lpstr>
      <vt:lpstr>Testing V-Model</vt:lpstr>
      <vt:lpstr>What is an integration test?</vt:lpstr>
      <vt:lpstr>PowerPoint Presentation</vt:lpstr>
      <vt:lpstr>What is integration testing</vt:lpstr>
      <vt:lpstr>Most unit testing theory still applies</vt:lpstr>
      <vt:lpstr>PowerPoint Presentation</vt:lpstr>
      <vt:lpstr>Where</vt:lpstr>
      <vt:lpstr>Where</vt:lpstr>
      <vt:lpstr>PowerPoint Presentation</vt:lpstr>
      <vt:lpstr>Test setup</vt:lpstr>
      <vt:lpstr>Test setup - JFX</vt:lpstr>
      <vt:lpstr>Independent tests</vt:lpstr>
      <vt:lpstr>Independent tests</vt:lpstr>
      <vt:lpstr>Setting up test storage</vt:lpstr>
      <vt:lpstr>Unique test folder</vt:lpstr>
      <vt:lpstr>Unique test folder</vt:lpstr>
      <vt:lpstr>Unique test folder</vt:lpstr>
      <vt:lpstr>For the data base?</vt:lpstr>
      <vt:lpstr>Arrange</vt:lpstr>
      <vt:lpstr>Arrange</vt:lpstr>
      <vt:lpstr>Act</vt:lpstr>
      <vt:lpstr>Act</vt:lpstr>
      <vt:lpstr>Assert</vt:lpstr>
      <vt:lpstr>Many asserts?</vt:lpstr>
      <vt:lpstr>Let’s reorganize</vt:lpstr>
      <vt:lpstr>Organization</vt:lpstr>
      <vt:lpstr>Organization</vt:lpstr>
      <vt:lpstr>Organization</vt:lpstr>
      <vt:lpstr>PowerPoint Presentation</vt:lpstr>
      <vt:lpstr>PowerPoint Presentation</vt:lpstr>
      <vt:lpstr>PowerPoint Presentation</vt:lpstr>
      <vt:lpstr>Code</vt:lpstr>
      <vt:lpstr>Code</vt:lpstr>
      <vt:lpstr>Code</vt:lpstr>
      <vt:lpstr>Code</vt:lpstr>
      <vt:lpstr>Code</vt:lpstr>
      <vt:lpstr>Code</vt:lpstr>
      <vt:lpstr>Extra check</vt:lpstr>
      <vt:lpstr>Helpers</vt:lpstr>
      <vt:lpstr>Assignment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Troels Mortensen (TRMO) | VIA</dc:creator>
  <cp:lastModifiedBy>Troels Mortensen (TRMO) | VIA</cp:lastModifiedBy>
  <cp:revision>1</cp:revision>
  <dcterms:created xsi:type="dcterms:W3CDTF">2026-04-08T06:17:13Z</dcterms:created>
  <dcterms:modified xsi:type="dcterms:W3CDTF">2026-04-08T14:45:27Z</dcterms:modified>
</cp:coreProperties>
</file>