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04" r:id="rId4"/>
    <p:sldId id="257" r:id="rId5"/>
    <p:sldId id="274" r:id="rId6"/>
    <p:sldId id="275" r:id="rId7"/>
    <p:sldId id="276" r:id="rId8"/>
    <p:sldId id="306" r:id="rId9"/>
    <p:sldId id="258" r:id="rId10"/>
    <p:sldId id="277" r:id="rId11"/>
    <p:sldId id="278" r:id="rId12"/>
    <p:sldId id="279" r:id="rId13"/>
    <p:sldId id="281" r:id="rId14"/>
    <p:sldId id="282" r:id="rId15"/>
    <p:sldId id="307" r:id="rId16"/>
    <p:sldId id="312" r:id="rId17"/>
    <p:sldId id="259" r:id="rId18"/>
    <p:sldId id="283" r:id="rId19"/>
    <p:sldId id="308" r:id="rId20"/>
    <p:sldId id="267" r:id="rId21"/>
    <p:sldId id="284" r:id="rId22"/>
    <p:sldId id="285" r:id="rId23"/>
    <p:sldId id="268" r:id="rId24"/>
    <p:sldId id="286" r:id="rId25"/>
    <p:sldId id="270" r:id="rId26"/>
    <p:sldId id="287" r:id="rId27"/>
    <p:sldId id="271" r:id="rId28"/>
    <p:sldId id="269" r:id="rId29"/>
    <p:sldId id="288" r:id="rId30"/>
    <p:sldId id="309" r:id="rId31"/>
    <p:sldId id="260" r:id="rId32"/>
    <p:sldId id="289" r:id="rId33"/>
    <p:sldId id="264" r:id="rId34"/>
    <p:sldId id="290" r:id="rId35"/>
    <p:sldId id="261" r:id="rId36"/>
    <p:sldId id="291" r:id="rId37"/>
    <p:sldId id="292" r:id="rId38"/>
    <p:sldId id="293" r:id="rId39"/>
    <p:sldId id="294" r:id="rId40"/>
    <p:sldId id="310" r:id="rId41"/>
    <p:sldId id="265" r:id="rId42"/>
    <p:sldId id="295" r:id="rId43"/>
    <p:sldId id="296" r:id="rId44"/>
    <p:sldId id="297" r:id="rId45"/>
    <p:sldId id="298" r:id="rId46"/>
    <p:sldId id="266" r:id="rId47"/>
    <p:sldId id="299" r:id="rId48"/>
    <p:sldId id="300" r:id="rId49"/>
    <p:sldId id="301" r:id="rId50"/>
    <p:sldId id="302" r:id="rId51"/>
    <p:sldId id="303" r:id="rId52"/>
    <p:sldId id="313" r:id="rId53"/>
    <p:sldId id="311" r:id="rId54"/>
    <p:sldId id="305" r:id="rId5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C0CE"/>
    <a:srgbClr val="3C4048"/>
    <a:srgbClr val="58585A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7388" autoAdjust="0"/>
  </p:normalViewPr>
  <p:slideViewPr>
    <p:cSldViewPr snapToGrid="0">
      <p:cViewPr varScale="1">
        <p:scale>
          <a:sx n="159" d="100"/>
          <a:sy n="159" d="100"/>
        </p:scale>
        <p:origin x="1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els Mortensen (TRMO) | VIA" userId="48eeef65-5bf8-474b-9082-b56af31dd25e" providerId="ADAL" clId="{D1D70EA8-438A-4B0D-A7BB-B5EC525C22B7}"/>
    <pc:docChg chg="undo redo custSel addSld delSld modSld sldOrd">
      <pc:chgData name="Troels Mortensen (TRMO) | VIA" userId="48eeef65-5bf8-474b-9082-b56af31dd25e" providerId="ADAL" clId="{D1D70EA8-438A-4B0D-A7BB-B5EC525C22B7}" dt="2026-03-20T08:21:12.855" v="8921" actId="20577"/>
      <pc:docMkLst>
        <pc:docMk/>
      </pc:docMkLst>
      <pc:sldChg chg="modSp mod">
        <pc:chgData name="Troels Mortensen (TRMO) | VIA" userId="48eeef65-5bf8-474b-9082-b56af31dd25e" providerId="ADAL" clId="{D1D70EA8-438A-4B0D-A7BB-B5EC525C22B7}" dt="2026-03-11T08:49:53.319" v="400" actId="20577"/>
        <pc:sldMkLst>
          <pc:docMk/>
          <pc:sldMk cId="2934646535" sldId="256"/>
        </pc:sldMkLst>
        <pc:spChg chg="mod">
          <ac:chgData name="Troels Mortensen (TRMO) | VIA" userId="48eeef65-5bf8-474b-9082-b56af31dd25e" providerId="ADAL" clId="{D1D70EA8-438A-4B0D-A7BB-B5EC525C22B7}" dt="2026-03-11T08:49:53.319" v="400" actId="20577"/>
          <ac:spMkLst>
            <pc:docMk/>
            <pc:sldMk cId="2934646535" sldId="256"/>
            <ac:spMk id="3" creationId="{D7F9EBBC-C628-BB1A-177C-1D830D087A4D}"/>
          </ac:spMkLst>
        </pc:spChg>
      </pc:sldChg>
      <pc:sldChg chg="addSp delSp modSp new mod modTransition modClrScheme chgLayout">
        <pc:chgData name="Troels Mortensen (TRMO) | VIA" userId="48eeef65-5bf8-474b-9082-b56af31dd25e" providerId="ADAL" clId="{D1D70EA8-438A-4B0D-A7BB-B5EC525C22B7}" dt="2026-03-11T11:08:53.843" v="3062"/>
        <pc:sldMkLst>
          <pc:docMk/>
          <pc:sldMk cId="3120302581" sldId="257"/>
        </pc:sldMkLst>
        <pc:spChg chg="add mod ord">
          <ac:chgData name="Troels Mortensen (TRMO) | VIA" userId="48eeef65-5bf8-474b-9082-b56af31dd25e" providerId="ADAL" clId="{D1D70EA8-438A-4B0D-A7BB-B5EC525C22B7}" dt="2026-03-09T13:14:53.157" v="17" actId="20577"/>
          <ac:spMkLst>
            <pc:docMk/>
            <pc:sldMk cId="3120302581" sldId="257"/>
            <ac:spMk id="4" creationId="{218624E2-5942-A867-5B8B-A24834F3A741}"/>
          </ac:spMkLst>
        </pc:spChg>
        <pc:spChg chg="add mod ord">
          <ac:chgData name="Troels Mortensen (TRMO) | VIA" userId="48eeef65-5bf8-474b-9082-b56af31dd25e" providerId="ADAL" clId="{D1D70EA8-438A-4B0D-A7BB-B5EC525C22B7}" dt="2026-03-09T13:14:55.411" v="24" actId="20577"/>
          <ac:spMkLst>
            <pc:docMk/>
            <pc:sldMk cId="3120302581" sldId="257"/>
            <ac:spMk id="5" creationId="{60FDD02F-99B9-30DB-B87E-2C6FBD53CC46}"/>
          </ac:spMkLst>
        </pc:spChg>
      </pc:sldChg>
      <pc:sldChg chg="addSp delSp modSp add mod modTransition setBg">
        <pc:chgData name="Troels Mortensen (TRMO) | VIA" userId="48eeef65-5bf8-474b-9082-b56af31dd25e" providerId="ADAL" clId="{D1D70EA8-438A-4B0D-A7BB-B5EC525C22B7}" dt="2026-03-11T11:08:51.015" v="3061"/>
        <pc:sldMkLst>
          <pc:docMk/>
          <pc:sldMk cId="2669316391" sldId="258"/>
        </pc:sldMkLst>
        <pc:spChg chg="mod">
          <ac:chgData name="Troels Mortensen (TRMO) | VIA" userId="48eeef65-5bf8-474b-9082-b56af31dd25e" providerId="ADAL" clId="{D1D70EA8-438A-4B0D-A7BB-B5EC525C22B7}" dt="2026-03-11T11:08:47.421" v="3060" actId="26606"/>
          <ac:spMkLst>
            <pc:docMk/>
            <pc:sldMk cId="2669316391" sldId="258"/>
            <ac:spMk id="4" creationId="{23EBDAB3-31AD-F15F-F97D-E5AAEC1465E6}"/>
          </ac:spMkLst>
        </pc:spChg>
        <pc:spChg chg="add">
          <ac:chgData name="Troels Mortensen (TRMO) | VIA" userId="48eeef65-5bf8-474b-9082-b56af31dd25e" providerId="ADAL" clId="{D1D70EA8-438A-4B0D-A7BB-B5EC525C22B7}" dt="2026-03-11T11:08:47.421" v="3060" actId="26606"/>
          <ac:spMkLst>
            <pc:docMk/>
            <pc:sldMk cId="2669316391" sldId="258"/>
            <ac:spMk id="12302" creationId="{25E62178-5DE6-44C8-AE62-8B9F37AC0167}"/>
          </ac:spMkLst>
        </pc:spChg>
        <pc:grpChg chg="add">
          <ac:chgData name="Troels Mortensen (TRMO) | VIA" userId="48eeef65-5bf8-474b-9082-b56af31dd25e" providerId="ADAL" clId="{D1D70EA8-438A-4B0D-A7BB-B5EC525C22B7}" dt="2026-03-11T11:08:47.421" v="3060" actId="26606"/>
          <ac:grpSpMkLst>
            <pc:docMk/>
            <pc:sldMk cId="2669316391" sldId="258"/>
            <ac:grpSpMk id="12304" creationId="{C29863D6-0FE2-4F80-9C72-1419BDEB4EDA}"/>
          </ac:grpSpMkLst>
        </pc:grpChg>
        <pc:picChg chg="add mod">
          <ac:chgData name="Troels Mortensen (TRMO) | VIA" userId="48eeef65-5bf8-474b-9082-b56af31dd25e" providerId="ADAL" clId="{D1D70EA8-438A-4B0D-A7BB-B5EC525C22B7}" dt="2026-03-11T11:08:47.421" v="3060" actId="26606"/>
          <ac:picMkLst>
            <pc:docMk/>
            <pc:sldMk cId="2669316391" sldId="258"/>
            <ac:picMk id="12290" creationId="{408E9CE4-80BF-D464-2FC8-B9E1AA263502}"/>
          </ac:picMkLst>
        </pc:picChg>
      </pc:sldChg>
      <pc:sldChg chg="addSp delSp modSp add mod ord modTransition">
        <pc:chgData name="Troels Mortensen (TRMO) | VIA" userId="48eeef65-5bf8-474b-9082-b56af31dd25e" providerId="ADAL" clId="{D1D70EA8-438A-4B0D-A7BB-B5EC525C22B7}" dt="2026-03-11T11:08:10.665" v="3055"/>
        <pc:sldMkLst>
          <pc:docMk/>
          <pc:sldMk cId="300350881" sldId="259"/>
        </pc:sldMkLst>
        <pc:spChg chg="add mod">
          <ac:chgData name="Troels Mortensen (TRMO) | VIA" userId="48eeef65-5bf8-474b-9082-b56af31dd25e" providerId="ADAL" clId="{D1D70EA8-438A-4B0D-A7BB-B5EC525C22B7}" dt="2026-03-11T11:07:31.674" v="3052" actId="14100"/>
          <ac:spMkLst>
            <pc:docMk/>
            <pc:sldMk cId="300350881" sldId="259"/>
            <ac:spMk id="3" creationId="{D925EBF8-FD07-2657-7942-F27B2CF316CB}"/>
          </ac:spMkLst>
        </pc:spChg>
        <pc:spChg chg="mod ord">
          <ac:chgData name="Troels Mortensen (TRMO) | VIA" userId="48eeef65-5bf8-474b-9082-b56af31dd25e" providerId="ADAL" clId="{D1D70EA8-438A-4B0D-A7BB-B5EC525C22B7}" dt="2026-03-11T11:05:51.327" v="2832" actId="166"/>
          <ac:spMkLst>
            <pc:docMk/>
            <pc:sldMk cId="300350881" sldId="259"/>
            <ac:spMk id="4" creationId="{A987B560-25FA-C8A1-969F-F33AE608E115}"/>
          </ac:spMkLst>
        </pc:spChg>
        <pc:picChg chg="add mod">
          <ac:chgData name="Troels Mortensen (TRMO) | VIA" userId="48eeef65-5bf8-474b-9082-b56af31dd25e" providerId="ADAL" clId="{D1D70EA8-438A-4B0D-A7BB-B5EC525C22B7}" dt="2026-03-11T11:07:27.586" v="3050" actId="14100"/>
          <ac:picMkLst>
            <pc:docMk/>
            <pc:sldMk cId="300350881" sldId="259"/>
            <ac:picMk id="2" creationId="{79846439-B86B-CE46-2EFD-04B2480CA8C5}"/>
          </ac:picMkLst>
        </pc:picChg>
        <pc:picChg chg="add mod">
          <ac:chgData name="Troels Mortensen (TRMO) | VIA" userId="48eeef65-5bf8-474b-9082-b56af31dd25e" providerId="ADAL" clId="{D1D70EA8-438A-4B0D-A7BB-B5EC525C22B7}" dt="2026-03-11T11:06:44.452" v="3012" actId="1076"/>
          <ac:picMkLst>
            <pc:docMk/>
            <pc:sldMk cId="300350881" sldId="259"/>
            <ac:picMk id="10242" creationId="{C135AB56-2D54-D2FA-9DE8-376CF4DDBD2F}"/>
          </ac:picMkLst>
        </pc:picChg>
      </pc:sldChg>
      <pc:sldChg chg="addSp delSp modSp add mod modTransition setBg">
        <pc:chgData name="Troels Mortensen (TRMO) | VIA" userId="48eeef65-5bf8-474b-9082-b56af31dd25e" providerId="ADAL" clId="{D1D70EA8-438A-4B0D-A7BB-B5EC525C22B7}" dt="2026-03-11T12:25:51.868" v="3438"/>
        <pc:sldMkLst>
          <pc:docMk/>
          <pc:sldMk cId="3246770010" sldId="260"/>
        </pc:sldMkLst>
        <pc:spChg chg="mod">
          <ac:chgData name="Troels Mortensen (TRMO) | VIA" userId="48eeef65-5bf8-474b-9082-b56af31dd25e" providerId="ADAL" clId="{D1D70EA8-438A-4B0D-A7BB-B5EC525C22B7}" dt="2026-03-11T12:25:29.202" v="3433" actId="14100"/>
          <ac:spMkLst>
            <pc:docMk/>
            <pc:sldMk cId="3246770010" sldId="260"/>
            <ac:spMk id="4" creationId="{6B8B363F-8B24-2FF8-679C-1100459C75EE}"/>
          </ac:spMkLst>
        </pc:spChg>
        <pc:spChg chg="add del">
          <ac:chgData name="Troels Mortensen (TRMO) | VIA" userId="48eeef65-5bf8-474b-9082-b56af31dd25e" providerId="ADAL" clId="{D1D70EA8-438A-4B0D-A7BB-B5EC525C22B7}" dt="2026-03-11T12:25:12.170" v="3427" actId="26606"/>
          <ac:spMkLst>
            <pc:docMk/>
            <pc:sldMk cId="3246770010" sldId="260"/>
            <ac:spMk id="13319" creationId="{ECC07320-C2CA-4E29-8481-9D9E143C7788}"/>
          </ac:spMkLst>
        </pc:spChg>
        <pc:spChg chg="add del mod">
          <ac:chgData name="Troels Mortensen (TRMO) | VIA" userId="48eeef65-5bf8-474b-9082-b56af31dd25e" providerId="ADAL" clId="{D1D70EA8-438A-4B0D-A7BB-B5EC525C22B7}" dt="2026-03-11T12:25:44.905" v="3436" actId="14100"/>
          <ac:spMkLst>
            <pc:docMk/>
            <pc:sldMk cId="3246770010" sldId="260"/>
            <ac:spMk id="13321" creationId="{178FB36B-5BFE-42CA-BC60-1115E0D95EEC}"/>
          </ac:spMkLst>
        </pc:spChg>
        <pc:picChg chg="add mod ord">
          <ac:chgData name="Troels Mortensen (TRMO) | VIA" userId="48eeef65-5bf8-474b-9082-b56af31dd25e" providerId="ADAL" clId="{D1D70EA8-438A-4B0D-A7BB-B5EC525C22B7}" dt="2026-03-11T12:25:46.316" v="3437" actId="1076"/>
          <ac:picMkLst>
            <pc:docMk/>
            <pc:sldMk cId="3246770010" sldId="260"/>
            <ac:picMk id="13314" creationId="{174D9836-5A41-46A2-CE0C-09D1039FAF0A}"/>
          </ac:picMkLst>
        </pc:picChg>
      </pc:sldChg>
      <pc:sldChg chg="addSp delSp modSp add mod">
        <pc:chgData name="Troels Mortensen (TRMO) | VIA" userId="48eeef65-5bf8-474b-9082-b56af31dd25e" providerId="ADAL" clId="{D1D70EA8-438A-4B0D-A7BB-B5EC525C22B7}" dt="2026-03-11T12:37:35.964" v="3980" actId="478"/>
        <pc:sldMkLst>
          <pc:docMk/>
          <pc:sldMk cId="1054500409" sldId="261"/>
        </pc:sldMkLst>
        <pc:spChg chg="add mod">
          <ac:chgData name="Troels Mortensen (TRMO) | VIA" userId="48eeef65-5bf8-474b-9082-b56af31dd25e" providerId="ADAL" clId="{D1D70EA8-438A-4B0D-A7BB-B5EC525C22B7}" dt="2026-03-11T12:37:35.964" v="3980" actId="478"/>
          <ac:spMkLst>
            <pc:docMk/>
            <pc:sldMk cId="1054500409" sldId="261"/>
            <ac:spMk id="3" creationId="{B76C713A-2447-3100-FE1A-07B46EECF28B}"/>
          </ac:spMkLst>
        </pc:spChg>
        <pc:spChg chg="mod">
          <ac:chgData name="Troels Mortensen (TRMO) | VIA" userId="48eeef65-5bf8-474b-9082-b56af31dd25e" providerId="ADAL" clId="{D1D70EA8-438A-4B0D-A7BB-B5EC525C22B7}" dt="2026-03-11T12:37:30.153" v="3977"/>
          <ac:spMkLst>
            <pc:docMk/>
            <pc:sldMk cId="1054500409" sldId="261"/>
            <ac:spMk id="4" creationId="{F8C266DA-DCD4-6BBB-7CB8-D0A472F84C20}"/>
          </ac:spMkLst>
        </pc:spChg>
      </pc:sldChg>
      <pc:sldChg chg="addSp delSp modSp add mod ord modTransition setBg">
        <pc:chgData name="Troels Mortensen (TRMO) | VIA" userId="48eeef65-5bf8-474b-9082-b56af31dd25e" providerId="ADAL" clId="{D1D70EA8-438A-4B0D-A7BB-B5EC525C22B7}" dt="2026-03-11T12:28:15.579" v="3709"/>
        <pc:sldMkLst>
          <pc:docMk/>
          <pc:sldMk cId="2262734509" sldId="264"/>
        </pc:sldMkLst>
        <pc:spChg chg="add mod">
          <ac:chgData name="Troels Mortensen (TRMO) | VIA" userId="48eeef65-5bf8-474b-9082-b56af31dd25e" providerId="ADAL" clId="{D1D70EA8-438A-4B0D-A7BB-B5EC525C22B7}" dt="2026-03-11T12:27:54.818" v="3706" actId="1076"/>
          <ac:spMkLst>
            <pc:docMk/>
            <pc:sldMk cId="2262734509" sldId="264"/>
            <ac:spMk id="2" creationId="{A2B63918-FF4F-813E-5068-3D094EB0E44A}"/>
          </ac:spMkLst>
        </pc:spChg>
        <pc:picChg chg="add mod">
          <ac:chgData name="Troels Mortensen (TRMO) | VIA" userId="48eeef65-5bf8-474b-9082-b56af31dd25e" providerId="ADAL" clId="{D1D70EA8-438A-4B0D-A7BB-B5EC525C22B7}" dt="2026-03-11T12:27:32.138" v="3693" actId="167"/>
          <ac:picMkLst>
            <pc:docMk/>
            <pc:sldMk cId="2262734509" sldId="264"/>
            <ac:picMk id="14338" creationId="{5B90988D-0E59-27A3-500B-3E981C1F2AD8}"/>
          </ac:picMkLst>
        </pc:picChg>
      </pc:sldChg>
      <pc:sldChg chg="modSp add mod modTransition">
        <pc:chgData name="Troels Mortensen (TRMO) | VIA" userId="48eeef65-5bf8-474b-9082-b56af31dd25e" providerId="ADAL" clId="{D1D70EA8-438A-4B0D-A7BB-B5EC525C22B7}" dt="2026-03-11T12:48:44.668" v="4634"/>
        <pc:sldMkLst>
          <pc:docMk/>
          <pc:sldMk cId="3545652240" sldId="265"/>
        </pc:sldMkLst>
        <pc:spChg chg="mod">
          <ac:chgData name="Troels Mortensen (TRMO) | VIA" userId="48eeef65-5bf8-474b-9082-b56af31dd25e" providerId="ADAL" clId="{D1D70EA8-438A-4B0D-A7BB-B5EC525C22B7}" dt="2026-03-09T13:16:05.173" v="173" actId="20577"/>
          <ac:spMkLst>
            <pc:docMk/>
            <pc:sldMk cId="3545652240" sldId="265"/>
            <ac:spMk id="4" creationId="{36644127-2EB8-E0BD-2EE0-0B7F84ACFD2E}"/>
          </ac:spMkLst>
        </pc:spChg>
      </pc:sldChg>
      <pc:sldChg chg="modSp add mod">
        <pc:chgData name="Troels Mortensen (TRMO) | VIA" userId="48eeef65-5bf8-474b-9082-b56af31dd25e" providerId="ADAL" clId="{D1D70EA8-438A-4B0D-A7BB-B5EC525C22B7}" dt="2026-03-09T13:16:46.206" v="192" actId="20577"/>
        <pc:sldMkLst>
          <pc:docMk/>
          <pc:sldMk cId="1272124893" sldId="266"/>
        </pc:sldMkLst>
        <pc:spChg chg="mod">
          <ac:chgData name="Troels Mortensen (TRMO) | VIA" userId="48eeef65-5bf8-474b-9082-b56af31dd25e" providerId="ADAL" clId="{D1D70EA8-438A-4B0D-A7BB-B5EC525C22B7}" dt="2026-03-09T13:16:46.206" v="192" actId="20577"/>
          <ac:spMkLst>
            <pc:docMk/>
            <pc:sldMk cId="1272124893" sldId="266"/>
            <ac:spMk id="4" creationId="{34356446-41C2-B2EC-1198-180EF0833C74}"/>
          </ac:spMkLst>
        </pc:spChg>
      </pc:sldChg>
      <pc:sldChg chg="addSp modSp add mod modTransition setBg">
        <pc:chgData name="Troels Mortensen (TRMO) | VIA" userId="48eeef65-5bf8-474b-9082-b56af31dd25e" providerId="ADAL" clId="{D1D70EA8-438A-4B0D-A7BB-B5EC525C22B7}" dt="2026-03-11T11:08:10.665" v="3055"/>
        <pc:sldMkLst>
          <pc:docMk/>
          <pc:sldMk cId="1811411475" sldId="267"/>
        </pc:sldMkLst>
        <pc:spChg chg="mod">
          <ac:chgData name="Troels Mortensen (TRMO) | VIA" userId="48eeef65-5bf8-474b-9082-b56af31dd25e" providerId="ADAL" clId="{D1D70EA8-438A-4B0D-A7BB-B5EC525C22B7}" dt="2026-03-11T11:08:03.328" v="3054" actId="26606"/>
          <ac:spMkLst>
            <pc:docMk/>
            <pc:sldMk cId="1811411475" sldId="267"/>
            <ac:spMk id="4" creationId="{6E323541-0189-599E-14D1-9AE8B098FC3A}"/>
          </ac:spMkLst>
        </pc:spChg>
        <pc:spChg chg="mod">
          <ac:chgData name="Troels Mortensen (TRMO) | VIA" userId="48eeef65-5bf8-474b-9082-b56af31dd25e" providerId="ADAL" clId="{D1D70EA8-438A-4B0D-A7BB-B5EC525C22B7}" dt="2026-03-11T11:08:03.328" v="3054" actId="26606"/>
          <ac:spMkLst>
            <pc:docMk/>
            <pc:sldMk cId="1811411475" sldId="267"/>
            <ac:spMk id="5" creationId="{1C299128-B7FF-0BE9-100D-139040E6A825}"/>
          </ac:spMkLst>
        </pc:spChg>
        <pc:spChg chg="add">
          <ac:chgData name="Troels Mortensen (TRMO) | VIA" userId="48eeef65-5bf8-474b-9082-b56af31dd25e" providerId="ADAL" clId="{D1D70EA8-438A-4B0D-A7BB-B5EC525C22B7}" dt="2026-03-11T11:08:03.328" v="3054" actId="26606"/>
          <ac:spMkLst>
            <pc:docMk/>
            <pc:sldMk cId="1811411475" sldId="267"/>
            <ac:spMk id="11271" creationId="{0671A8AE-40A1-4631-A6B8-581AFF065482}"/>
          </ac:spMkLst>
        </pc:spChg>
        <pc:spChg chg="add">
          <ac:chgData name="Troels Mortensen (TRMO) | VIA" userId="48eeef65-5bf8-474b-9082-b56af31dd25e" providerId="ADAL" clId="{D1D70EA8-438A-4B0D-A7BB-B5EC525C22B7}" dt="2026-03-11T11:08:03.328" v="3054" actId="26606"/>
          <ac:spMkLst>
            <pc:docMk/>
            <pc:sldMk cId="1811411475" sldId="267"/>
            <ac:spMk id="11273" creationId="{AB58EF07-17C2-48CF-ABB0-EEF1F17CB8F0}"/>
          </ac:spMkLst>
        </pc:spChg>
        <pc:spChg chg="add">
          <ac:chgData name="Troels Mortensen (TRMO) | VIA" userId="48eeef65-5bf8-474b-9082-b56af31dd25e" providerId="ADAL" clId="{D1D70EA8-438A-4B0D-A7BB-B5EC525C22B7}" dt="2026-03-11T11:08:03.328" v="3054" actId="26606"/>
          <ac:spMkLst>
            <pc:docMk/>
            <pc:sldMk cId="1811411475" sldId="267"/>
            <ac:spMk id="11275" creationId="{AF2F604E-43BE-4DC3-B983-E071523364F8}"/>
          </ac:spMkLst>
        </pc:spChg>
        <pc:spChg chg="add">
          <ac:chgData name="Troels Mortensen (TRMO) | VIA" userId="48eeef65-5bf8-474b-9082-b56af31dd25e" providerId="ADAL" clId="{D1D70EA8-438A-4B0D-A7BB-B5EC525C22B7}" dt="2026-03-11T11:08:03.328" v="3054" actId="26606"/>
          <ac:spMkLst>
            <pc:docMk/>
            <pc:sldMk cId="1811411475" sldId="267"/>
            <ac:spMk id="11277" creationId="{08C9B587-E65E-4B52-B37C-ABEBB6E87928}"/>
          </ac:spMkLst>
        </pc:spChg>
        <pc:picChg chg="add mod ord">
          <ac:chgData name="Troels Mortensen (TRMO) | VIA" userId="48eeef65-5bf8-474b-9082-b56af31dd25e" providerId="ADAL" clId="{D1D70EA8-438A-4B0D-A7BB-B5EC525C22B7}" dt="2026-03-11T11:08:03.328" v="3054" actId="26606"/>
          <ac:picMkLst>
            <pc:docMk/>
            <pc:sldMk cId="1811411475" sldId="267"/>
            <ac:picMk id="11266" creationId="{C24A3E14-A53D-75A6-EC7A-F1F25DCED135}"/>
          </ac:picMkLst>
        </pc:picChg>
      </pc:sldChg>
      <pc:sldChg chg="addSp delSp modSp new mod addAnim delAnim modAnim">
        <pc:chgData name="Troels Mortensen (TRMO) | VIA" userId="48eeef65-5bf8-474b-9082-b56af31dd25e" providerId="ADAL" clId="{D1D70EA8-438A-4B0D-A7BB-B5EC525C22B7}" dt="2026-03-16T10:50:27.426" v="8913"/>
        <pc:sldMkLst>
          <pc:docMk/>
          <pc:sldMk cId="627369637" sldId="268"/>
        </pc:sldMkLst>
        <pc:spChg chg="add mod">
          <ac:chgData name="Troels Mortensen (TRMO) | VIA" userId="48eeef65-5bf8-474b-9082-b56af31dd25e" providerId="ADAL" clId="{D1D70EA8-438A-4B0D-A7BB-B5EC525C22B7}" dt="2026-03-11T10:22:41.428" v="2021" actId="465"/>
          <ac:spMkLst>
            <pc:docMk/>
            <pc:sldMk cId="627369637" sldId="268"/>
            <ac:spMk id="10" creationId="{DCAD4552-4006-C5CF-051D-4BF35657BCF5}"/>
          </ac:spMkLst>
        </pc:spChg>
        <pc:spChg chg="add mod">
          <ac:chgData name="Troels Mortensen (TRMO) | VIA" userId="48eeef65-5bf8-474b-9082-b56af31dd25e" providerId="ADAL" clId="{D1D70EA8-438A-4B0D-A7BB-B5EC525C22B7}" dt="2026-03-11T12:30:57.825" v="3847" actId="1076"/>
          <ac:spMkLst>
            <pc:docMk/>
            <pc:sldMk cId="627369637" sldId="268"/>
            <ac:spMk id="12" creationId="{D8E6F164-78EB-F9A8-B705-C4A423415071}"/>
          </ac:spMkLst>
        </pc:spChg>
        <pc:spChg chg="add mod">
          <ac:chgData name="Troels Mortensen (TRMO) | VIA" userId="48eeef65-5bf8-474b-9082-b56af31dd25e" providerId="ADAL" clId="{D1D70EA8-438A-4B0D-A7BB-B5EC525C22B7}" dt="2026-03-11T10:22:41.428" v="2021" actId="465"/>
          <ac:spMkLst>
            <pc:docMk/>
            <pc:sldMk cId="627369637" sldId="268"/>
            <ac:spMk id="14" creationId="{FD7721A8-04BA-4B28-3744-E137D796ECD4}"/>
          </ac:spMkLst>
        </pc:spChg>
        <pc:spChg chg="add mod topLvl">
          <ac:chgData name="Troels Mortensen (TRMO) | VIA" userId="48eeef65-5bf8-474b-9082-b56af31dd25e" providerId="ADAL" clId="{D1D70EA8-438A-4B0D-A7BB-B5EC525C22B7}" dt="2026-03-16T10:50:04.823" v="8912" actId="1076"/>
          <ac:spMkLst>
            <pc:docMk/>
            <pc:sldMk cId="627369637" sldId="268"/>
            <ac:spMk id="16" creationId="{4C385AD8-A25A-36AF-71A2-D60688F7C771}"/>
          </ac:spMkLst>
        </pc:spChg>
        <pc:spChg chg="add mod topLvl">
          <ac:chgData name="Troels Mortensen (TRMO) | VIA" userId="48eeef65-5bf8-474b-9082-b56af31dd25e" providerId="ADAL" clId="{D1D70EA8-438A-4B0D-A7BB-B5EC525C22B7}" dt="2026-03-16T10:49:55.262" v="8910" actId="1076"/>
          <ac:spMkLst>
            <pc:docMk/>
            <pc:sldMk cId="627369637" sldId="268"/>
            <ac:spMk id="18" creationId="{6CEA85F8-C3B0-CAC8-EA0B-CA8734B10D0C}"/>
          </ac:spMkLst>
        </pc:spChg>
        <pc:grpChg chg="add mod">
          <ac:chgData name="Troels Mortensen (TRMO) | VIA" userId="48eeef65-5bf8-474b-9082-b56af31dd25e" providerId="ADAL" clId="{D1D70EA8-438A-4B0D-A7BB-B5EC525C22B7}" dt="2026-03-11T12:30:57.825" v="3847" actId="1076"/>
          <ac:grpSpMkLst>
            <pc:docMk/>
            <pc:sldMk cId="627369637" sldId="268"/>
            <ac:grpSpMk id="6" creationId="{3BF3181D-315E-2990-9E6C-6395CC7B944B}"/>
          </ac:grpSpMkLst>
        </pc:grpChg>
        <pc:grpChg chg="add mod">
          <ac:chgData name="Troels Mortensen (TRMO) | VIA" userId="48eeef65-5bf8-474b-9082-b56af31dd25e" providerId="ADAL" clId="{D1D70EA8-438A-4B0D-A7BB-B5EC525C22B7}" dt="2026-03-11T10:22:35.321" v="2017" actId="465"/>
          <ac:grpSpMkLst>
            <pc:docMk/>
            <pc:sldMk cId="627369637" sldId="268"/>
            <ac:grpSpMk id="19" creationId="{2FAD6D77-CD16-B41B-7361-64BA17F7B9E0}"/>
          </ac:grpSpMkLst>
        </pc:grpChg>
        <pc:grpChg chg="add mod">
          <ac:chgData name="Troels Mortensen (TRMO) | VIA" userId="48eeef65-5bf8-474b-9082-b56af31dd25e" providerId="ADAL" clId="{D1D70EA8-438A-4B0D-A7BB-B5EC525C22B7}" dt="2026-03-11T12:30:57.825" v="3847" actId="1076"/>
          <ac:grpSpMkLst>
            <pc:docMk/>
            <pc:sldMk cId="627369637" sldId="268"/>
            <ac:grpSpMk id="20" creationId="{DA73F637-206A-236E-B70C-64A60B4FCAB2}"/>
          </ac:grpSpMkLst>
        </pc:grpChg>
        <pc:grpChg chg="add mod">
          <ac:chgData name="Troels Mortensen (TRMO) | VIA" userId="48eeef65-5bf8-474b-9082-b56af31dd25e" providerId="ADAL" clId="{D1D70EA8-438A-4B0D-A7BB-B5EC525C22B7}" dt="2026-03-11T10:22:24.323" v="2012" actId="164"/>
          <ac:grpSpMkLst>
            <pc:docMk/>
            <pc:sldMk cId="627369637" sldId="268"/>
            <ac:grpSpMk id="21" creationId="{E8034859-65B4-1CEF-47F0-B20F9DFDA866}"/>
          </ac:grpSpMkLst>
        </pc:grpChg>
        <pc:grpChg chg="add mod">
          <ac:chgData name="Troels Mortensen (TRMO) | VIA" userId="48eeef65-5bf8-474b-9082-b56af31dd25e" providerId="ADAL" clId="{D1D70EA8-438A-4B0D-A7BB-B5EC525C22B7}" dt="2026-03-16T10:49:55.262" v="8910" actId="1076"/>
          <ac:grpSpMkLst>
            <pc:docMk/>
            <pc:sldMk cId="627369637" sldId="268"/>
            <ac:grpSpMk id="27" creationId="{F3C544B6-FC02-D434-122F-C98EB40D36C8}"/>
          </ac:grpSpMkLst>
        </pc:grpChg>
        <pc:grpChg chg="add mod">
          <ac:chgData name="Troels Mortensen (TRMO) | VIA" userId="48eeef65-5bf8-474b-9082-b56af31dd25e" providerId="ADAL" clId="{D1D70EA8-438A-4B0D-A7BB-B5EC525C22B7}" dt="2026-03-16T10:50:04.823" v="8912" actId="1076"/>
          <ac:grpSpMkLst>
            <pc:docMk/>
            <pc:sldMk cId="627369637" sldId="268"/>
            <ac:grpSpMk id="28" creationId="{D88387D2-B9DB-15F0-E457-6CC6ADF6ACDC}"/>
          </ac:grpSpMkLst>
        </pc:grpChg>
        <pc:picChg chg="add mod">
          <ac:chgData name="Troels Mortensen (TRMO) | VIA" userId="48eeef65-5bf8-474b-9082-b56af31dd25e" providerId="ADAL" clId="{D1D70EA8-438A-4B0D-A7BB-B5EC525C22B7}" dt="2026-03-11T12:30:57.825" v="3847" actId="1076"/>
          <ac:picMkLst>
            <pc:docMk/>
            <pc:sldMk cId="627369637" sldId="268"/>
            <ac:picMk id="4" creationId="{0E8585C2-ED02-EE69-B3B4-446D468A8512}"/>
          </ac:picMkLst>
        </pc:picChg>
        <pc:picChg chg="add mod">
          <ac:chgData name="Troels Mortensen (TRMO) | VIA" userId="48eeef65-5bf8-474b-9082-b56af31dd25e" providerId="ADAL" clId="{D1D70EA8-438A-4B0D-A7BB-B5EC525C22B7}" dt="2026-03-11T12:30:57.825" v="3847" actId="1076"/>
          <ac:picMkLst>
            <pc:docMk/>
            <pc:sldMk cId="627369637" sldId="268"/>
            <ac:picMk id="5" creationId="{5CF1611D-2AD0-BB71-7201-6708A8218B1A}"/>
          </ac:picMkLst>
        </pc:picChg>
        <pc:picChg chg="add mod">
          <ac:chgData name="Troels Mortensen (TRMO) | VIA" userId="48eeef65-5bf8-474b-9082-b56af31dd25e" providerId="ADAL" clId="{D1D70EA8-438A-4B0D-A7BB-B5EC525C22B7}" dt="2026-03-11T12:30:57.825" v="3847" actId="1076"/>
          <ac:picMkLst>
            <pc:docMk/>
            <pc:sldMk cId="627369637" sldId="268"/>
            <ac:picMk id="26" creationId="{6FFAECC4-20DA-55E0-AF38-E37EAEF6BA99}"/>
          </ac:picMkLst>
        </pc:picChg>
        <pc:picChg chg="add mod">
          <ac:chgData name="Troels Mortensen (TRMO) | VIA" userId="48eeef65-5bf8-474b-9082-b56af31dd25e" providerId="ADAL" clId="{D1D70EA8-438A-4B0D-A7BB-B5EC525C22B7}" dt="2026-03-11T10:22:41.428" v="2021" actId="465"/>
          <ac:picMkLst>
            <pc:docMk/>
            <pc:sldMk cId="627369637" sldId="268"/>
            <ac:picMk id="5122" creationId="{5CBCE592-F313-7B7C-D26B-7E5F08427840}"/>
          </ac:picMkLst>
        </pc:picChg>
        <pc:picChg chg="add mod">
          <ac:chgData name="Troels Mortensen (TRMO) | VIA" userId="48eeef65-5bf8-474b-9082-b56af31dd25e" providerId="ADAL" clId="{D1D70EA8-438A-4B0D-A7BB-B5EC525C22B7}" dt="2026-03-11T12:30:57.825" v="3847" actId="1076"/>
          <ac:picMkLst>
            <pc:docMk/>
            <pc:sldMk cId="627369637" sldId="268"/>
            <ac:picMk id="5124" creationId="{68E6046C-5360-8743-F95C-72AEDCF279C2}"/>
          </ac:picMkLst>
        </pc:picChg>
        <pc:picChg chg="add mod">
          <ac:chgData name="Troels Mortensen (TRMO) | VIA" userId="48eeef65-5bf8-474b-9082-b56af31dd25e" providerId="ADAL" clId="{D1D70EA8-438A-4B0D-A7BB-B5EC525C22B7}" dt="2026-03-11T10:22:40.279" v="2019" actId="408"/>
          <ac:picMkLst>
            <pc:docMk/>
            <pc:sldMk cId="627369637" sldId="268"/>
            <ac:picMk id="5126" creationId="{27D54085-BCE9-44CC-321C-43DC3D1A86F5}"/>
          </ac:picMkLst>
        </pc:picChg>
        <pc:picChg chg="add mod topLvl">
          <ac:chgData name="Troels Mortensen (TRMO) | VIA" userId="48eeef65-5bf8-474b-9082-b56af31dd25e" providerId="ADAL" clId="{D1D70EA8-438A-4B0D-A7BB-B5EC525C22B7}" dt="2026-03-16T10:50:04.823" v="8912" actId="1076"/>
          <ac:picMkLst>
            <pc:docMk/>
            <pc:sldMk cId="627369637" sldId="268"/>
            <ac:picMk id="5128" creationId="{B050832D-DF21-83A0-AABE-25BF62747EB4}"/>
          </ac:picMkLst>
        </pc:picChg>
        <pc:picChg chg="add mod topLvl">
          <ac:chgData name="Troels Mortensen (TRMO) | VIA" userId="48eeef65-5bf8-474b-9082-b56af31dd25e" providerId="ADAL" clId="{D1D70EA8-438A-4B0D-A7BB-B5EC525C22B7}" dt="2026-03-16T10:49:55.262" v="8910" actId="1076"/>
          <ac:picMkLst>
            <pc:docMk/>
            <pc:sldMk cId="627369637" sldId="268"/>
            <ac:picMk id="5132" creationId="{8321CF21-5EC1-9183-F1D9-F938E2ACC59C}"/>
          </ac:picMkLst>
        </pc:picChg>
      </pc:sldChg>
      <pc:sldChg chg="addSp delSp modSp new mod ord modTransition modClrScheme chgLayout">
        <pc:chgData name="Troels Mortensen (TRMO) | VIA" userId="48eeef65-5bf8-474b-9082-b56af31dd25e" providerId="ADAL" clId="{D1D70EA8-438A-4B0D-A7BB-B5EC525C22B7}" dt="2026-03-11T13:58:38.106" v="5055"/>
        <pc:sldMkLst>
          <pc:docMk/>
          <pc:sldMk cId="1142578613" sldId="269"/>
        </pc:sldMkLst>
        <pc:spChg chg="add mod ord">
          <ac:chgData name="Troels Mortensen (TRMO) | VIA" userId="48eeef65-5bf8-474b-9082-b56af31dd25e" providerId="ADAL" clId="{D1D70EA8-438A-4B0D-A7BB-B5EC525C22B7}" dt="2026-03-11T13:57:13.067" v="5044" actId="1076"/>
          <ac:spMkLst>
            <pc:docMk/>
            <pc:sldMk cId="1142578613" sldId="269"/>
            <ac:spMk id="4" creationId="{1912BD44-63C1-E941-FB5A-749AF61CD6EC}"/>
          </ac:spMkLst>
        </pc:spChg>
        <pc:spChg chg="add mod">
          <ac:chgData name="Troels Mortensen (TRMO) | VIA" userId="48eeef65-5bf8-474b-9082-b56af31dd25e" providerId="ADAL" clId="{D1D70EA8-438A-4B0D-A7BB-B5EC525C22B7}" dt="2026-03-11T13:58:38.106" v="5055"/>
          <ac:spMkLst>
            <pc:docMk/>
            <pc:sldMk cId="1142578613" sldId="269"/>
            <ac:spMk id="6" creationId="{B8D39E12-4873-4BA7-2616-3EBC03953A18}"/>
          </ac:spMkLst>
        </pc:spChg>
        <pc:spChg chg="add mod">
          <ac:chgData name="Troels Mortensen (TRMO) | VIA" userId="48eeef65-5bf8-474b-9082-b56af31dd25e" providerId="ADAL" clId="{D1D70EA8-438A-4B0D-A7BB-B5EC525C22B7}" dt="2026-03-11T13:58:38.106" v="5055"/>
          <ac:spMkLst>
            <pc:docMk/>
            <pc:sldMk cId="1142578613" sldId="269"/>
            <ac:spMk id="7" creationId="{AF147A45-B1C2-AB04-7FB4-380254A719E3}"/>
          </ac:spMkLst>
        </pc:spChg>
      </pc:sldChg>
      <pc:sldChg chg="addSp modSp new mod modAnim">
        <pc:chgData name="Troels Mortensen (TRMO) | VIA" userId="48eeef65-5bf8-474b-9082-b56af31dd25e" providerId="ADAL" clId="{D1D70EA8-438A-4B0D-A7BB-B5EC525C22B7}" dt="2026-03-11T10:32:25.345" v="2423" actId="1076"/>
        <pc:sldMkLst>
          <pc:docMk/>
          <pc:sldMk cId="3845521212" sldId="270"/>
        </pc:sldMkLst>
        <pc:spChg chg="mod">
          <ac:chgData name="Troels Mortensen (TRMO) | VIA" userId="48eeef65-5bf8-474b-9082-b56af31dd25e" providerId="ADAL" clId="{D1D70EA8-438A-4B0D-A7BB-B5EC525C22B7}" dt="2026-03-09T13:25:12.900" v="293" actId="20577"/>
          <ac:spMkLst>
            <pc:docMk/>
            <pc:sldMk cId="3845521212" sldId="270"/>
            <ac:spMk id="2" creationId="{608F016F-34DD-8D88-7543-78F53490B8F3}"/>
          </ac:spMkLst>
        </pc:spChg>
        <pc:spChg chg="mod">
          <ac:chgData name="Troels Mortensen (TRMO) | VIA" userId="48eeef65-5bf8-474b-9082-b56af31dd25e" providerId="ADAL" clId="{D1D70EA8-438A-4B0D-A7BB-B5EC525C22B7}" dt="2026-03-11T10:26:00.389" v="2255" actId="14100"/>
          <ac:spMkLst>
            <pc:docMk/>
            <pc:sldMk cId="3845521212" sldId="270"/>
            <ac:spMk id="3" creationId="{DBB73C47-1A85-2B48-01CC-EC6A20293ADE}"/>
          </ac:spMkLst>
        </pc:spChg>
        <pc:spChg chg="add mod">
          <ac:chgData name="Troels Mortensen (TRMO) | VIA" userId="48eeef65-5bf8-474b-9082-b56af31dd25e" providerId="ADAL" clId="{D1D70EA8-438A-4B0D-A7BB-B5EC525C22B7}" dt="2026-03-11T10:24:00.759" v="2039" actId="207"/>
          <ac:spMkLst>
            <pc:docMk/>
            <pc:sldMk cId="3845521212" sldId="270"/>
            <ac:spMk id="4" creationId="{30E2D0D1-D593-D7CE-CE9C-149370C1C8F8}"/>
          </ac:spMkLst>
        </pc:spChg>
        <pc:spChg chg="add mod">
          <ac:chgData name="Troels Mortensen (TRMO) | VIA" userId="48eeef65-5bf8-474b-9082-b56af31dd25e" providerId="ADAL" clId="{D1D70EA8-438A-4B0D-A7BB-B5EC525C22B7}" dt="2026-03-11T10:32:25.345" v="2423" actId="1076"/>
          <ac:spMkLst>
            <pc:docMk/>
            <pc:sldMk cId="3845521212" sldId="270"/>
            <ac:spMk id="7" creationId="{2E31E3A0-D912-5531-6C5B-BD064E2DFA31}"/>
          </ac:spMkLst>
        </pc:spChg>
        <pc:graphicFrameChg chg="add mod modGraphic">
          <ac:chgData name="Troels Mortensen (TRMO) | VIA" userId="48eeef65-5bf8-474b-9082-b56af31dd25e" providerId="ADAL" clId="{D1D70EA8-438A-4B0D-A7BB-B5EC525C22B7}" dt="2026-03-11T10:26:13.711" v="2259" actId="207"/>
          <ac:graphicFrameMkLst>
            <pc:docMk/>
            <pc:sldMk cId="3845521212" sldId="270"/>
            <ac:graphicFrameMk id="5" creationId="{EAD62FE5-16EC-ED83-53EC-6E7E6F7489D0}"/>
          </ac:graphicFrameMkLst>
        </pc:graphicFrameChg>
      </pc:sldChg>
      <pc:sldChg chg="addSp modSp add mod addAnim delAnim modAnim">
        <pc:chgData name="Troels Mortensen (TRMO) | VIA" userId="48eeef65-5bf8-474b-9082-b56af31dd25e" providerId="ADAL" clId="{D1D70EA8-438A-4B0D-A7BB-B5EC525C22B7}" dt="2026-03-11T10:40:25.385" v="2654"/>
        <pc:sldMkLst>
          <pc:docMk/>
          <pc:sldMk cId="1221217733" sldId="271"/>
        </pc:sldMkLst>
        <pc:spChg chg="mod">
          <ac:chgData name="Troels Mortensen (TRMO) | VIA" userId="48eeef65-5bf8-474b-9082-b56af31dd25e" providerId="ADAL" clId="{D1D70EA8-438A-4B0D-A7BB-B5EC525C22B7}" dt="2026-03-09T13:25:17.510" v="305" actId="20577"/>
          <ac:spMkLst>
            <pc:docMk/>
            <pc:sldMk cId="1221217733" sldId="271"/>
            <ac:spMk id="2" creationId="{CFF5C0B0-4DB6-0BF3-06B5-FEC1DF45EFFF}"/>
          </ac:spMkLst>
        </pc:spChg>
        <pc:spChg chg="mod">
          <ac:chgData name="Troels Mortensen (TRMO) | VIA" userId="48eeef65-5bf8-474b-9082-b56af31dd25e" providerId="ADAL" clId="{D1D70EA8-438A-4B0D-A7BB-B5EC525C22B7}" dt="2026-03-11T10:38:50.997" v="2619" actId="1076"/>
          <ac:spMkLst>
            <pc:docMk/>
            <pc:sldMk cId="1221217733" sldId="271"/>
            <ac:spMk id="3" creationId="{0EB9281E-1196-4397-AEAB-A7E6561827DD}"/>
          </ac:spMkLst>
        </pc:spChg>
        <pc:spChg chg="add mod">
          <ac:chgData name="Troels Mortensen (TRMO) | VIA" userId="48eeef65-5bf8-474b-9082-b56af31dd25e" providerId="ADAL" clId="{D1D70EA8-438A-4B0D-A7BB-B5EC525C22B7}" dt="2026-03-11T10:38:12.909" v="2609" actId="1076"/>
          <ac:spMkLst>
            <pc:docMk/>
            <pc:sldMk cId="1221217733" sldId="271"/>
            <ac:spMk id="4" creationId="{74478805-0D5B-0D27-14EB-AFA8EF4794AB}"/>
          </ac:spMkLst>
        </pc:spChg>
        <pc:spChg chg="add mod ord">
          <ac:chgData name="Troels Mortensen (TRMO) | VIA" userId="48eeef65-5bf8-474b-9082-b56af31dd25e" providerId="ADAL" clId="{D1D70EA8-438A-4B0D-A7BB-B5EC525C22B7}" dt="2026-03-11T10:40:10.897" v="2649" actId="167"/>
          <ac:spMkLst>
            <pc:docMk/>
            <pc:sldMk cId="1221217733" sldId="271"/>
            <ac:spMk id="5" creationId="{10C05011-BED1-440B-3060-FA25B67CF285}"/>
          </ac:spMkLst>
        </pc:spChg>
        <pc:spChg chg="add mod ord">
          <ac:chgData name="Troels Mortensen (TRMO) | VIA" userId="48eeef65-5bf8-474b-9082-b56af31dd25e" providerId="ADAL" clId="{D1D70EA8-438A-4B0D-A7BB-B5EC525C22B7}" dt="2026-03-11T10:40:10.897" v="2649" actId="167"/>
          <ac:spMkLst>
            <pc:docMk/>
            <pc:sldMk cId="1221217733" sldId="271"/>
            <ac:spMk id="6" creationId="{333620F7-3246-6602-EBCB-F626E7965C70}"/>
          </ac:spMkLst>
        </pc:spChg>
        <pc:spChg chg="add mod ord">
          <ac:chgData name="Troels Mortensen (TRMO) | VIA" userId="48eeef65-5bf8-474b-9082-b56af31dd25e" providerId="ADAL" clId="{D1D70EA8-438A-4B0D-A7BB-B5EC525C22B7}" dt="2026-03-11T10:40:10.897" v="2649" actId="167"/>
          <ac:spMkLst>
            <pc:docMk/>
            <pc:sldMk cId="1221217733" sldId="271"/>
            <ac:spMk id="7" creationId="{BA37F8F1-6398-FE29-4874-BFF1A6061431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3-11T08:50:55.159" v="526" actId="20577"/>
        <pc:sldMkLst>
          <pc:docMk/>
          <pc:sldMk cId="676556199" sldId="273"/>
        </pc:sldMkLst>
        <pc:spChg chg="mod">
          <ac:chgData name="Troels Mortensen (TRMO) | VIA" userId="48eeef65-5bf8-474b-9082-b56af31dd25e" providerId="ADAL" clId="{D1D70EA8-438A-4B0D-A7BB-B5EC525C22B7}" dt="2026-03-11T08:50:20.402" v="421" actId="20577"/>
          <ac:spMkLst>
            <pc:docMk/>
            <pc:sldMk cId="676556199" sldId="273"/>
            <ac:spMk id="2" creationId="{276F4828-9AFE-02A7-8D0C-7348B03A26B3}"/>
          </ac:spMkLst>
        </pc:spChg>
        <pc:spChg chg="mod">
          <ac:chgData name="Troels Mortensen (TRMO) | VIA" userId="48eeef65-5bf8-474b-9082-b56af31dd25e" providerId="ADAL" clId="{D1D70EA8-438A-4B0D-A7BB-B5EC525C22B7}" dt="2026-03-11T08:50:55.159" v="526" actId="20577"/>
          <ac:spMkLst>
            <pc:docMk/>
            <pc:sldMk cId="676556199" sldId="273"/>
            <ac:spMk id="3" creationId="{95C5EA79-AC70-8BBA-FA48-F689F442D5D1}"/>
          </ac:spMkLst>
        </pc:spChg>
      </pc:sldChg>
      <pc:sldChg chg="addSp delSp modSp new mod addAnim delAnim modAnim">
        <pc:chgData name="Troels Mortensen (TRMO) | VIA" userId="48eeef65-5bf8-474b-9082-b56af31dd25e" providerId="ADAL" clId="{D1D70EA8-438A-4B0D-A7BB-B5EC525C22B7}" dt="2026-03-11T09:11:16.138" v="969" actId="14100"/>
        <pc:sldMkLst>
          <pc:docMk/>
          <pc:sldMk cId="1124290258" sldId="274"/>
        </pc:sldMkLst>
        <pc:spChg chg="mod">
          <ac:chgData name="Troels Mortensen (TRMO) | VIA" userId="48eeef65-5bf8-474b-9082-b56af31dd25e" providerId="ADAL" clId="{D1D70EA8-438A-4B0D-A7BB-B5EC525C22B7}" dt="2026-03-11T08:51:16.734" v="546" actId="20577"/>
          <ac:spMkLst>
            <pc:docMk/>
            <pc:sldMk cId="1124290258" sldId="274"/>
            <ac:spMk id="2" creationId="{B58038C8-4892-CAA0-F0D4-A48E16BEFC0E}"/>
          </ac:spMkLst>
        </pc:spChg>
        <pc:picChg chg="add mod">
          <ac:chgData name="Troels Mortensen (TRMO) | VIA" userId="48eeef65-5bf8-474b-9082-b56af31dd25e" providerId="ADAL" clId="{D1D70EA8-438A-4B0D-A7BB-B5EC525C22B7}" dt="2026-03-11T09:11:13.062" v="968" actId="14100"/>
          <ac:picMkLst>
            <pc:docMk/>
            <pc:sldMk cId="1124290258" sldId="274"/>
            <ac:picMk id="4" creationId="{BB830183-08A7-464C-7086-854DCEB1950F}"/>
          </ac:picMkLst>
        </pc:picChg>
        <pc:picChg chg="add mod">
          <ac:chgData name="Troels Mortensen (TRMO) | VIA" userId="48eeef65-5bf8-474b-9082-b56af31dd25e" providerId="ADAL" clId="{D1D70EA8-438A-4B0D-A7BB-B5EC525C22B7}" dt="2026-03-11T08:53:51.440" v="551" actId="14826"/>
          <ac:picMkLst>
            <pc:docMk/>
            <pc:sldMk cId="1124290258" sldId="274"/>
            <ac:picMk id="1026" creationId="{23437B73-8550-6C3A-FC46-B9E0F0BC976F}"/>
          </ac:picMkLst>
        </pc:picChg>
        <pc:picChg chg="add mod">
          <ac:chgData name="Troels Mortensen (TRMO) | VIA" userId="48eeef65-5bf8-474b-9082-b56af31dd25e" providerId="ADAL" clId="{D1D70EA8-438A-4B0D-A7BB-B5EC525C22B7}" dt="2026-03-11T09:11:16.138" v="969" actId="14100"/>
          <ac:picMkLst>
            <pc:docMk/>
            <pc:sldMk cId="1124290258" sldId="274"/>
            <ac:picMk id="1028" creationId="{7200E680-D406-3A76-D911-80431868BCF1}"/>
          </ac:picMkLst>
        </pc:picChg>
      </pc:sldChg>
      <pc:sldChg chg="addSp delSp modSp add mod modTransition">
        <pc:chgData name="Troels Mortensen (TRMO) | VIA" userId="48eeef65-5bf8-474b-9082-b56af31dd25e" providerId="ADAL" clId="{D1D70EA8-438A-4B0D-A7BB-B5EC525C22B7}" dt="2026-03-11T09:11:23.393" v="971"/>
        <pc:sldMkLst>
          <pc:docMk/>
          <pc:sldMk cId="3497532731" sldId="275"/>
        </pc:sldMkLst>
        <pc:spChg chg="add mod topLvl">
          <ac:chgData name="Troels Mortensen (TRMO) | VIA" userId="48eeef65-5bf8-474b-9082-b56af31dd25e" providerId="ADAL" clId="{D1D70EA8-438A-4B0D-A7BB-B5EC525C22B7}" dt="2026-03-11T08:59:33.798" v="769" actId="165"/>
          <ac:spMkLst>
            <pc:docMk/>
            <pc:sldMk cId="3497532731" sldId="275"/>
            <ac:spMk id="3" creationId="{A9F374E7-2344-E340-CF60-A97B27AEE367}"/>
          </ac:spMkLst>
        </pc:spChg>
        <pc:spChg chg="add mod topLvl">
          <ac:chgData name="Troels Mortensen (TRMO) | VIA" userId="48eeef65-5bf8-474b-9082-b56af31dd25e" providerId="ADAL" clId="{D1D70EA8-438A-4B0D-A7BB-B5EC525C22B7}" dt="2026-03-11T08:59:48.455" v="770" actId="13822"/>
          <ac:spMkLst>
            <pc:docMk/>
            <pc:sldMk cId="3497532731" sldId="275"/>
            <ac:spMk id="5" creationId="{2F5B6092-6263-9F3A-37DF-FA44252A2163}"/>
          </ac:spMkLst>
        </pc:spChg>
        <pc:spChg chg="add mod topLvl">
          <ac:chgData name="Troels Mortensen (TRMO) | VIA" userId="48eeef65-5bf8-474b-9082-b56af31dd25e" providerId="ADAL" clId="{D1D70EA8-438A-4B0D-A7BB-B5EC525C22B7}" dt="2026-03-11T08:59:33.798" v="769" actId="165"/>
          <ac:spMkLst>
            <pc:docMk/>
            <pc:sldMk cId="3497532731" sldId="275"/>
            <ac:spMk id="6" creationId="{C04D4EF1-DB8C-6464-5B4B-67DACE875738}"/>
          </ac:spMkLst>
        </pc:spChg>
        <pc:spChg chg="mod topLvl">
          <ac:chgData name="Troels Mortensen (TRMO) | VIA" userId="48eeef65-5bf8-474b-9082-b56af31dd25e" providerId="ADAL" clId="{D1D70EA8-438A-4B0D-A7BB-B5EC525C22B7}" dt="2026-03-11T09:03:01.304" v="883" actId="21"/>
          <ac:spMkLst>
            <pc:docMk/>
            <pc:sldMk cId="3497532731" sldId="275"/>
            <ac:spMk id="10" creationId="{429F0BFF-B6E8-202A-B19C-7B2CDB0CB03E}"/>
          </ac:spMkLst>
        </pc:spChg>
        <pc:spChg chg="mod topLvl">
          <ac:chgData name="Troels Mortensen (TRMO) | VIA" userId="48eeef65-5bf8-474b-9082-b56af31dd25e" providerId="ADAL" clId="{D1D70EA8-438A-4B0D-A7BB-B5EC525C22B7}" dt="2026-03-11T08:59:48.455" v="770" actId="13822"/>
          <ac:spMkLst>
            <pc:docMk/>
            <pc:sldMk cId="3497532731" sldId="275"/>
            <ac:spMk id="11" creationId="{ADBA3284-AEA4-BEA6-AC4A-36E489874F86}"/>
          </ac:spMkLst>
        </pc:spChg>
        <pc:spChg chg="mod topLvl">
          <ac:chgData name="Troels Mortensen (TRMO) | VIA" userId="48eeef65-5bf8-474b-9082-b56af31dd25e" providerId="ADAL" clId="{D1D70EA8-438A-4B0D-A7BB-B5EC525C22B7}" dt="2026-03-11T08:59:33.798" v="769" actId="165"/>
          <ac:spMkLst>
            <pc:docMk/>
            <pc:sldMk cId="3497532731" sldId="275"/>
            <ac:spMk id="12" creationId="{5BCA60CB-31B1-9197-6B37-B46385A4F42A}"/>
          </ac:spMkLst>
        </pc:spChg>
        <pc:spChg chg="mod topLvl">
          <ac:chgData name="Troels Mortensen (TRMO) | VIA" userId="48eeef65-5bf8-474b-9082-b56af31dd25e" providerId="ADAL" clId="{D1D70EA8-438A-4B0D-A7BB-B5EC525C22B7}" dt="2026-03-11T08:59:33.798" v="769" actId="165"/>
          <ac:spMkLst>
            <pc:docMk/>
            <pc:sldMk cId="3497532731" sldId="275"/>
            <ac:spMk id="14" creationId="{47402DAB-5149-475A-6604-FDC37D415603}"/>
          </ac:spMkLst>
        </pc:spChg>
        <pc:spChg chg="add mod topLvl">
          <ac:chgData name="Troels Mortensen (TRMO) | VIA" userId="48eeef65-5bf8-474b-9082-b56af31dd25e" providerId="ADAL" clId="{D1D70EA8-438A-4B0D-A7BB-B5EC525C22B7}" dt="2026-03-11T08:59:33.798" v="769" actId="165"/>
          <ac:spMkLst>
            <pc:docMk/>
            <pc:sldMk cId="3497532731" sldId="275"/>
            <ac:spMk id="16" creationId="{6981DB90-258B-F696-E0C8-B55FEAD155D5}"/>
          </ac:spMkLst>
        </pc:spChg>
        <pc:spChg chg="add mod topLvl">
          <ac:chgData name="Troels Mortensen (TRMO) | VIA" userId="48eeef65-5bf8-474b-9082-b56af31dd25e" providerId="ADAL" clId="{D1D70EA8-438A-4B0D-A7BB-B5EC525C22B7}" dt="2026-03-11T08:59:33.798" v="769" actId="165"/>
          <ac:spMkLst>
            <pc:docMk/>
            <pc:sldMk cId="3497532731" sldId="275"/>
            <ac:spMk id="17" creationId="{500CD174-5DED-9489-C846-5799530304B3}"/>
          </ac:spMkLst>
        </pc:spChg>
        <pc:spChg chg="add mod">
          <ac:chgData name="Troels Mortensen (TRMO) | VIA" userId="48eeef65-5bf8-474b-9082-b56af31dd25e" providerId="ADAL" clId="{D1D70EA8-438A-4B0D-A7BB-B5EC525C22B7}" dt="2026-03-11T09:08:53.462" v="938" actId="1076"/>
          <ac:spMkLst>
            <pc:docMk/>
            <pc:sldMk cId="3497532731" sldId="275"/>
            <ac:spMk id="30" creationId="{711B1D80-0D46-0CD6-A5FF-6D6C7B709EFD}"/>
          </ac:spMkLst>
        </pc:spChg>
        <pc:spChg chg="add mod">
          <ac:chgData name="Troels Mortensen (TRMO) | VIA" userId="48eeef65-5bf8-474b-9082-b56af31dd25e" providerId="ADAL" clId="{D1D70EA8-438A-4B0D-A7BB-B5EC525C22B7}" dt="2026-03-11T09:09:10.206" v="944" actId="1076"/>
          <ac:spMkLst>
            <pc:docMk/>
            <pc:sldMk cId="3497532731" sldId="275"/>
            <ac:spMk id="31" creationId="{3155C644-7DB5-C302-3C22-C08E95E18FAF}"/>
          </ac:spMkLst>
        </pc:spChg>
        <pc:spChg chg="add mod">
          <ac:chgData name="Troels Mortensen (TRMO) | VIA" userId="48eeef65-5bf8-474b-9082-b56af31dd25e" providerId="ADAL" clId="{D1D70EA8-438A-4B0D-A7BB-B5EC525C22B7}" dt="2026-03-11T09:09:22.996" v="946" actId="12789"/>
          <ac:spMkLst>
            <pc:docMk/>
            <pc:sldMk cId="3497532731" sldId="275"/>
            <ac:spMk id="32" creationId="{94EF8CCB-6207-26A5-4956-55E62BEF4041}"/>
          </ac:spMkLst>
        </pc:spChg>
        <pc:spChg chg="add mod">
          <ac:chgData name="Troels Mortensen (TRMO) | VIA" userId="48eeef65-5bf8-474b-9082-b56af31dd25e" providerId="ADAL" clId="{D1D70EA8-438A-4B0D-A7BB-B5EC525C22B7}" dt="2026-03-11T09:03:13.985" v="901" actId="404"/>
          <ac:spMkLst>
            <pc:docMk/>
            <pc:sldMk cId="3497532731" sldId="275"/>
            <ac:spMk id="35" creationId="{CA5BA062-C5D1-737F-C45F-A3891B509312}"/>
          </ac:spMkLst>
        </pc:spChg>
        <pc:spChg chg="add mod">
          <ac:chgData name="Troels Mortensen (TRMO) | VIA" userId="48eeef65-5bf8-474b-9082-b56af31dd25e" providerId="ADAL" clId="{D1D70EA8-438A-4B0D-A7BB-B5EC525C22B7}" dt="2026-03-11T09:09:22.996" v="946" actId="12789"/>
          <ac:spMkLst>
            <pc:docMk/>
            <pc:sldMk cId="3497532731" sldId="275"/>
            <ac:spMk id="36" creationId="{BDC57D2C-D818-0867-AD93-FCD40A067F34}"/>
          </ac:spMkLst>
        </pc:spChg>
        <pc:cxnChg chg="add mod">
          <ac:chgData name="Troels Mortensen (TRMO) | VIA" userId="48eeef65-5bf8-474b-9082-b56af31dd25e" providerId="ADAL" clId="{D1D70EA8-438A-4B0D-A7BB-B5EC525C22B7}" dt="2026-03-11T08:58:53.904" v="752"/>
          <ac:cxnSpMkLst>
            <pc:docMk/>
            <pc:sldMk cId="3497532731" sldId="275"/>
            <ac:cxnSpMk id="19" creationId="{1C1D4371-5C00-F2BB-F175-882526C9812F}"/>
          </ac:cxnSpMkLst>
        </pc:cxnChg>
        <pc:cxnChg chg="add mod">
          <ac:chgData name="Troels Mortensen (TRMO) | VIA" userId="48eeef65-5bf8-474b-9082-b56af31dd25e" providerId="ADAL" clId="{D1D70EA8-438A-4B0D-A7BB-B5EC525C22B7}" dt="2026-03-11T08:59:10.074" v="758" actId="14100"/>
          <ac:cxnSpMkLst>
            <pc:docMk/>
            <pc:sldMk cId="3497532731" sldId="275"/>
            <ac:cxnSpMk id="20" creationId="{51267B73-5531-25EE-6B7A-3E943DB7D681}"/>
          </ac:cxnSpMkLst>
        </pc:cxnChg>
        <pc:cxnChg chg="add mod">
          <ac:chgData name="Troels Mortensen (TRMO) | VIA" userId="48eeef65-5bf8-474b-9082-b56af31dd25e" providerId="ADAL" clId="{D1D70EA8-438A-4B0D-A7BB-B5EC525C22B7}" dt="2026-03-11T08:59:16.729" v="761" actId="14100"/>
          <ac:cxnSpMkLst>
            <pc:docMk/>
            <pc:sldMk cId="3497532731" sldId="275"/>
            <ac:cxnSpMk id="26" creationId="{4DBDBA1F-3030-C117-0B8E-AD5B3FC2E1E0}"/>
          </ac:cxnSpMkLst>
        </pc:cxnChg>
      </pc:sldChg>
      <pc:sldChg chg="addSp modSp add mod addAnim delAnim modAnim">
        <pc:chgData name="Troels Mortensen (TRMO) | VIA" userId="48eeef65-5bf8-474b-9082-b56af31dd25e" providerId="ADAL" clId="{D1D70EA8-438A-4B0D-A7BB-B5EC525C22B7}" dt="2026-03-11T09:25:51.843" v="997" actId="692"/>
        <pc:sldMkLst>
          <pc:docMk/>
          <pc:sldMk cId="1668431957" sldId="276"/>
        </pc:sldMkLst>
        <pc:spChg chg="add mod">
          <ac:chgData name="Troels Mortensen (TRMO) | VIA" userId="48eeef65-5bf8-474b-9082-b56af31dd25e" providerId="ADAL" clId="{D1D70EA8-438A-4B0D-A7BB-B5EC525C22B7}" dt="2026-03-11T09:25:51.843" v="997" actId="692"/>
          <ac:spMkLst>
            <pc:docMk/>
            <pc:sldMk cId="1668431957" sldId="276"/>
            <ac:spMk id="4" creationId="{9E2DEE2A-167A-58AE-D001-0DE1BF7DC0C2}"/>
          </ac:spMkLst>
        </pc:spChg>
      </pc:sldChg>
      <pc:sldChg chg="addSp modSp new mod modAnim">
        <pc:chgData name="Troels Mortensen (TRMO) | VIA" userId="48eeef65-5bf8-474b-9082-b56af31dd25e" providerId="ADAL" clId="{D1D70EA8-438A-4B0D-A7BB-B5EC525C22B7}" dt="2026-03-12T13:42:19.866" v="8235" actId="20577"/>
        <pc:sldMkLst>
          <pc:docMk/>
          <pc:sldMk cId="1717435880" sldId="277"/>
        </pc:sldMkLst>
        <pc:spChg chg="mod">
          <ac:chgData name="Troels Mortensen (TRMO) | VIA" userId="48eeef65-5bf8-474b-9082-b56af31dd25e" providerId="ADAL" clId="{D1D70EA8-438A-4B0D-A7BB-B5EC525C22B7}" dt="2026-03-11T09:38:16.823" v="1021" actId="20577"/>
          <ac:spMkLst>
            <pc:docMk/>
            <pc:sldMk cId="1717435880" sldId="277"/>
            <ac:spMk id="2" creationId="{0386A936-9090-DAE4-5DEB-72BFCED8C9C0}"/>
          </ac:spMkLst>
        </pc:spChg>
        <pc:spChg chg="mod">
          <ac:chgData name="Troels Mortensen (TRMO) | VIA" userId="48eeef65-5bf8-474b-9082-b56af31dd25e" providerId="ADAL" clId="{D1D70EA8-438A-4B0D-A7BB-B5EC525C22B7}" dt="2026-03-11T09:38:38.512" v="1091" actId="14100"/>
          <ac:spMkLst>
            <pc:docMk/>
            <pc:sldMk cId="1717435880" sldId="277"/>
            <ac:spMk id="3" creationId="{31A80F05-FDE6-F725-B15F-817F070930E6}"/>
          </ac:spMkLst>
        </pc:spChg>
        <pc:spChg chg="add mod">
          <ac:chgData name="Troels Mortensen (TRMO) | VIA" userId="48eeef65-5bf8-474b-9082-b56af31dd25e" providerId="ADAL" clId="{D1D70EA8-438A-4B0D-A7BB-B5EC525C22B7}" dt="2026-03-11T09:41:16.969" v="1112" actId="1076"/>
          <ac:spMkLst>
            <pc:docMk/>
            <pc:sldMk cId="1717435880" sldId="277"/>
            <ac:spMk id="5" creationId="{5F487384-75F3-42A1-3290-B3E713B5B591}"/>
          </ac:spMkLst>
        </pc:spChg>
        <pc:spChg chg="add mod">
          <ac:chgData name="Troels Mortensen (TRMO) | VIA" userId="48eeef65-5bf8-474b-9082-b56af31dd25e" providerId="ADAL" clId="{D1D70EA8-438A-4B0D-A7BB-B5EC525C22B7}" dt="2026-03-12T13:42:19.866" v="8235" actId="20577"/>
          <ac:spMkLst>
            <pc:docMk/>
            <pc:sldMk cId="1717435880" sldId="277"/>
            <ac:spMk id="7" creationId="{DEEA57F1-13E7-65C9-74EA-F62E041F68C6}"/>
          </ac:spMkLst>
        </pc:spChg>
        <pc:spChg chg="add mod">
          <ac:chgData name="Troels Mortensen (TRMO) | VIA" userId="48eeef65-5bf8-474b-9082-b56af31dd25e" providerId="ADAL" clId="{D1D70EA8-438A-4B0D-A7BB-B5EC525C22B7}" dt="2026-03-11T09:42:08.782" v="1215" actId="1076"/>
          <ac:spMkLst>
            <pc:docMk/>
            <pc:sldMk cId="1717435880" sldId="277"/>
            <ac:spMk id="8" creationId="{C6A5E9DA-180F-957F-1D4F-C01A01AF523E}"/>
          </ac:spMkLst>
        </pc:spChg>
      </pc:sldChg>
      <pc:sldChg chg="addSp delSp modSp new mod addAnim delAnim modAnim">
        <pc:chgData name="Troels Mortensen (TRMO) | VIA" userId="48eeef65-5bf8-474b-9082-b56af31dd25e" providerId="ADAL" clId="{D1D70EA8-438A-4B0D-A7BB-B5EC525C22B7}" dt="2026-03-20T07:34:36.975" v="8915" actId="14100"/>
        <pc:sldMkLst>
          <pc:docMk/>
          <pc:sldMk cId="2496875142" sldId="278"/>
        </pc:sldMkLst>
        <pc:spChg chg="mod">
          <ac:chgData name="Troels Mortensen (TRMO) | VIA" userId="48eeef65-5bf8-474b-9082-b56af31dd25e" providerId="ADAL" clId="{D1D70EA8-438A-4B0D-A7BB-B5EC525C22B7}" dt="2026-03-11T09:42:30.810" v="1232" actId="20577"/>
          <ac:spMkLst>
            <pc:docMk/>
            <pc:sldMk cId="2496875142" sldId="278"/>
            <ac:spMk id="2" creationId="{E40DBD44-EC62-65E1-E2D3-40978F94D02D}"/>
          </ac:spMkLst>
        </pc:spChg>
        <pc:spChg chg="mod topLvl">
          <ac:chgData name="Troels Mortensen (TRMO) | VIA" userId="48eeef65-5bf8-474b-9082-b56af31dd25e" providerId="ADAL" clId="{D1D70EA8-438A-4B0D-A7BB-B5EC525C22B7}" dt="2026-03-11T09:46:10.181" v="1342" actId="164"/>
          <ac:spMkLst>
            <pc:docMk/>
            <pc:sldMk cId="2496875142" sldId="278"/>
            <ac:spMk id="5" creationId="{EA7B693A-5491-3C83-F8CE-51C71DAC5543}"/>
          </ac:spMkLst>
        </pc:spChg>
        <pc:spChg chg="mod topLvl">
          <ac:chgData name="Troels Mortensen (TRMO) | VIA" userId="48eeef65-5bf8-474b-9082-b56af31dd25e" providerId="ADAL" clId="{D1D70EA8-438A-4B0D-A7BB-B5EC525C22B7}" dt="2026-03-11T09:46:10.181" v="1342" actId="164"/>
          <ac:spMkLst>
            <pc:docMk/>
            <pc:sldMk cId="2496875142" sldId="278"/>
            <ac:spMk id="6" creationId="{9826828F-1D46-44A6-BA9F-A73EF38FB4D9}"/>
          </ac:spMkLst>
        </pc:spChg>
        <pc:spChg chg="mod topLvl">
          <ac:chgData name="Troels Mortensen (TRMO) | VIA" userId="48eeef65-5bf8-474b-9082-b56af31dd25e" providerId="ADAL" clId="{D1D70EA8-438A-4B0D-A7BB-B5EC525C22B7}" dt="2026-03-11T09:46:10.181" v="1342" actId="164"/>
          <ac:spMkLst>
            <pc:docMk/>
            <pc:sldMk cId="2496875142" sldId="278"/>
            <ac:spMk id="7" creationId="{D187A0B8-35F5-545B-917B-987039DE5C2A}"/>
          </ac:spMkLst>
        </pc:spChg>
        <pc:spChg chg="mod topLvl">
          <ac:chgData name="Troels Mortensen (TRMO) | VIA" userId="48eeef65-5bf8-474b-9082-b56af31dd25e" providerId="ADAL" clId="{D1D70EA8-438A-4B0D-A7BB-B5EC525C22B7}" dt="2026-03-11T09:46:10.181" v="1342" actId="164"/>
          <ac:spMkLst>
            <pc:docMk/>
            <pc:sldMk cId="2496875142" sldId="278"/>
            <ac:spMk id="8" creationId="{67513DAA-CCA1-568C-7343-4A22E7AC4E2D}"/>
          </ac:spMkLst>
        </pc:spChg>
        <pc:spChg chg="mod topLvl">
          <ac:chgData name="Troels Mortensen (TRMO) | VIA" userId="48eeef65-5bf8-474b-9082-b56af31dd25e" providerId="ADAL" clId="{D1D70EA8-438A-4B0D-A7BB-B5EC525C22B7}" dt="2026-03-20T07:34:36.975" v="8915" actId="14100"/>
          <ac:spMkLst>
            <pc:docMk/>
            <pc:sldMk cId="2496875142" sldId="278"/>
            <ac:spMk id="10" creationId="{62C1FDDE-6CC6-49FA-8294-D7E10553AE07}"/>
          </ac:spMkLst>
        </pc:spChg>
        <pc:spChg chg="mod topLvl">
          <ac:chgData name="Troels Mortensen (TRMO) | VIA" userId="48eeef65-5bf8-474b-9082-b56af31dd25e" providerId="ADAL" clId="{D1D70EA8-438A-4B0D-A7BB-B5EC525C22B7}" dt="2026-03-11T09:46:10.181" v="1342" actId="164"/>
          <ac:spMkLst>
            <pc:docMk/>
            <pc:sldMk cId="2496875142" sldId="278"/>
            <ac:spMk id="11" creationId="{B9E5207F-8DAF-B238-C2C8-4B016166564C}"/>
          </ac:spMkLst>
        </pc:spChg>
        <pc:spChg chg="mod topLvl">
          <ac:chgData name="Troels Mortensen (TRMO) | VIA" userId="48eeef65-5bf8-474b-9082-b56af31dd25e" providerId="ADAL" clId="{D1D70EA8-438A-4B0D-A7BB-B5EC525C22B7}" dt="2026-03-11T09:46:10.181" v="1342" actId="164"/>
          <ac:spMkLst>
            <pc:docMk/>
            <pc:sldMk cId="2496875142" sldId="278"/>
            <ac:spMk id="12" creationId="{6E1AC370-D7FA-8852-8064-6C9082EC0FF9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15" creationId="{72B1555F-3EA4-30E0-44C5-F17638DECE12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19" creationId="{02EE689F-19C1-41D0-8491-DF576AF69279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21" creationId="{6A378EF3-287A-BAB4-57E0-60D58E60873A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26" creationId="{E11C0916-79FF-57F1-D5BB-555EE791BED1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29" creationId="{7ED338C1-4CBA-0183-527A-042C6BE6E352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32" creationId="{40072576-04BC-012D-DFF3-96A544604C07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34" creationId="{56160FE2-E085-C9F1-3A63-77F07DEEB684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36" creationId="{EBF187BE-F2F6-3F90-9749-9D23AE6577CE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37" creationId="{219C2FE6-A390-9B58-13FF-868657D884F1}"/>
          </ac:spMkLst>
        </pc:spChg>
        <pc:spChg chg="mod">
          <ac:chgData name="Troels Mortensen (TRMO) | VIA" userId="48eeef65-5bf8-474b-9082-b56af31dd25e" providerId="ADAL" clId="{D1D70EA8-438A-4B0D-A7BB-B5EC525C22B7}" dt="2026-03-11T09:43:44.361" v="1244"/>
          <ac:spMkLst>
            <pc:docMk/>
            <pc:sldMk cId="2496875142" sldId="278"/>
            <ac:spMk id="39" creationId="{37D68171-0A13-8F0A-A2F2-D63FBCB3D4A3}"/>
          </ac:spMkLst>
        </pc:spChg>
        <pc:spChg chg="add mod topLvl">
          <ac:chgData name="Troels Mortensen (TRMO) | VIA" userId="48eeef65-5bf8-474b-9082-b56af31dd25e" providerId="ADAL" clId="{D1D70EA8-438A-4B0D-A7BB-B5EC525C22B7}" dt="2026-03-11T09:54:45.551" v="1381" actId="164"/>
          <ac:spMkLst>
            <pc:docMk/>
            <pc:sldMk cId="2496875142" sldId="278"/>
            <ac:spMk id="48" creationId="{72350109-5A10-1554-174F-9A02368BAD72}"/>
          </ac:spMkLst>
        </pc:spChg>
        <pc:spChg chg="add mod topLvl">
          <ac:chgData name="Troels Mortensen (TRMO) | VIA" userId="48eeef65-5bf8-474b-9082-b56af31dd25e" providerId="ADAL" clId="{D1D70EA8-438A-4B0D-A7BB-B5EC525C22B7}" dt="2026-03-11T09:54:45.551" v="1381" actId="164"/>
          <ac:spMkLst>
            <pc:docMk/>
            <pc:sldMk cId="2496875142" sldId="278"/>
            <ac:spMk id="49" creationId="{E725A31B-9A2C-3225-DD8C-D0B3A8F7D372}"/>
          </ac:spMkLst>
        </pc:spChg>
        <pc:spChg chg="add mod topLvl">
          <ac:chgData name="Troels Mortensen (TRMO) | VIA" userId="48eeef65-5bf8-474b-9082-b56af31dd25e" providerId="ADAL" clId="{D1D70EA8-438A-4B0D-A7BB-B5EC525C22B7}" dt="2026-03-11T09:54:45.551" v="1381" actId="164"/>
          <ac:spMkLst>
            <pc:docMk/>
            <pc:sldMk cId="2496875142" sldId="278"/>
            <ac:spMk id="50" creationId="{7D62D707-2F3D-0A4C-A7EB-CA7CC42BC3BE}"/>
          </ac:spMkLst>
        </pc:spChg>
        <pc:spChg chg="add mod topLvl">
          <ac:chgData name="Troels Mortensen (TRMO) | VIA" userId="48eeef65-5bf8-474b-9082-b56af31dd25e" providerId="ADAL" clId="{D1D70EA8-438A-4B0D-A7BB-B5EC525C22B7}" dt="2026-03-11T09:54:45.551" v="1381" actId="164"/>
          <ac:spMkLst>
            <pc:docMk/>
            <pc:sldMk cId="2496875142" sldId="278"/>
            <ac:spMk id="51" creationId="{3E946725-6B22-BF93-C1D5-BC2DC89BDC86}"/>
          </ac:spMkLst>
        </pc:spChg>
        <pc:spChg chg="add mod topLvl">
          <ac:chgData name="Troels Mortensen (TRMO) | VIA" userId="48eeef65-5bf8-474b-9082-b56af31dd25e" providerId="ADAL" clId="{D1D70EA8-438A-4B0D-A7BB-B5EC525C22B7}" dt="2026-03-11T09:54:45.551" v="1381" actId="164"/>
          <ac:spMkLst>
            <pc:docMk/>
            <pc:sldMk cId="2496875142" sldId="278"/>
            <ac:spMk id="52" creationId="{A47271ED-33DC-B585-E3CE-0E391367B1A6}"/>
          </ac:spMkLst>
        </pc:spChg>
        <pc:spChg chg="add mod topLvl">
          <ac:chgData name="Troels Mortensen (TRMO) | VIA" userId="48eeef65-5bf8-474b-9082-b56af31dd25e" providerId="ADAL" clId="{D1D70EA8-438A-4B0D-A7BB-B5EC525C22B7}" dt="2026-03-11T09:54:41.955" v="1380" actId="165"/>
          <ac:spMkLst>
            <pc:docMk/>
            <pc:sldMk cId="2496875142" sldId="278"/>
            <ac:spMk id="55" creationId="{10FA0F27-CFEA-5A0C-F1A9-F865012F288F}"/>
          </ac:spMkLst>
        </pc:spChg>
        <pc:spChg chg="add mod">
          <ac:chgData name="Troels Mortensen (TRMO) | VIA" userId="48eeef65-5bf8-474b-9082-b56af31dd25e" providerId="ADAL" clId="{D1D70EA8-438A-4B0D-A7BB-B5EC525C22B7}" dt="2026-03-11T09:54:57.291" v="1385" actId="1076"/>
          <ac:spMkLst>
            <pc:docMk/>
            <pc:sldMk cId="2496875142" sldId="278"/>
            <ac:spMk id="57" creationId="{E2EF4BFB-CE62-6C99-B5B7-BCB1490A795A}"/>
          </ac:spMkLst>
        </pc:spChg>
        <pc:grpChg chg="mod">
          <ac:chgData name="Troels Mortensen (TRMO) | VIA" userId="48eeef65-5bf8-474b-9082-b56af31dd25e" providerId="ADAL" clId="{D1D70EA8-438A-4B0D-A7BB-B5EC525C22B7}" dt="2026-03-11T09:44:03.024" v="1249" actId="1076"/>
          <ac:grpSpMkLst>
            <pc:docMk/>
            <pc:sldMk cId="2496875142" sldId="278"/>
            <ac:grpSpMk id="13" creationId="{33D59777-8D26-B95D-A1A9-B417205CDB77}"/>
          </ac:grpSpMkLst>
        </pc:grpChg>
        <pc:grpChg chg="add mod">
          <ac:chgData name="Troels Mortensen (TRMO) | VIA" userId="48eeef65-5bf8-474b-9082-b56af31dd25e" providerId="ADAL" clId="{D1D70EA8-438A-4B0D-A7BB-B5EC525C22B7}" dt="2026-03-11T09:47:09.682" v="1361" actId="1076"/>
          <ac:grpSpMkLst>
            <pc:docMk/>
            <pc:sldMk cId="2496875142" sldId="278"/>
            <ac:grpSpMk id="58" creationId="{E2EAAA62-D15E-C8CB-785F-86607ACB362F}"/>
          </ac:grpSpMkLst>
        </pc:grpChg>
        <pc:grpChg chg="add mod">
          <ac:chgData name="Troels Mortensen (TRMO) | VIA" userId="48eeef65-5bf8-474b-9082-b56af31dd25e" providerId="ADAL" clId="{D1D70EA8-438A-4B0D-A7BB-B5EC525C22B7}" dt="2026-03-11T09:54:45.551" v="1381" actId="164"/>
          <ac:grpSpMkLst>
            <pc:docMk/>
            <pc:sldMk cId="2496875142" sldId="278"/>
            <ac:grpSpMk id="66" creationId="{6ADEE468-630E-E719-0C93-10C14BC4659A}"/>
          </ac:grpSpMkLst>
        </pc:grpChg>
        <pc:picChg chg="add mod">
          <ac:chgData name="Troels Mortensen (TRMO) | VIA" userId="48eeef65-5bf8-474b-9082-b56af31dd25e" providerId="ADAL" clId="{D1D70EA8-438A-4B0D-A7BB-B5EC525C22B7}" dt="2026-03-11T09:55:06.484" v="1390" actId="14100"/>
          <ac:picMkLst>
            <pc:docMk/>
            <pc:sldMk cId="2496875142" sldId="278"/>
            <ac:picMk id="62" creationId="{C17649BF-7DFE-E550-AD31-F92434134B85}"/>
          </ac:picMkLst>
        </pc:picChg>
        <pc:cxnChg chg="mod topLvl">
          <ac:chgData name="Troels Mortensen (TRMO) | VIA" userId="48eeef65-5bf8-474b-9082-b56af31dd25e" providerId="ADAL" clId="{D1D70EA8-438A-4B0D-A7BB-B5EC525C22B7}" dt="2026-03-11T09:47:08.014" v="1360" actId="1035"/>
          <ac:cxnSpMkLst>
            <pc:docMk/>
            <pc:sldMk cId="2496875142" sldId="278"/>
            <ac:cxnSpMk id="9" creationId="{8811F763-AC38-3C24-DDA7-E20DE4946C18}"/>
          </ac:cxnSpMkLst>
        </pc:cxnChg>
        <pc:cxnChg chg="add mod topLvl">
          <ac:chgData name="Troels Mortensen (TRMO) | VIA" userId="48eeef65-5bf8-474b-9082-b56af31dd25e" providerId="ADAL" clId="{D1D70EA8-438A-4B0D-A7BB-B5EC525C22B7}" dt="2026-03-11T09:47:13.638" v="1364" actId="1035"/>
          <ac:cxnSpMkLst>
            <pc:docMk/>
            <pc:sldMk cId="2496875142" sldId="278"/>
            <ac:cxnSpMk id="40" creationId="{34D9E169-95FB-2AF2-D101-4CDE801CEF44}"/>
          </ac:cxnSpMkLst>
        </pc:cxnChg>
        <pc:cxnChg chg="mod">
          <ac:chgData name="Troels Mortensen (TRMO) | VIA" userId="48eeef65-5bf8-474b-9082-b56af31dd25e" providerId="ADAL" clId="{D1D70EA8-438A-4B0D-A7BB-B5EC525C22B7}" dt="2026-03-11T09:43:59.274" v="1248" actId="14100"/>
          <ac:cxnSpMkLst>
            <pc:docMk/>
            <pc:sldMk cId="2496875142" sldId="278"/>
            <ac:cxnSpMk id="43" creationId="{5DCCABF6-2060-00F9-7E34-E085CAF10422}"/>
          </ac:cxnSpMkLst>
        </pc:cxnChg>
        <pc:cxnChg chg="add mod topLvl">
          <ac:chgData name="Troels Mortensen (TRMO) | VIA" userId="48eeef65-5bf8-474b-9082-b56af31dd25e" providerId="ADAL" clId="{D1D70EA8-438A-4B0D-A7BB-B5EC525C22B7}" dt="2026-03-11T09:54:45.551" v="1381" actId="164"/>
          <ac:cxnSpMkLst>
            <pc:docMk/>
            <pc:sldMk cId="2496875142" sldId="278"/>
            <ac:cxnSpMk id="53" creationId="{D4EC6555-6236-0F96-851E-1B5E2AA2DE4C}"/>
          </ac:cxnSpMkLst>
        </pc:cxnChg>
      </pc:sldChg>
      <pc:sldChg chg="addSp delSp modSp new mod modAnim">
        <pc:chgData name="Troels Mortensen (TRMO) | VIA" userId="48eeef65-5bf8-474b-9082-b56af31dd25e" providerId="ADAL" clId="{D1D70EA8-438A-4B0D-A7BB-B5EC525C22B7}" dt="2026-03-11T09:57:20.814" v="1467" actId="1076"/>
        <pc:sldMkLst>
          <pc:docMk/>
          <pc:sldMk cId="1474774142" sldId="279"/>
        </pc:sldMkLst>
        <pc:spChg chg="mod">
          <ac:chgData name="Troels Mortensen (TRMO) | VIA" userId="48eeef65-5bf8-474b-9082-b56af31dd25e" providerId="ADAL" clId="{D1D70EA8-438A-4B0D-A7BB-B5EC525C22B7}" dt="2026-03-11T09:55:20.604" v="1413" actId="20577"/>
          <ac:spMkLst>
            <pc:docMk/>
            <pc:sldMk cId="1474774142" sldId="279"/>
            <ac:spMk id="2" creationId="{FFA494E9-1104-529E-C764-0F72E62C54E1}"/>
          </ac:spMkLst>
        </pc:spChg>
        <pc:spChg chg="add mod">
          <ac:chgData name="Troels Mortensen (TRMO) | VIA" userId="48eeef65-5bf8-474b-9082-b56af31dd25e" providerId="ADAL" clId="{D1D70EA8-438A-4B0D-A7BB-B5EC525C22B7}" dt="2026-03-11T09:57:20.814" v="1467" actId="1076"/>
          <ac:spMkLst>
            <pc:docMk/>
            <pc:sldMk cId="1474774142" sldId="279"/>
            <ac:spMk id="4" creationId="{EE457E5C-99C8-E5AF-0DD2-CF6395843D82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10" creationId="{B5BC2F8F-89B5-CFA3-3C0C-1A9A81206868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11" creationId="{7978D6A4-E494-2D12-135C-B57E43D8B688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15" creationId="{C73B0279-D987-293F-14D5-C8A2D36F87B3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18" creationId="{6BC7B4EF-A4A5-E73F-667A-730429079A39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20" creationId="{428D51E1-629A-60FC-B89D-C3443F5246F7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29" creationId="{04C1CE70-C6E5-DD6C-BE3F-D5101A6D44DC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30" creationId="{4E309521-A677-A4B9-F428-24793A1382CF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34" creationId="{64E0CC60-960C-737B-35B5-6FCD4F153F30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35" creationId="{B88A4986-3B9F-0D8A-C15C-197295065ED0}"/>
          </ac:spMkLst>
        </pc:spChg>
        <pc:spChg chg="mod">
          <ac:chgData name="Troels Mortensen (TRMO) | VIA" userId="48eeef65-5bf8-474b-9082-b56af31dd25e" providerId="ADAL" clId="{D1D70EA8-438A-4B0D-A7BB-B5EC525C22B7}" dt="2026-03-11T09:56:49.945" v="1430"/>
          <ac:spMkLst>
            <pc:docMk/>
            <pc:sldMk cId="1474774142" sldId="279"/>
            <ac:spMk id="41" creationId="{6BB1ED14-7A3F-73A2-A17D-7D67BE94F21C}"/>
          </ac:spMkLst>
        </pc:spChg>
        <pc:grpChg chg="mod">
          <ac:chgData name="Troels Mortensen (TRMO) | VIA" userId="48eeef65-5bf8-474b-9082-b56af31dd25e" providerId="ADAL" clId="{D1D70EA8-438A-4B0D-A7BB-B5EC525C22B7}" dt="2026-03-11T09:56:51.620" v="1431" actId="1076"/>
          <ac:grpSpMkLst>
            <pc:docMk/>
            <pc:sldMk cId="1474774142" sldId="279"/>
            <ac:grpSpMk id="7" creationId="{8EF92FAC-34BA-1B83-CF07-E82FDB3FA948}"/>
          </ac:grpSpMkLst>
        </pc:grpChg>
        <pc:grpChg chg="mod">
          <ac:chgData name="Troels Mortensen (TRMO) | VIA" userId="48eeef65-5bf8-474b-9082-b56af31dd25e" providerId="ADAL" clId="{D1D70EA8-438A-4B0D-A7BB-B5EC525C22B7}" dt="2026-03-11T09:56:51.620" v="1431" actId="1076"/>
          <ac:grpSpMkLst>
            <pc:docMk/>
            <pc:sldMk cId="1474774142" sldId="279"/>
            <ac:grpSpMk id="17" creationId="{A40DB2B6-880A-3B4F-D0C3-FB0AB7F238C7}"/>
          </ac:grpSpMkLst>
        </pc:grpChg>
      </pc:sldChg>
      <pc:sldChg chg="addSp delSp modSp add mod addAnim delAnim modAnim">
        <pc:chgData name="Troels Mortensen (TRMO) | VIA" userId="48eeef65-5bf8-474b-9082-b56af31dd25e" providerId="ADAL" clId="{D1D70EA8-438A-4B0D-A7BB-B5EC525C22B7}" dt="2026-03-11T10:08:02.993" v="1618"/>
        <pc:sldMkLst>
          <pc:docMk/>
          <pc:sldMk cId="3298403257" sldId="281"/>
        </pc:sldMkLst>
        <pc:spChg chg="add mod ord">
          <ac:chgData name="Troels Mortensen (TRMO) | VIA" userId="48eeef65-5bf8-474b-9082-b56af31dd25e" providerId="ADAL" clId="{D1D70EA8-438A-4B0D-A7BB-B5EC525C22B7}" dt="2026-03-11T10:07:52.226" v="1616" actId="1076"/>
          <ac:spMkLst>
            <pc:docMk/>
            <pc:sldMk cId="3298403257" sldId="281"/>
            <ac:spMk id="4" creationId="{99D419B2-C389-9ED1-81EA-919E409AC68B}"/>
          </ac:spMkLst>
        </pc:spChg>
        <pc:spChg chg="mod">
          <ac:chgData name="Troels Mortensen (TRMO) | VIA" userId="48eeef65-5bf8-474b-9082-b56af31dd25e" providerId="ADAL" clId="{D1D70EA8-438A-4B0D-A7BB-B5EC525C22B7}" dt="2026-03-11T10:03:51.365" v="1591" actId="1076"/>
          <ac:spMkLst>
            <pc:docMk/>
            <pc:sldMk cId="3298403257" sldId="281"/>
            <ac:spMk id="6" creationId="{78D012E1-FBBB-8643-9766-36E81BA99146}"/>
          </ac:spMkLst>
        </pc:spChg>
        <pc:spChg chg="add mod">
          <ac:chgData name="Troels Mortensen (TRMO) | VIA" userId="48eeef65-5bf8-474b-9082-b56af31dd25e" providerId="ADAL" clId="{D1D70EA8-438A-4B0D-A7BB-B5EC525C22B7}" dt="2026-03-11T10:03:26.425" v="1577" actId="14100"/>
          <ac:spMkLst>
            <pc:docMk/>
            <pc:sldMk cId="3298403257" sldId="281"/>
            <ac:spMk id="9" creationId="{A5967C44-54CF-5178-A3BB-35D7C537619D}"/>
          </ac:spMkLst>
        </pc:spChg>
        <pc:grpChg chg="add mod">
          <ac:chgData name="Troels Mortensen (TRMO) | VIA" userId="48eeef65-5bf8-474b-9082-b56af31dd25e" providerId="ADAL" clId="{D1D70EA8-438A-4B0D-A7BB-B5EC525C22B7}" dt="2026-03-11T10:07:52.226" v="1616" actId="1076"/>
          <ac:grpSpMkLst>
            <pc:docMk/>
            <pc:sldMk cId="3298403257" sldId="281"/>
            <ac:grpSpMk id="7" creationId="{ED4BE485-0F8E-FE2D-AF00-1EC557DE06E3}"/>
          </ac:grpSpMkLst>
        </pc:grp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76" creationId="{13E27665-D2A3-06C1-BFA0-CF4A02596131}"/>
          </ac:picMkLst>
        </pc:pic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78" creationId="{A3DEB495-946D-BD36-E5E6-F9CF24AB5019}"/>
          </ac:picMkLst>
        </pc:pic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80" creationId="{3EBDFF71-0FA0-5569-1B7E-71A33C42F3CD}"/>
          </ac:picMkLst>
        </pc:pic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82" creationId="{7BD46497-72F1-0901-7E43-F72492B0231C}"/>
          </ac:picMkLst>
        </pc:pic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84" creationId="{65ED76BF-C248-7762-B373-B6E0A120EBDA}"/>
          </ac:picMkLst>
        </pc:pic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86" creationId="{20F47EDE-B2FE-58A1-D730-1C0F3759012C}"/>
          </ac:picMkLst>
        </pc:pic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88" creationId="{6754D069-258B-0325-FEC1-4613C1813167}"/>
          </ac:picMkLst>
        </pc:picChg>
        <pc:picChg chg="add mod">
          <ac:chgData name="Troels Mortensen (TRMO) | VIA" userId="48eeef65-5bf8-474b-9082-b56af31dd25e" providerId="ADAL" clId="{D1D70EA8-438A-4B0D-A7BB-B5EC525C22B7}" dt="2026-03-11T10:07:52.226" v="1616" actId="1076"/>
          <ac:picMkLst>
            <pc:docMk/>
            <pc:sldMk cId="3298403257" sldId="281"/>
            <ac:picMk id="3090" creationId="{D5BCC080-AEF3-D130-9818-CBF75FC594CB}"/>
          </ac:picMkLst>
        </pc:picChg>
      </pc:sldChg>
      <pc:sldChg chg="addSp delSp modSp new mod">
        <pc:chgData name="Troels Mortensen (TRMO) | VIA" userId="48eeef65-5bf8-474b-9082-b56af31dd25e" providerId="ADAL" clId="{D1D70EA8-438A-4B0D-A7BB-B5EC525C22B7}" dt="2026-03-11T10:10:31.442" v="1642" actId="465"/>
        <pc:sldMkLst>
          <pc:docMk/>
          <pc:sldMk cId="1053704003" sldId="282"/>
        </pc:sldMkLst>
        <pc:spChg chg="add mod">
          <ac:chgData name="Troels Mortensen (TRMO) | VIA" userId="48eeef65-5bf8-474b-9082-b56af31dd25e" providerId="ADAL" clId="{D1D70EA8-438A-4B0D-A7BB-B5EC525C22B7}" dt="2026-03-11T10:10:31.442" v="1642" actId="465"/>
          <ac:spMkLst>
            <pc:docMk/>
            <pc:sldMk cId="1053704003" sldId="282"/>
            <ac:spMk id="5" creationId="{59EF5D22-04DA-25A2-F37B-BE3010901636}"/>
          </ac:spMkLst>
        </pc:spChg>
      </pc:sldChg>
      <pc:sldChg chg="addSp modSp new mod">
        <pc:chgData name="Troels Mortensen (TRMO) | VIA" userId="48eeef65-5bf8-474b-9082-b56af31dd25e" providerId="ADAL" clId="{D1D70EA8-438A-4B0D-A7BB-B5EC525C22B7}" dt="2026-03-12T13:48:21.109" v="8408" actId="20577"/>
        <pc:sldMkLst>
          <pc:docMk/>
          <pc:sldMk cId="3226446609" sldId="283"/>
        </pc:sldMkLst>
        <pc:spChg chg="mod">
          <ac:chgData name="Troels Mortensen (TRMO) | VIA" userId="48eeef65-5bf8-474b-9082-b56af31dd25e" providerId="ADAL" clId="{D1D70EA8-438A-4B0D-A7BB-B5EC525C22B7}" dt="2026-03-11T10:11:16.700" v="1656" actId="20577"/>
          <ac:spMkLst>
            <pc:docMk/>
            <pc:sldMk cId="3226446609" sldId="283"/>
            <ac:spMk id="2" creationId="{56585D66-D92A-7285-B224-252BFCF98B52}"/>
          </ac:spMkLst>
        </pc:spChg>
        <pc:spChg chg="mod">
          <ac:chgData name="Troels Mortensen (TRMO) | VIA" userId="48eeef65-5bf8-474b-9082-b56af31dd25e" providerId="ADAL" clId="{D1D70EA8-438A-4B0D-A7BB-B5EC525C22B7}" dt="2026-03-12T13:48:14.193" v="8406" actId="1076"/>
          <ac:spMkLst>
            <pc:docMk/>
            <pc:sldMk cId="3226446609" sldId="283"/>
            <ac:spMk id="3" creationId="{C4A2F1CB-ABA2-E2D0-2C84-4A7658CD7141}"/>
          </ac:spMkLst>
        </pc:spChg>
        <pc:spChg chg="add mod">
          <ac:chgData name="Troels Mortensen (TRMO) | VIA" userId="48eeef65-5bf8-474b-9082-b56af31dd25e" providerId="ADAL" clId="{D1D70EA8-438A-4B0D-A7BB-B5EC525C22B7}" dt="2026-03-12T13:48:21.109" v="8408" actId="20577"/>
          <ac:spMkLst>
            <pc:docMk/>
            <pc:sldMk cId="3226446609" sldId="283"/>
            <ac:spMk id="5" creationId="{8AA646AA-C04A-A6D9-035E-7B09C28722B8}"/>
          </ac:spMkLst>
        </pc:spChg>
        <pc:picChg chg="add mod">
          <ac:chgData name="Troels Mortensen (TRMO) | VIA" userId="48eeef65-5bf8-474b-9082-b56af31dd25e" providerId="ADAL" clId="{D1D70EA8-438A-4B0D-A7BB-B5EC525C22B7}" dt="2026-03-11T10:13:00.431" v="1782" actId="1076"/>
          <ac:picMkLst>
            <pc:docMk/>
            <pc:sldMk cId="3226446609" sldId="283"/>
            <ac:picMk id="7" creationId="{40F784A5-F0D5-7813-E898-6EA155DD5564}"/>
          </ac:picMkLst>
        </pc:picChg>
      </pc:sldChg>
      <pc:sldChg chg="addSp delSp modSp new mod modTransition">
        <pc:chgData name="Troels Mortensen (TRMO) | VIA" userId="48eeef65-5bf8-474b-9082-b56af31dd25e" providerId="ADAL" clId="{D1D70EA8-438A-4B0D-A7BB-B5EC525C22B7}" dt="2026-03-11T10:24:12.075" v="2042"/>
        <pc:sldMkLst>
          <pc:docMk/>
          <pc:sldMk cId="3683311392" sldId="284"/>
        </pc:sldMkLst>
        <pc:spChg chg="mod">
          <ac:chgData name="Troels Mortensen (TRMO) | VIA" userId="48eeef65-5bf8-474b-9082-b56af31dd25e" providerId="ADAL" clId="{D1D70EA8-438A-4B0D-A7BB-B5EC525C22B7}" dt="2026-03-11T10:13:31.490" v="1809" actId="20577"/>
          <ac:spMkLst>
            <pc:docMk/>
            <pc:sldMk cId="3683311392" sldId="284"/>
            <ac:spMk id="2" creationId="{279D1C5E-888F-0CAF-CA87-3A9A596AD1AE}"/>
          </ac:spMkLst>
        </pc:spChg>
        <pc:spChg chg="add mod">
          <ac:chgData name="Troels Mortensen (TRMO) | VIA" userId="48eeef65-5bf8-474b-9082-b56af31dd25e" providerId="ADAL" clId="{D1D70EA8-438A-4B0D-A7BB-B5EC525C22B7}" dt="2026-03-11T10:13:56.592" v="1833" actId="20577"/>
          <ac:spMkLst>
            <pc:docMk/>
            <pc:sldMk cId="3683311392" sldId="284"/>
            <ac:spMk id="4" creationId="{83C32DEF-598B-8B36-7E7D-24EDC931F4D7}"/>
          </ac:spMkLst>
        </pc:spChg>
      </pc:sldChg>
      <pc:sldChg chg="addSp delSp modSp new mod modTransition modClrScheme chgLayout">
        <pc:chgData name="Troels Mortensen (TRMO) | VIA" userId="48eeef65-5bf8-474b-9082-b56af31dd25e" providerId="ADAL" clId="{D1D70EA8-438A-4B0D-A7BB-B5EC525C22B7}" dt="2026-03-11T11:08:10.665" v="3055"/>
        <pc:sldMkLst>
          <pc:docMk/>
          <pc:sldMk cId="2958879451" sldId="285"/>
        </pc:sldMkLst>
        <pc:spChg chg="add mod ord">
          <ac:chgData name="Troels Mortensen (TRMO) | VIA" userId="48eeef65-5bf8-474b-9082-b56af31dd25e" providerId="ADAL" clId="{D1D70EA8-438A-4B0D-A7BB-B5EC525C22B7}" dt="2026-03-11T10:31:16.171" v="2337" actId="1076"/>
          <ac:spMkLst>
            <pc:docMk/>
            <pc:sldMk cId="2958879451" sldId="285"/>
            <ac:spMk id="4" creationId="{5A303F0E-8EBD-3289-D42C-A7ADCA8BC2F6}"/>
          </ac:spMkLst>
        </pc:spChg>
        <pc:spChg chg="add mod ord">
          <ac:chgData name="Troels Mortensen (TRMO) | VIA" userId="48eeef65-5bf8-474b-9082-b56af31dd25e" providerId="ADAL" clId="{D1D70EA8-438A-4B0D-A7BB-B5EC525C22B7}" dt="2026-03-11T10:31:16.171" v="2337" actId="1076"/>
          <ac:spMkLst>
            <pc:docMk/>
            <pc:sldMk cId="2958879451" sldId="285"/>
            <ac:spMk id="5" creationId="{66198ED3-0851-E5E7-00FD-BE4446341E7B}"/>
          </ac:spMkLst>
        </pc:spChg>
        <pc:spChg chg="add mod">
          <ac:chgData name="Troels Mortensen (TRMO) | VIA" userId="48eeef65-5bf8-474b-9082-b56af31dd25e" providerId="ADAL" clId="{D1D70EA8-438A-4B0D-A7BB-B5EC525C22B7}" dt="2026-03-11T10:24:03.538" v="2040" actId="207"/>
          <ac:spMkLst>
            <pc:docMk/>
            <pc:sldMk cId="2958879451" sldId="285"/>
            <ac:spMk id="7" creationId="{B1069502-3870-BD3B-8299-56320820C722}"/>
          </ac:spMkLst>
        </pc:spChg>
        <pc:picChg chg="add mod">
          <ac:chgData name="Troels Mortensen (TRMO) | VIA" userId="48eeef65-5bf8-474b-9082-b56af31dd25e" providerId="ADAL" clId="{D1D70EA8-438A-4B0D-A7BB-B5EC525C22B7}" dt="2026-03-11T10:47:22.815" v="2660" actId="688"/>
          <ac:picMkLst>
            <pc:docMk/>
            <pc:sldMk cId="2958879451" sldId="285"/>
            <ac:picMk id="8196" creationId="{27655D4B-A2FD-A7BC-EAF1-C186AE7098F1}"/>
          </ac:picMkLst>
        </pc:picChg>
      </pc:sldChg>
      <pc:sldChg chg="addSp delSp modSp add mod modTransition">
        <pc:chgData name="Troels Mortensen (TRMO) | VIA" userId="48eeef65-5bf8-474b-9082-b56af31dd25e" providerId="ADAL" clId="{D1D70EA8-438A-4B0D-A7BB-B5EC525C22B7}" dt="2026-03-11T12:28:21.287" v="3711"/>
        <pc:sldMkLst>
          <pc:docMk/>
          <pc:sldMk cId="598537780" sldId="286"/>
        </pc:sldMkLst>
        <pc:spChg chg="mod">
          <ac:chgData name="Troels Mortensen (TRMO) | VIA" userId="48eeef65-5bf8-474b-9082-b56af31dd25e" providerId="ADAL" clId="{D1D70EA8-438A-4B0D-A7BB-B5EC525C22B7}" dt="2026-03-11T10:29:34.196" v="2310" actId="1076"/>
          <ac:spMkLst>
            <pc:docMk/>
            <pc:sldMk cId="598537780" sldId="286"/>
            <ac:spMk id="4" creationId="{AF5ED32E-60E1-894E-CC1C-4C6671CD74B1}"/>
          </ac:spMkLst>
        </pc:spChg>
        <pc:spChg chg="add mod ord topLvl">
          <ac:chgData name="Troels Mortensen (TRMO) | VIA" userId="48eeef65-5bf8-474b-9082-b56af31dd25e" providerId="ADAL" clId="{D1D70EA8-438A-4B0D-A7BB-B5EC525C22B7}" dt="2026-03-11T10:30:15.076" v="2328" actId="1076"/>
          <ac:spMkLst>
            <pc:docMk/>
            <pc:sldMk cId="598537780" sldId="286"/>
            <ac:spMk id="6" creationId="{8E87C1D5-6289-E527-418E-CA9BC411C617}"/>
          </ac:spMkLst>
        </pc:spChg>
        <pc:spChg chg="add mod ord topLvl">
          <ac:chgData name="Troels Mortensen (TRMO) | VIA" userId="48eeef65-5bf8-474b-9082-b56af31dd25e" providerId="ADAL" clId="{D1D70EA8-438A-4B0D-A7BB-B5EC525C22B7}" dt="2026-03-11T10:30:15.076" v="2328" actId="1076"/>
          <ac:spMkLst>
            <pc:docMk/>
            <pc:sldMk cId="598537780" sldId="286"/>
            <ac:spMk id="8" creationId="{DD9E7329-3BA7-9774-6DD2-1D57CFCA7A3D}"/>
          </ac:spMkLst>
        </pc:spChg>
        <pc:grpChg chg="add mod">
          <ac:chgData name="Troels Mortensen (TRMO) | VIA" userId="48eeef65-5bf8-474b-9082-b56af31dd25e" providerId="ADAL" clId="{D1D70EA8-438A-4B0D-A7BB-B5EC525C22B7}" dt="2026-03-11T10:30:15.076" v="2328" actId="1076"/>
          <ac:grpSpMkLst>
            <pc:docMk/>
            <pc:sldMk cId="598537780" sldId="286"/>
            <ac:grpSpMk id="10" creationId="{63DE1A43-271D-C3BA-44A1-CBE7259C655C}"/>
          </ac:grpSpMkLst>
        </pc:grpChg>
        <pc:picChg chg="add mod">
          <ac:chgData name="Troels Mortensen (TRMO) | VIA" userId="48eeef65-5bf8-474b-9082-b56af31dd25e" providerId="ADAL" clId="{D1D70EA8-438A-4B0D-A7BB-B5EC525C22B7}" dt="2026-03-11T10:30:15.076" v="2328" actId="1076"/>
          <ac:picMkLst>
            <pc:docMk/>
            <pc:sldMk cId="598537780" sldId="286"/>
            <ac:picMk id="7172" creationId="{F0E24B11-2BBE-D3FC-1D01-B394F05B9FC2}"/>
          </ac:picMkLst>
        </pc:picChg>
      </pc:sldChg>
      <pc:sldChg chg="addSp delSp modSp new mod modTransition">
        <pc:chgData name="Troels Mortensen (TRMO) | VIA" userId="48eeef65-5bf8-474b-9082-b56af31dd25e" providerId="ADAL" clId="{D1D70EA8-438A-4B0D-A7BB-B5EC525C22B7}" dt="2026-03-11T13:55:38.597" v="5036" actId="1076"/>
        <pc:sldMkLst>
          <pc:docMk/>
          <pc:sldMk cId="2226480374" sldId="287"/>
        </pc:sldMkLst>
        <pc:spChg chg="add mod">
          <ac:chgData name="Troels Mortensen (TRMO) | VIA" userId="48eeef65-5bf8-474b-9082-b56af31dd25e" providerId="ADAL" clId="{D1D70EA8-438A-4B0D-A7BB-B5EC525C22B7}" dt="2026-03-11T13:55:38.597" v="5036" actId="1076"/>
          <ac:spMkLst>
            <pc:docMk/>
            <pc:sldMk cId="2226480374" sldId="287"/>
            <ac:spMk id="4" creationId="{8BF4AC54-1A24-C3AA-D24A-B982E02BEAE5}"/>
          </ac:spMkLst>
        </pc:spChg>
        <pc:picChg chg="add mod">
          <ac:chgData name="Troels Mortensen (TRMO) | VIA" userId="48eeef65-5bf8-474b-9082-b56af31dd25e" providerId="ADAL" clId="{D1D70EA8-438A-4B0D-A7BB-B5EC525C22B7}" dt="2026-03-11T13:55:35.345" v="5035" actId="1076"/>
          <ac:picMkLst>
            <pc:docMk/>
            <pc:sldMk cId="2226480374" sldId="287"/>
            <ac:picMk id="9220" creationId="{EB8D3FB3-1598-B6BD-A36D-F47BB6E2BD0A}"/>
          </ac:picMkLst>
        </pc:picChg>
      </pc:sldChg>
      <pc:sldChg chg="addSp delSp modSp new mod modTransition addAnim delAnim modAnim">
        <pc:chgData name="Troels Mortensen (TRMO) | VIA" userId="48eeef65-5bf8-474b-9082-b56af31dd25e" providerId="ADAL" clId="{D1D70EA8-438A-4B0D-A7BB-B5EC525C22B7}" dt="2026-03-20T08:21:12.855" v="8921" actId="20577"/>
        <pc:sldMkLst>
          <pc:docMk/>
          <pc:sldMk cId="1271219843" sldId="288"/>
        </pc:sldMkLst>
        <pc:spChg chg="mod">
          <ac:chgData name="Troels Mortensen (TRMO) | VIA" userId="48eeef65-5bf8-474b-9082-b56af31dd25e" providerId="ADAL" clId="{D1D70EA8-438A-4B0D-A7BB-B5EC525C22B7}" dt="2026-03-11T10:41:52.212" v="2658"/>
          <ac:spMkLst>
            <pc:docMk/>
            <pc:sldMk cId="1271219843" sldId="288"/>
            <ac:spMk id="2" creationId="{D5376FB7-2CAE-B020-B601-FAB39F355EC8}"/>
          </ac:spMkLst>
        </pc:spChg>
        <pc:spChg chg="add mod">
          <ac:chgData name="Troels Mortensen (TRMO) | VIA" userId="48eeef65-5bf8-474b-9082-b56af31dd25e" providerId="ADAL" clId="{D1D70EA8-438A-4B0D-A7BB-B5EC525C22B7}" dt="2026-03-11T11:14:18.452" v="3390" actId="1076"/>
          <ac:spMkLst>
            <pc:docMk/>
            <pc:sldMk cId="1271219843" sldId="288"/>
            <ac:spMk id="8" creationId="{A5DFBE01-5AF7-F638-E16F-691A160CE8EB}"/>
          </ac:spMkLst>
        </pc:spChg>
        <pc:spChg chg="add mod">
          <ac:chgData name="Troels Mortensen (TRMO) | VIA" userId="48eeef65-5bf8-474b-9082-b56af31dd25e" providerId="ADAL" clId="{D1D70EA8-438A-4B0D-A7BB-B5EC525C22B7}" dt="2026-03-20T08:21:12.855" v="8921" actId="20577"/>
          <ac:spMkLst>
            <pc:docMk/>
            <pc:sldMk cId="1271219843" sldId="288"/>
            <ac:spMk id="9" creationId="{F497AA11-F2F6-8DC3-1123-DA39AFBCC8C6}"/>
          </ac:spMkLst>
        </pc:spChg>
        <pc:spChg chg="add mod">
          <ac:chgData name="Troels Mortensen (TRMO) | VIA" userId="48eeef65-5bf8-474b-9082-b56af31dd25e" providerId="ADAL" clId="{D1D70EA8-438A-4B0D-A7BB-B5EC525C22B7}" dt="2026-03-12T13:02:47.142" v="5061" actId="403"/>
          <ac:spMkLst>
            <pc:docMk/>
            <pc:sldMk cId="1271219843" sldId="288"/>
            <ac:spMk id="10" creationId="{E22EA196-CCF8-28CB-9BFC-45ECAEDE213A}"/>
          </ac:spMkLst>
        </pc:spChg>
        <pc:spChg chg="add del mod">
          <ac:chgData name="Troels Mortensen (TRMO) | VIA" userId="48eeef65-5bf8-474b-9082-b56af31dd25e" providerId="ADAL" clId="{D1D70EA8-438A-4B0D-A7BB-B5EC525C22B7}" dt="2026-03-20T08:19:39.307" v="8916" actId="478"/>
          <ac:spMkLst>
            <pc:docMk/>
            <pc:sldMk cId="1271219843" sldId="288"/>
            <ac:spMk id="13" creationId="{C253D800-75D3-1561-91EA-98C40D17E333}"/>
          </ac:spMkLst>
        </pc:spChg>
        <pc:spChg chg="add del mod">
          <ac:chgData name="Troels Mortensen (TRMO) | VIA" userId="48eeef65-5bf8-474b-9082-b56af31dd25e" providerId="ADAL" clId="{D1D70EA8-438A-4B0D-A7BB-B5EC525C22B7}" dt="2026-03-20T08:19:39.307" v="8916" actId="478"/>
          <ac:spMkLst>
            <pc:docMk/>
            <pc:sldMk cId="1271219843" sldId="288"/>
            <ac:spMk id="14" creationId="{6A1512DC-21FE-BD61-4188-99462F42ADC5}"/>
          </ac:spMkLst>
        </pc:spChg>
        <pc:graphicFrameChg chg="add mod modGraphic">
          <ac:chgData name="Troels Mortensen (TRMO) | VIA" userId="48eeef65-5bf8-474b-9082-b56af31dd25e" providerId="ADAL" clId="{D1D70EA8-438A-4B0D-A7BB-B5EC525C22B7}" dt="2026-03-11T11:12:46.018" v="3101" actId="408"/>
          <ac:graphicFrameMkLst>
            <pc:docMk/>
            <pc:sldMk cId="1271219843" sldId="288"/>
            <ac:graphicFrameMk id="4" creationId="{FE603666-F065-E700-3594-81C0DDF7FF55}"/>
          </ac:graphicFrameMkLst>
        </pc:graphicFrameChg>
        <pc:graphicFrameChg chg="add mod modGraphic">
          <ac:chgData name="Troels Mortensen (TRMO) | VIA" userId="48eeef65-5bf8-474b-9082-b56af31dd25e" providerId="ADAL" clId="{D1D70EA8-438A-4B0D-A7BB-B5EC525C22B7}" dt="2026-03-11T11:12:46.018" v="3101" actId="408"/>
          <ac:graphicFrameMkLst>
            <pc:docMk/>
            <pc:sldMk cId="1271219843" sldId="288"/>
            <ac:graphicFrameMk id="7" creationId="{6679C9E2-4B6C-1B3D-A306-2667EDA0F8B9}"/>
          </ac:graphicFrameMkLst>
        </pc:graphicFrameChg>
      </pc:sldChg>
      <pc:sldChg chg="modSp new mod">
        <pc:chgData name="Troels Mortensen (TRMO) | VIA" userId="48eeef65-5bf8-474b-9082-b56af31dd25e" providerId="ADAL" clId="{D1D70EA8-438A-4B0D-A7BB-B5EC525C22B7}" dt="2026-03-11T12:26:57.725" v="3685" actId="20577"/>
        <pc:sldMkLst>
          <pc:docMk/>
          <pc:sldMk cId="1353438773" sldId="289"/>
        </pc:sldMkLst>
        <pc:spChg chg="mod">
          <ac:chgData name="Troels Mortensen (TRMO) | VIA" userId="48eeef65-5bf8-474b-9082-b56af31dd25e" providerId="ADAL" clId="{D1D70EA8-438A-4B0D-A7BB-B5EC525C22B7}" dt="2026-03-11T12:26:07.367" v="3469" actId="20577"/>
          <ac:spMkLst>
            <pc:docMk/>
            <pc:sldMk cId="1353438773" sldId="289"/>
            <ac:spMk id="2" creationId="{E264B366-1C90-1070-11BD-42D591532748}"/>
          </ac:spMkLst>
        </pc:spChg>
        <pc:spChg chg="mod">
          <ac:chgData name="Troels Mortensen (TRMO) | VIA" userId="48eeef65-5bf8-474b-9082-b56af31dd25e" providerId="ADAL" clId="{D1D70EA8-438A-4B0D-A7BB-B5EC525C22B7}" dt="2026-03-11T12:26:57.725" v="3685" actId="20577"/>
          <ac:spMkLst>
            <pc:docMk/>
            <pc:sldMk cId="1353438773" sldId="289"/>
            <ac:spMk id="3" creationId="{D4146644-B506-0EF6-B0F5-83F4B1CDD469}"/>
          </ac:spMkLst>
        </pc:spChg>
      </pc:sldChg>
      <pc:sldChg chg="addSp delSp modSp new mod addAnim delAnim modAnim">
        <pc:chgData name="Troels Mortensen (TRMO) | VIA" userId="48eeef65-5bf8-474b-9082-b56af31dd25e" providerId="ADAL" clId="{D1D70EA8-438A-4B0D-A7BB-B5EC525C22B7}" dt="2026-03-11T12:36:57.361" v="3974"/>
        <pc:sldMkLst>
          <pc:docMk/>
          <pc:sldMk cId="1994529629" sldId="290"/>
        </pc:sldMkLst>
        <pc:spChg chg="mod">
          <ac:chgData name="Troels Mortensen (TRMO) | VIA" userId="48eeef65-5bf8-474b-9082-b56af31dd25e" providerId="ADAL" clId="{D1D70EA8-438A-4B0D-A7BB-B5EC525C22B7}" dt="2026-03-11T12:28:39.348" v="3729" actId="20577"/>
          <ac:spMkLst>
            <pc:docMk/>
            <pc:sldMk cId="1994529629" sldId="290"/>
            <ac:spMk id="2" creationId="{8C311285-E22F-587D-DB29-72C47ADB9229}"/>
          </ac:spMkLst>
        </pc:spChg>
        <pc:spChg chg="mod">
          <ac:chgData name="Troels Mortensen (TRMO) | VIA" userId="48eeef65-5bf8-474b-9082-b56af31dd25e" providerId="ADAL" clId="{D1D70EA8-438A-4B0D-A7BB-B5EC525C22B7}" dt="2026-03-11T12:32:45.018" v="3868" actId="1076"/>
          <ac:spMkLst>
            <pc:docMk/>
            <pc:sldMk cId="1994529629" sldId="290"/>
            <ac:spMk id="3" creationId="{4D0734ED-6185-2B55-6869-156D234492A8}"/>
          </ac:spMkLst>
        </pc:spChg>
        <pc:spChg chg="add mod">
          <ac:chgData name="Troels Mortensen (TRMO) | VIA" userId="48eeef65-5bf8-474b-9082-b56af31dd25e" providerId="ADAL" clId="{D1D70EA8-438A-4B0D-A7BB-B5EC525C22B7}" dt="2026-03-11T12:32:45.018" v="3868" actId="1076"/>
          <ac:spMkLst>
            <pc:docMk/>
            <pc:sldMk cId="1994529629" sldId="290"/>
            <ac:spMk id="4" creationId="{88A6848C-7DD6-A534-0773-D875453241EB}"/>
          </ac:spMkLst>
        </pc:spChg>
        <pc:spChg chg="mod topLvl">
          <ac:chgData name="Troels Mortensen (TRMO) | VIA" userId="48eeef65-5bf8-474b-9082-b56af31dd25e" providerId="ADAL" clId="{D1D70EA8-438A-4B0D-A7BB-B5EC525C22B7}" dt="2026-03-11T12:34:57.780" v="3909" actId="20577"/>
          <ac:spMkLst>
            <pc:docMk/>
            <pc:sldMk cId="1994529629" sldId="290"/>
            <ac:spMk id="10" creationId="{6CB84EE8-B117-350B-3838-F535F91793B0}"/>
          </ac:spMkLst>
        </pc:spChg>
        <pc:spChg chg="mod">
          <ac:chgData name="Troels Mortensen (TRMO) | VIA" userId="48eeef65-5bf8-474b-9082-b56af31dd25e" providerId="ADAL" clId="{D1D70EA8-438A-4B0D-A7BB-B5EC525C22B7}" dt="2026-03-11T12:33:03.821" v="3873" actId="164"/>
          <ac:spMkLst>
            <pc:docMk/>
            <pc:sldMk cId="1994529629" sldId="290"/>
            <ac:spMk id="11" creationId="{C004D212-1543-F5F8-F35C-CE1528C1E523}"/>
          </ac:spMkLst>
        </pc:spChg>
        <pc:spChg chg="mod topLvl">
          <ac:chgData name="Troels Mortensen (TRMO) | VIA" userId="48eeef65-5bf8-474b-9082-b56af31dd25e" providerId="ADAL" clId="{D1D70EA8-438A-4B0D-A7BB-B5EC525C22B7}" dt="2026-03-11T12:33:06.251" v="3874" actId="164"/>
          <ac:spMkLst>
            <pc:docMk/>
            <pc:sldMk cId="1994529629" sldId="290"/>
            <ac:spMk id="12" creationId="{C0DC60A8-5B36-04A8-472C-A070A1EA05B5}"/>
          </ac:spMkLst>
        </pc:spChg>
        <pc:spChg chg="mod topLvl">
          <ac:chgData name="Troels Mortensen (TRMO) | VIA" userId="48eeef65-5bf8-474b-9082-b56af31dd25e" providerId="ADAL" clId="{D1D70EA8-438A-4B0D-A7BB-B5EC525C22B7}" dt="2026-03-11T12:33:06.251" v="3874" actId="164"/>
          <ac:spMkLst>
            <pc:docMk/>
            <pc:sldMk cId="1994529629" sldId="290"/>
            <ac:spMk id="13" creationId="{B6EB26DD-1ADD-1BB2-B283-FA090741CC99}"/>
          </ac:spMkLst>
        </pc:spChg>
        <pc:spChg chg="mod topLvl">
          <ac:chgData name="Troels Mortensen (TRMO) | VIA" userId="48eeef65-5bf8-474b-9082-b56af31dd25e" providerId="ADAL" clId="{D1D70EA8-438A-4B0D-A7BB-B5EC525C22B7}" dt="2026-03-11T12:33:08.880" v="3875" actId="164"/>
          <ac:spMkLst>
            <pc:docMk/>
            <pc:sldMk cId="1994529629" sldId="290"/>
            <ac:spMk id="14" creationId="{21A19C2A-E836-8F4E-61EC-E5FF8C073298}"/>
          </ac:spMkLst>
        </pc:spChg>
        <pc:spChg chg="mod topLvl">
          <ac:chgData name="Troels Mortensen (TRMO) | VIA" userId="48eeef65-5bf8-474b-9082-b56af31dd25e" providerId="ADAL" clId="{D1D70EA8-438A-4B0D-A7BB-B5EC525C22B7}" dt="2026-03-11T12:33:08.880" v="3875" actId="164"/>
          <ac:spMkLst>
            <pc:docMk/>
            <pc:sldMk cId="1994529629" sldId="290"/>
            <ac:spMk id="15" creationId="{8B87C993-E1AF-5FC6-33EE-8EC5746DE5E5}"/>
          </ac:spMkLst>
        </pc:spChg>
        <pc:spChg chg="mod topLvl">
          <ac:chgData name="Troels Mortensen (TRMO) | VIA" userId="48eeef65-5bf8-474b-9082-b56af31dd25e" providerId="ADAL" clId="{D1D70EA8-438A-4B0D-A7BB-B5EC525C22B7}" dt="2026-03-11T12:35:26.072" v="3957" actId="20577"/>
          <ac:spMkLst>
            <pc:docMk/>
            <pc:sldMk cId="1994529629" sldId="290"/>
            <ac:spMk id="16" creationId="{46D260B2-1E5F-0656-BC85-6147366BB165}"/>
          </ac:spMkLst>
        </pc:spChg>
        <pc:spChg chg="mod topLvl">
          <ac:chgData name="Troels Mortensen (TRMO) | VIA" userId="48eeef65-5bf8-474b-9082-b56af31dd25e" providerId="ADAL" clId="{D1D70EA8-438A-4B0D-A7BB-B5EC525C22B7}" dt="2026-03-11T12:33:11.068" v="3876" actId="164"/>
          <ac:spMkLst>
            <pc:docMk/>
            <pc:sldMk cId="1994529629" sldId="290"/>
            <ac:spMk id="17" creationId="{43AF6584-6969-EA36-B099-A9A76DF9D7B8}"/>
          </ac:spMkLst>
        </pc:spChg>
        <pc:spChg chg="mod">
          <ac:chgData name="Troels Mortensen (TRMO) | VIA" userId="48eeef65-5bf8-474b-9082-b56af31dd25e" providerId="ADAL" clId="{D1D70EA8-438A-4B0D-A7BB-B5EC525C22B7}" dt="2026-03-11T12:36:27.411" v="3959" actId="6549"/>
          <ac:spMkLst>
            <pc:docMk/>
            <pc:sldMk cId="1994529629" sldId="290"/>
            <ac:spMk id="18" creationId="{C5622BDA-53D7-625C-8EA8-6DEE22D53B8B}"/>
          </ac:spMkLst>
        </pc:spChg>
        <pc:spChg chg="mod topLvl">
          <ac:chgData name="Troels Mortensen (TRMO) | VIA" userId="48eeef65-5bf8-474b-9082-b56af31dd25e" providerId="ADAL" clId="{D1D70EA8-438A-4B0D-A7BB-B5EC525C22B7}" dt="2026-03-11T12:33:13.434" v="3877" actId="164"/>
          <ac:spMkLst>
            <pc:docMk/>
            <pc:sldMk cId="1994529629" sldId="290"/>
            <ac:spMk id="19" creationId="{E935F55F-C5E9-0EA3-ABD1-7DA6853B54CB}"/>
          </ac:spMkLst>
        </pc:spChg>
        <pc:spChg chg="mod">
          <ac:chgData name="Troels Mortensen (TRMO) | VIA" userId="48eeef65-5bf8-474b-9082-b56af31dd25e" providerId="ADAL" clId="{D1D70EA8-438A-4B0D-A7BB-B5EC525C22B7}" dt="2026-03-11T12:36:39.770" v="3972" actId="20577"/>
          <ac:spMkLst>
            <pc:docMk/>
            <pc:sldMk cId="1994529629" sldId="290"/>
            <ac:spMk id="20" creationId="{88180D80-282D-8B32-BB24-FC59DFA55CCE}"/>
          </ac:spMkLst>
        </pc:spChg>
        <pc:spChg chg="mod topLvl">
          <ac:chgData name="Troels Mortensen (TRMO) | VIA" userId="48eeef65-5bf8-474b-9082-b56af31dd25e" providerId="ADAL" clId="{D1D70EA8-438A-4B0D-A7BB-B5EC525C22B7}" dt="2026-03-11T12:33:15.972" v="3878" actId="164"/>
          <ac:spMkLst>
            <pc:docMk/>
            <pc:sldMk cId="1994529629" sldId="290"/>
            <ac:spMk id="21" creationId="{ADB3A661-F7A7-38C5-2D80-7173C9BE3BDC}"/>
          </ac:spMkLst>
        </pc:spChg>
        <pc:spChg chg="mod topLvl">
          <ac:chgData name="Troels Mortensen (TRMO) | VIA" userId="48eeef65-5bf8-474b-9082-b56af31dd25e" providerId="ADAL" clId="{D1D70EA8-438A-4B0D-A7BB-B5EC525C22B7}" dt="2026-03-11T12:34:29.229" v="3902" actId="164"/>
          <ac:spMkLst>
            <pc:docMk/>
            <pc:sldMk cId="1994529629" sldId="290"/>
            <ac:spMk id="22" creationId="{C3AA3E7A-3022-0FA4-2A74-A4026F448267}"/>
          </ac:spMkLst>
        </pc:spChg>
        <pc:spChg chg="mod topLvl">
          <ac:chgData name="Troels Mortensen (TRMO) | VIA" userId="48eeef65-5bf8-474b-9082-b56af31dd25e" providerId="ADAL" clId="{D1D70EA8-438A-4B0D-A7BB-B5EC525C22B7}" dt="2026-03-11T12:34:29.229" v="3902" actId="164"/>
          <ac:spMkLst>
            <pc:docMk/>
            <pc:sldMk cId="1994529629" sldId="290"/>
            <ac:spMk id="23" creationId="{B776C7C5-1AAB-5DF3-5058-99FE1F480171}"/>
          </ac:spMkLst>
        </pc:spChg>
        <pc:spChg chg="add mod">
          <ac:chgData name="Troels Mortensen (TRMO) | VIA" userId="48eeef65-5bf8-474b-9082-b56af31dd25e" providerId="ADAL" clId="{D1D70EA8-438A-4B0D-A7BB-B5EC525C22B7}" dt="2026-03-11T12:34:29.229" v="3902" actId="164"/>
          <ac:spMkLst>
            <pc:docMk/>
            <pc:sldMk cId="1994529629" sldId="290"/>
            <ac:spMk id="32" creationId="{5A904B11-82C6-86CA-47AC-DCE1C324BC9F}"/>
          </ac:spMkLst>
        </pc:spChg>
        <pc:grpChg chg="add mod">
          <ac:chgData name="Troels Mortensen (TRMO) | VIA" userId="48eeef65-5bf8-474b-9082-b56af31dd25e" providerId="ADAL" clId="{D1D70EA8-438A-4B0D-A7BB-B5EC525C22B7}" dt="2026-03-11T12:33:03.821" v="3873" actId="164"/>
          <ac:grpSpMkLst>
            <pc:docMk/>
            <pc:sldMk cId="1994529629" sldId="290"/>
            <ac:grpSpMk id="24" creationId="{F5F318B2-65AB-7766-8DE6-8ED6F78F63ED}"/>
          </ac:grpSpMkLst>
        </pc:grpChg>
        <pc:grpChg chg="add mod">
          <ac:chgData name="Troels Mortensen (TRMO) | VIA" userId="48eeef65-5bf8-474b-9082-b56af31dd25e" providerId="ADAL" clId="{D1D70EA8-438A-4B0D-A7BB-B5EC525C22B7}" dt="2026-03-11T12:33:06.251" v="3874" actId="164"/>
          <ac:grpSpMkLst>
            <pc:docMk/>
            <pc:sldMk cId="1994529629" sldId="290"/>
            <ac:grpSpMk id="25" creationId="{E862D239-8720-32CC-4638-36C3B4C64E47}"/>
          </ac:grpSpMkLst>
        </pc:grpChg>
        <pc:grpChg chg="add mod">
          <ac:chgData name="Troels Mortensen (TRMO) | VIA" userId="48eeef65-5bf8-474b-9082-b56af31dd25e" providerId="ADAL" clId="{D1D70EA8-438A-4B0D-A7BB-B5EC525C22B7}" dt="2026-03-11T12:33:08.880" v="3875" actId="164"/>
          <ac:grpSpMkLst>
            <pc:docMk/>
            <pc:sldMk cId="1994529629" sldId="290"/>
            <ac:grpSpMk id="26" creationId="{D20A043D-BDC2-C196-7912-C2F161C54705}"/>
          </ac:grpSpMkLst>
        </pc:grpChg>
        <pc:grpChg chg="add mod">
          <ac:chgData name="Troels Mortensen (TRMO) | VIA" userId="48eeef65-5bf8-474b-9082-b56af31dd25e" providerId="ADAL" clId="{D1D70EA8-438A-4B0D-A7BB-B5EC525C22B7}" dt="2026-03-11T12:33:11.068" v="3876" actId="164"/>
          <ac:grpSpMkLst>
            <pc:docMk/>
            <pc:sldMk cId="1994529629" sldId="290"/>
            <ac:grpSpMk id="27" creationId="{F6A3B9FE-941D-63D9-41D6-40A424665A41}"/>
          </ac:grpSpMkLst>
        </pc:grpChg>
        <pc:grpChg chg="add mod">
          <ac:chgData name="Troels Mortensen (TRMO) | VIA" userId="48eeef65-5bf8-474b-9082-b56af31dd25e" providerId="ADAL" clId="{D1D70EA8-438A-4B0D-A7BB-B5EC525C22B7}" dt="2026-03-11T12:33:13.434" v="3877" actId="164"/>
          <ac:grpSpMkLst>
            <pc:docMk/>
            <pc:sldMk cId="1994529629" sldId="290"/>
            <ac:grpSpMk id="28" creationId="{C455309E-361E-2A80-E40F-96E681F8D4CE}"/>
          </ac:grpSpMkLst>
        </pc:grpChg>
        <pc:grpChg chg="add mod">
          <ac:chgData name="Troels Mortensen (TRMO) | VIA" userId="48eeef65-5bf8-474b-9082-b56af31dd25e" providerId="ADAL" clId="{D1D70EA8-438A-4B0D-A7BB-B5EC525C22B7}" dt="2026-03-11T12:33:15.972" v="3878" actId="164"/>
          <ac:grpSpMkLst>
            <pc:docMk/>
            <pc:sldMk cId="1994529629" sldId="290"/>
            <ac:grpSpMk id="29" creationId="{530FB908-8E4B-C74B-08AE-8EF922238DC4}"/>
          </ac:grpSpMkLst>
        </pc:grpChg>
        <pc:grpChg chg="add mod">
          <ac:chgData name="Troels Mortensen (TRMO) | VIA" userId="48eeef65-5bf8-474b-9082-b56af31dd25e" providerId="ADAL" clId="{D1D70EA8-438A-4B0D-A7BB-B5EC525C22B7}" dt="2026-03-11T12:34:29.229" v="3902" actId="164"/>
          <ac:grpSpMkLst>
            <pc:docMk/>
            <pc:sldMk cId="1994529629" sldId="290"/>
            <ac:grpSpMk id="33" creationId="{75B60B5E-F763-3D68-FE4D-CEC292404DAB}"/>
          </ac:grpSpMkLst>
        </pc:grpChg>
        <pc:cxnChg chg="add mod ord">
          <ac:chgData name="Troels Mortensen (TRMO) | VIA" userId="48eeef65-5bf8-474b-9082-b56af31dd25e" providerId="ADAL" clId="{D1D70EA8-438A-4B0D-A7BB-B5EC525C22B7}" dt="2026-03-11T12:34:35.751" v="3903" actId="166"/>
          <ac:cxnSpMkLst>
            <pc:docMk/>
            <pc:sldMk cId="1994529629" sldId="290"/>
            <ac:cxnSpMk id="8" creationId="{DBC8B94C-5A97-D81E-AB79-F5ACFCCAD336}"/>
          </ac:cxnSpMkLst>
        </pc:cxnChg>
      </pc:sldChg>
      <pc:sldChg chg="addSp modSp new mod addAnim delAnim modAnim">
        <pc:chgData name="Troels Mortensen (TRMO) | VIA" userId="48eeef65-5bf8-474b-9082-b56af31dd25e" providerId="ADAL" clId="{D1D70EA8-438A-4B0D-A7BB-B5EC525C22B7}" dt="2026-03-11T12:41:27.541" v="4296"/>
        <pc:sldMkLst>
          <pc:docMk/>
          <pc:sldMk cId="1774312173" sldId="291"/>
        </pc:sldMkLst>
        <pc:spChg chg="mod">
          <ac:chgData name="Troels Mortensen (TRMO) | VIA" userId="48eeef65-5bf8-474b-9082-b56af31dd25e" providerId="ADAL" clId="{D1D70EA8-438A-4B0D-A7BB-B5EC525C22B7}" dt="2026-03-11T12:37:41.576" v="3987" actId="20577"/>
          <ac:spMkLst>
            <pc:docMk/>
            <pc:sldMk cId="1774312173" sldId="291"/>
            <ac:spMk id="2" creationId="{7F2C1EFD-BB7E-8134-9A28-D9516B044AFE}"/>
          </ac:spMkLst>
        </pc:spChg>
        <pc:spChg chg="mod">
          <ac:chgData name="Troels Mortensen (TRMO) | VIA" userId="48eeef65-5bf8-474b-9082-b56af31dd25e" providerId="ADAL" clId="{D1D70EA8-438A-4B0D-A7BB-B5EC525C22B7}" dt="2026-03-11T12:39:29.704" v="4233" actId="14100"/>
          <ac:spMkLst>
            <pc:docMk/>
            <pc:sldMk cId="1774312173" sldId="291"/>
            <ac:spMk id="3" creationId="{91589086-C1DA-8B4F-0557-000B4C9949FB}"/>
          </ac:spMkLst>
        </pc:spChg>
        <pc:spChg chg="add mod">
          <ac:chgData name="Troels Mortensen (TRMO) | VIA" userId="48eeef65-5bf8-474b-9082-b56af31dd25e" providerId="ADAL" clId="{D1D70EA8-438A-4B0D-A7BB-B5EC525C22B7}" dt="2026-03-11T12:40:39.408" v="4280" actId="164"/>
          <ac:spMkLst>
            <pc:docMk/>
            <pc:sldMk cId="1774312173" sldId="291"/>
            <ac:spMk id="9" creationId="{665A146F-FF25-C37B-932E-1785A5122FAB}"/>
          </ac:spMkLst>
        </pc:spChg>
        <pc:spChg chg="add mod">
          <ac:chgData name="Troels Mortensen (TRMO) | VIA" userId="48eeef65-5bf8-474b-9082-b56af31dd25e" providerId="ADAL" clId="{D1D70EA8-438A-4B0D-A7BB-B5EC525C22B7}" dt="2026-03-11T12:40:41.393" v="4281" actId="164"/>
          <ac:spMkLst>
            <pc:docMk/>
            <pc:sldMk cId="1774312173" sldId="291"/>
            <ac:spMk id="10" creationId="{323843B5-3A41-20F8-EEAB-9B3D8B3C8B58}"/>
          </ac:spMkLst>
        </pc:spChg>
        <pc:spChg chg="add mod">
          <ac:chgData name="Troels Mortensen (TRMO) | VIA" userId="48eeef65-5bf8-474b-9082-b56af31dd25e" providerId="ADAL" clId="{D1D70EA8-438A-4B0D-A7BB-B5EC525C22B7}" dt="2026-03-11T12:41:23.112" v="4293" actId="164"/>
          <ac:spMkLst>
            <pc:docMk/>
            <pc:sldMk cId="1774312173" sldId="291"/>
            <ac:spMk id="14" creationId="{3C3A8562-85A1-BF0C-BD7C-3C9696DC7A33}"/>
          </ac:spMkLst>
        </pc:spChg>
        <pc:spChg chg="add mod">
          <ac:chgData name="Troels Mortensen (TRMO) | VIA" userId="48eeef65-5bf8-474b-9082-b56af31dd25e" providerId="ADAL" clId="{D1D70EA8-438A-4B0D-A7BB-B5EC525C22B7}" dt="2026-03-11T12:41:26.490" v="4295" actId="164"/>
          <ac:spMkLst>
            <pc:docMk/>
            <pc:sldMk cId="1774312173" sldId="291"/>
            <ac:spMk id="18" creationId="{9CB07D63-44E7-8266-2AE2-56F07599BCB0}"/>
          </ac:spMkLst>
        </pc:spChg>
        <pc:grpChg chg="add mod">
          <ac:chgData name="Troels Mortensen (TRMO) | VIA" userId="48eeef65-5bf8-474b-9082-b56af31dd25e" providerId="ADAL" clId="{D1D70EA8-438A-4B0D-A7BB-B5EC525C22B7}" dt="2026-03-11T12:40:39.408" v="4280" actId="164"/>
          <ac:grpSpMkLst>
            <pc:docMk/>
            <pc:sldMk cId="1774312173" sldId="291"/>
            <ac:grpSpMk id="19" creationId="{C2EB0BF4-568B-6C3B-A137-5F66C54BA69F}"/>
          </ac:grpSpMkLst>
        </pc:grpChg>
        <pc:grpChg chg="add mod">
          <ac:chgData name="Troels Mortensen (TRMO) | VIA" userId="48eeef65-5bf8-474b-9082-b56af31dd25e" providerId="ADAL" clId="{D1D70EA8-438A-4B0D-A7BB-B5EC525C22B7}" dt="2026-03-11T12:40:41.393" v="4281" actId="164"/>
          <ac:grpSpMkLst>
            <pc:docMk/>
            <pc:sldMk cId="1774312173" sldId="291"/>
            <ac:grpSpMk id="20" creationId="{9CDA1257-F458-D1D3-8A6F-E1AB5DED5AE1}"/>
          </ac:grpSpMkLst>
        </pc:grpChg>
        <pc:grpChg chg="add mod">
          <ac:chgData name="Troels Mortensen (TRMO) | VIA" userId="48eeef65-5bf8-474b-9082-b56af31dd25e" providerId="ADAL" clId="{D1D70EA8-438A-4B0D-A7BB-B5EC525C22B7}" dt="2026-03-11T12:41:23.112" v="4293" actId="164"/>
          <ac:grpSpMkLst>
            <pc:docMk/>
            <pc:sldMk cId="1774312173" sldId="291"/>
            <ac:grpSpMk id="21" creationId="{B8525A26-8B0E-1AB5-D8B8-170BA04D44BC}"/>
          </ac:grpSpMkLst>
        </pc:grpChg>
        <pc:grpChg chg="add mod">
          <ac:chgData name="Troels Mortensen (TRMO) | VIA" userId="48eeef65-5bf8-474b-9082-b56af31dd25e" providerId="ADAL" clId="{D1D70EA8-438A-4B0D-A7BB-B5EC525C22B7}" dt="2026-03-11T12:41:26.490" v="4295" actId="164"/>
          <ac:grpSpMkLst>
            <pc:docMk/>
            <pc:sldMk cId="1774312173" sldId="291"/>
            <ac:grpSpMk id="22" creationId="{D8F7FD17-F23A-4455-2C5F-CE6FE9A36CEB}"/>
          </ac:grpSpMkLst>
        </pc:grpChg>
        <pc:cxnChg chg="add mod">
          <ac:chgData name="Troels Mortensen (TRMO) | VIA" userId="48eeef65-5bf8-474b-9082-b56af31dd25e" providerId="ADAL" clId="{D1D70EA8-438A-4B0D-A7BB-B5EC525C22B7}" dt="2026-03-11T12:39:14.505" v="4227"/>
          <ac:cxnSpMkLst>
            <pc:docMk/>
            <pc:sldMk cId="1774312173" sldId="291"/>
            <ac:cxnSpMk id="5" creationId="{7D5DCCB2-E4F3-2DFA-4D09-B325C61C0A2D}"/>
          </ac:cxnSpMkLst>
        </pc:cxnChg>
        <pc:cxnChg chg="add mod">
          <ac:chgData name="Troels Mortensen (TRMO) | VIA" userId="48eeef65-5bf8-474b-9082-b56af31dd25e" providerId="ADAL" clId="{D1D70EA8-438A-4B0D-A7BB-B5EC525C22B7}" dt="2026-03-11T12:40:39.408" v="4280" actId="164"/>
          <ac:cxnSpMkLst>
            <pc:docMk/>
            <pc:sldMk cId="1774312173" sldId="291"/>
            <ac:cxnSpMk id="7" creationId="{2E6C6B4B-E41D-5CB9-F97C-CA369189DA36}"/>
          </ac:cxnSpMkLst>
        </pc:cxnChg>
        <pc:cxnChg chg="add mod">
          <ac:chgData name="Troels Mortensen (TRMO) | VIA" userId="48eeef65-5bf8-474b-9082-b56af31dd25e" providerId="ADAL" clId="{D1D70EA8-438A-4B0D-A7BB-B5EC525C22B7}" dt="2026-03-11T12:40:41.393" v="4281" actId="164"/>
          <ac:cxnSpMkLst>
            <pc:docMk/>
            <pc:sldMk cId="1774312173" sldId="291"/>
            <ac:cxnSpMk id="8" creationId="{B0F2B40E-F7A3-732F-B8A8-84EC3918DD94}"/>
          </ac:cxnSpMkLst>
        </pc:cxnChg>
        <pc:cxnChg chg="add mod">
          <ac:chgData name="Troels Mortensen (TRMO) | VIA" userId="48eeef65-5bf8-474b-9082-b56af31dd25e" providerId="ADAL" clId="{D1D70EA8-438A-4B0D-A7BB-B5EC525C22B7}" dt="2026-03-11T12:41:23.112" v="4293" actId="164"/>
          <ac:cxnSpMkLst>
            <pc:docMk/>
            <pc:sldMk cId="1774312173" sldId="291"/>
            <ac:cxnSpMk id="12" creationId="{38FCEF76-FEA6-BA9E-E9F0-3BBF380B2AAB}"/>
          </ac:cxnSpMkLst>
        </pc:cxnChg>
        <pc:cxnChg chg="add mod">
          <ac:chgData name="Troels Mortensen (TRMO) | VIA" userId="48eeef65-5bf8-474b-9082-b56af31dd25e" providerId="ADAL" clId="{D1D70EA8-438A-4B0D-A7BB-B5EC525C22B7}" dt="2026-03-11T12:41:23.112" v="4293" actId="164"/>
          <ac:cxnSpMkLst>
            <pc:docMk/>
            <pc:sldMk cId="1774312173" sldId="291"/>
            <ac:cxnSpMk id="15" creationId="{FECB8DD1-1606-0EBD-25C7-2B39E4F1C7DA}"/>
          </ac:cxnSpMkLst>
        </pc:cxnChg>
        <pc:cxnChg chg="add mod">
          <ac:chgData name="Troels Mortensen (TRMO) | VIA" userId="48eeef65-5bf8-474b-9082-b56af31dd25e" providerId="ADAL" clId="{D1D70EA8-438A-4B0D-A7BB-B5EC525C22B7}" dt="2026-03-11T12:41:26.490" v="4295" actId="164"/>
          <ac:cxnSpMkLst>
            <pc:docMk/>
            <pc:sldMk cId="1774312173" sldId="291"/>
            <ac:cxnSpMk id="16" creationId="{3079AF7E-8CD8-0AEB-0820-B539D1EAA456}"/>
          </ac:cxnSpMkLst>
        </pc:cxnChg>
        <pc:cxnChg chg="add mod">
          <ac:chgData name="Troels Mortensen (TRMO) | VIA" userId="48eeef65-5bf8-474b-9082-b56af31dd25e" providerId="ADAL" clId="{D1D70EA8-438A-4B0D-A7BB-B5EC525C22B7}" dt="2026-03-11T12:41:26.490" v="4295" actId="164"/>
          <ac:cxnSpMkLst>
            <pc:docMk/>
            <pc:sldMk cId="1774312173" sldId="291"/>
            <ac:cxnSpMk id="17" creationId="{0D3146ED-BDBE-55A8-B89D-5B3FECC1FAEB}"/>
          </ac:cxnSpMkLst>
        </pc:cxnChg>
      </pc:sldChg>
      <pc:sldChg chg="addSp delSp modSp add mod modTransition modAnim">
        <pc:chgData name="Troels Mortensen (TRMO) | VIA" userId="48eeef65-5bf8-474b-9082-b56af31dd25e" providerId="ADAL" clId="{D1D70EA8-438A-4B0D-A7BB-B5EC525C22B7}" dt="2026-03-11T12:42:50.071" v="4389"/>
        <pc:sldMkLst>
          <pc:docMk/>
          <pc:sldMk cId="3401193549" sldId="292"/>
        </pc:sldMkLst>
        <pc:spChg chg="add mod">
          <ac:chgData name="Troels Mortensen (TRMO) | VIA" userId="48eeef65-5bf8-474b-9082-b56af31dd25e" providerId="ADAL" clId="{D1D70EA8-438A-4B0D-A7BB-B5EC525C22B7}" dt="2026-03-11T12:42:06.123" v="4307" actId="208"/>
          <ac:spMkLst>
            <pc:docMk/>
            <pc:sldMk cId="3401193549" sldId="292"/>
            <ac:spMk id="13" creationId="{81356EC0-83F6-4178-D52B-2461E5666F24}"/>
          </ac:spMkLst>
        </pc:spChg>
        <pc:spChg chg="add mod">
          <ac:chgData name="Troels Mortensen (TRMO) | VIA" userId="48eeef65-5bf8-474b-9082-b56af31dd25e" providerId="ADAL" clId="{D1D70EA8-438A-4B0D-A7BB-B5EC525C22B7}" dt="2026-03-11T12:42:45.668" v="4388" actId="1076"/>
          <ac:spMkLst>
            <pc:docMk/>
            <pc:sldMk cId="3401193549" sldId="292"/>
            <ac:spMk id="23" creationId="{4D940713-3BDD-D31E-E9F7-75CFBEFA4836}"/>
          </ac:spMkLst>
        </pc:spChg>
      </pc:sldChg>
      <pc:sldChg chg="addSp delSp modSp add mod modAnim chgLayout">
        <pc:chgData name="Troels Mortensen (TRMO) | VIA" userId="48eeef65-5bf8-474b-9082-b56af31dd25e" providerId="ADAL" clId="{D1D70EA8-438A-4B0D-A7BB-B5EC525C22B7}" dt="2026-03-11T12:44:53.422" v="4530" actId="20577"/>
        <pc:sldMkLst>
          <pc:docMk/>
          <pc:sldMk cId="127036419" sldId="293"/>
        </pc:sldMkLst>
        <pc:spChg chg="mod ord">
          <ac:chgData name="Troels Mortensen (TRMO) | VIA" userId="48eeef65-5bf8-474b-9082-b56af31dd25e" providerId="ADAL" clId="{D1D70EA8-438A-4B0D-A7BB-B5EC525C22B7}" dt="2026-03-11T12:43:00.035" v="4392" actId="700"/>
          <ac:spMkLst>
            <pc:docMk/>
            <pc:sldMk cId="127036419" sldId="293"/>
            <ac:spMk id="2" creationId="{39725B49-A7D4-64D7-6790-C1926EFCEA84}"/>
          </ac:spMkLst>
        </pc:spChg>
        <pc:spChg chg="add mod ord">
          <ac:chgData name="Troels Mortensen (TRMO) | VIA" userId="48eeef65-5bf8-474b-9082-b56af31dd25e" providerId="ADAL" clId="{D1D70EA8-438A-4B0D-A7BB-B5EC525C22B7}" dt="2026-03-11T12:44:53.422" v="4530" actId="20577"/>
          <ac:spMkLst>
            <pc:docMk/>
            <pc:sldMk cId="127036419" sldId="293"/>
            <ac:spMk id="3" creationId="{15492F97-211C-6037-5ECC-93D51C2DFF3A}"/>
          </ac:spMkLst>
        </pc:spChg>
        <pc:spChg chg="mod">
          <ac:chgData name="Troels Mortensen (TRMO) | VIA" userId="48eeef65-5bf8-474b-9082-b56af31dd25e" providerId="ADAL" clId="{D1D70EA8-438A-4B0D-A7BB-B5EC525C22B7}" dt="2026-03-11T12:43:52.452" v="4462" actId="1076"/>
          <ac:spMkLst>
            <pc:docMk/>
            <pc:sldMk cId="127036419" sldId="293"/>
            <ac:spMk id="13" creationId="{A5A2225B-EC34-875B-E865-73E3DB059499}"/>
          </ac:spMkLst>
        </pc:spChg>
        <pc:spChg chg="add mod">
          <ac:chgData name="Troels Mortensen (TRMO) | VIA" userId="48eeef65-5bf8-474b-9082-b56af31dd25e" providerId="ADAL" clId="{D1D70EA8-438A-4B0D-A7BB-B5EC525C22B7}" dt="2026-03-11T12:44:07.970" v="4470" actId="208"/>
          <ac:spMkLst>
            <pc:docMk/>
            <pc:sldMk cId="127036419" sldId="293"/>
            <ac:spMk id="24" creationId="{BE616900-16FE-61DD-6D12-7059D3C29C50}"/>
          </ac:spMkLst>
        </pc:spChg>
        <pc:spChg chg="add mod">
          <ac:chgData name="Troels Mortensen (TRMO) | VIA" userId="48eeef65-5bf8-474b-9082-b56af31dd25e" providerId="ADAL" clId="{D1D70EA8-438A-4B0D-A7BB-B5EC525C22B7}" dt="2026-03-11T12:44:07.970" v="4470" actId="208"/>
          <ac:spMkLst>
            <pc:docMk/>
            <pc:sldMk cId="127036419" sldId="293"/>
            <ac:spMk id="25" creationId="{58283855-F9BC-A01B-6741-4CB727F4BC9F}"/>
          </ac:spMkLst>
        </pc:spChg>
        <pc:cxnChg chg="add mod">
          <ac:chgData name="Troels Mortensen (TRMO) | VIA" userId="48eeef65-5bf8-474b-9082-b56af31dd25e" providerId="ADAL" clId="{D1D70EA8-438A-4B0D-A7BB-B5EC525C22B7}" dt="2026-03-11T12:44:35.734" v="4479" actId="14100"/>
          <ac:cxnSpMkLst>
            <pc:docMk/>
            <pc:sldMk cId="127036419" sldId="293"/>
            <ac:cxnSpMk id="27" creationId="{ABDF64B3-8380-CC27-78AE-3D58492B3A12}"/>
          </ac:cxnSpMkLst>
        </pc:cxnChg>
        <pc:cxnChg chg="add mod">
          <ac:chgData name="Troels Mortensen (TRMO) | VIA" userId="48eeef65-5bf8-474b-9082-b56af31dd25e" providerId="ADAL" clId="{D1D70EA8-438A-4B0D-A7BB-B5EC525C22B7}" dt="2026-03-11T12:44:35.734" v="4479" actId="14100"/>
          <ac:cxnSpMkLst>
            <pc:docMk/>
            <pc:sldMk cId="127036419" sldId="293"/>
            <ac:cxnSpMk id="29" creationId="{443CC4DE-817A-C27C-1253-424B86440F0B}"/>
          </ac:cxnSpMkLst>
        </pc:cxnChg>
        <pc:cxnChg chg="add mod">
          <ac:chgData name="Troels Mortensen (TRMO) | VIA" userId="48eeef65-5bf8-474b-9082-b56af31dd25e" providerId="ADAL" clId="{D1D70EA8-438A-4B0D-A7BB-B5EC525C22B7}" dt="2026-03-11T12:44:35.734" v="4479" actId="14100"/>
          <ac:cxnSpMkLst>
            <pc:docMk/>
            <pc:sldMk cId="127036419" sldId="293"/>
            <ac:cxnSpMk id="30" creationId="{90EE6AED-AC73-929A-D6A8-7D67EA80EE0E}"/>
          </ac:cxnSpMkLst>
        </pc:cxnChg>
        <pc:cxnChg chg="add mod">
          <ac:chgData name="Troels Mortensen (TRMO) | VIA" userId="48eeef65-5bf8-474b-9082-b56af31dd25e" providerId="ADAL" clId="{D1D70EA8-438A-4B0D-A7BB-B5EC525C22B7}" dt="2026-03-11T12:44:35.734" v="4479" actId="14100"/>
          <ac:cxnSpMkLst>
            <pc:docMk/>
            <pc:sldMk cId="127036419" sldId="293"/>
            <ac:cxnSpMk id="31" creationId="{E1DDA5C9-E60D-2A27-ADB4-D1A1DBA75A58}"/>
          </ac:cxnSpMkLst>
        </pc:cxnChg>
        <pc:cxnChg chg="add mod">
          <ac:chgData name="Troels Mortensen (TRMO) | VIA" userId="48eeef65-5bf8-474b-9082-b56af31dd25e" providerId="ADAL" clId="{D1D70EA8-438A-4B0D-A7BB-B5EC525C22B7}" dt="2026-03-11T12:44:35.734" v="4479" actId="14100"/>
          <ac:cxnSpMkLst>
            <pc:docMk/>
            <pc:sldMk cId="127036419" sldId="293"/>
            <ac:cxnSpMk id="32" creationId="{3CEB92B3-891F-196B-135E-07DC1ACED205}"/>
          </ac:cxnSpMkLst>
        </pc:cxnChg>
      </pc:sldChg>
      <pc:sldChg chg="modSp new mod">
        <pc:chgData name="Troels Mortensen (TRMO) | VIA" userId="48eeef65-5bf8-474b-9082-b56af31dd25e" providerId="ADAL" clId="{D1D70EA8-438A-4B0D-A7BB-B5EC525C22B7}" dt="2026-03-11T12:45:20.922" v="4633" actId="20577"/>
        <pc:sldMkLst>
          <pc:docMk/>
          <pc:sldMk cId="3185297381" sldId="294"/>
        </pc:sldMkLst>
        <pc:spChg chg="mod">
          <ac:chgData name="Troels Mortensen (TRMO) | VIA" userId="48eeef65-5bf8-474b-9082-b56af31dd25e" providerId="ADAL" clId="{D1D70EA8-438A-4B0D-A7BB-B5EC525C22B7}" dt="2026-03-11T12:45:20.922" v="4633" actId="20577"/>
          <ac:spMkLst>
            <pc:docMk/>
            <pc:sldMk cId="3185297381" sldId="294"/>
            <ac:spMk id="3" creationId="{38B7BEDF-B469-5949-7922-471F56CF3EBE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3-11T12:49:59.079" v="4852" actId="20577"/>
        <pc:sldMkLst>
          <pc:docMk/>
          <pc:sldMk cId="2714384602" sldId="295"/>
        </pc:sldMkLst>
        <pc:spChg chg="mod">
          <ac:chgData name="Troels Mortensen (TRMO) | VIA" userId="48eeef65-5bf8-474b-9082-b56af31dd25e" providerId="ADAL" clId="{D1D70EA8-438A-4B0D-A7BB-B5EC525C22B7}" dt="2026-03-11T12:49:09.419" v="4662" actId="20577"/>
          <ac:spMkLst>
            <pc:docMk/>
            <pc:sldMk cId="2714384602" sldId="295"/>
            <ac:spMk id="2" creationId="{CA9A8E53-9036-4410-0F28-66A4F0EFADB9}"/>
          </ac:spMkLst>
        </pc:spChg>
        <pc:spChg chg="mod">
          <ac:chgData name="Troels Mortensen (TRMO) | VIA" userId="48eeef65-5bf8-474b-9082-b56af31dd25e" providerId="ADAL" clId="{D1D70EA8-438A-4B0D-A7BB-B5EC525C22B7}" dt="2026-03-11T12:49:59.079" v="4852" actId="20577"/>
          <ac:spMkLst>
            <pc:docMk/>
            <pc:sldMk cId="2714384602" sldId="295"/>
            <ac:spMk id="3" creationId="{0C532A9E-4ABD-D75A-0037-2514F904A691}"/>
          </ac:spMkLst>
        </pc:spChg>
      </pc:sldChg>
      <pc:sldChg chg="addSp delSp modSp new mod addAnim delAnim modAnim chgLayout">
        <pc:chgData name="Troels Mortensen (TRMO) | VIA" userId="48eeef65-5bf8-474b-9082-b56af31dd25e" providerId="ADAL" clId="{D1D70EA8-438A-4B0D-A7BB-B5EC525C22B7}" dt="2026-03-12T13:14:12.066" v="5582"/>
        <pc:sldMkLst>
          <pc:docMk/>
          <pc:sldMk cId="2947070365" sldId="296"/>
        </pc:sldMkLst>
        <pc:spChg chg="add mod">
          <ac:chgData name="Troels Mortensen (TRMO) | VIA" userId="48eeef65-5bf8-474b-9082-b56af31dd25e" providerId="ADAL" clId="{D1D70EA8-438A-4B0D-A7BB-B5EC525C22B7}" dt="2026-03-12T13:12:21.334" v="5536" actId="164"/>
          <ac:spMkLst>
            <pc:docMk/>
            <pc:sldMk cId="2947070365" sldId="296"/>
            <ac:spMk id="3" creationId="{05EBA3D9-EB56-94A5-CC88-3B8A1CE170EF}"/>
          </ac:spMkLst>
        </pc:spChg>
        <pc:spChg chg="add mod">
          <ac:chgData name="Troels Mortensen (TRMO) | VIA" userId="48eeef65-5bf8-474b-9082-b56af31dd25e" providerId="ADAL" clId="{D1D70EA8-438A-4B0D-A7BB-B5EC525C22B7}" dt="2026-03-11T12:54:43.744" v="5014" actId="1076"/>
          <ac:spMkLst>
            <pc:docMk/>
            <pc:sldMk cId="2947070365" sldId="296"/>
            <ac:spMk id="4" creationId="{B113F863-CF94-7A1D-4BB4-38654C6A607F}"/>
          </ac:spMkLst>
        </pc:spChg>
        <pc:spChg chg="add mod">
          <ac:chgData name="Troels Mortensen (TRMO) | VIA" userId="48eeef65-5bf8-474b-9082-b56af31dd25e" providerId="ADAL" clId="{D1D70EA8-438A-4B0D-A7BB-B5EC525C22B7}" dt="2026-03-11T12:54:43.744" v="5014" actId="1076"/>
          <ac:spMkLst>
            <pc:docMk/>
            <pc:sldMk cId="2947070365" sldId="296"/>
            <ac:spMk id="5" creationId="{42F817E4-AF21-F837-2DFD-A6E0EA0F110B}"/>
          </ac:spMkLst>
        </pc:spChg>
        <pc:spChg chg="add mod">
          <ac:chgData name="Troels Mortensen (TRMO) | VIA" userId="48eeef65-5bf8-474b-9082-b56af31dd25e" providerId="ADAL" clId="{D1D70EA8-438A-4B0D-A7BB-B5EC525C22B7}" dt="2026-03-11T12:54:58.451" v="5019" actId="1076"/>
          <ac:spMkLst>
            <pc:docMk/>
            <pc:sldMk cId="2947070365" sldId="296"/>
            <ac:spMk id="6" creationId="{DB427FEA-D437-ACF2-A22C-E089FB4A7E22}"/>
          </ac:spMkLst>
        </pc:spChg>
        <pc:spChg chg="add mod">
          <ac:chgData name="Troels Mortensen (TRMO) | VIA" userId="48eeef65-5bf8-474b-9082-b56af31dd25e" providerId="ADAL" clId="{D1D70EA8-438A-4B0D-A7BB-B5EC525C22B7}" dt="2026-03-11T12:54:43.744" v="5014" actId="1076"/>
          <ac:spMkLst>
            <pc:docMk/>
            <pc:sldMk cId="2947070365" sldId="296"/>
            <ac:spMk id="7" creationId="{89FC2CD3-20D9-BD42-3890-52BA24D6D730}"/>
          </ac:spMkLst>
        </pc:spChg>
        <pc:spChg chg="add mod">
          <ac:chgData name="Troels Mortensen (TRMO) | VIA" userId="48eeef65-5bf8-474b-9082-b56af31dd25e" providerId="ADAL" clId="{D1D70EA8-438A-4B0D-A7BB-B5EC525C22B7}" dt="2026-03-12T13:12:23.472" v="5537" actId="164"/>
          <ac:spMkLst>
            <pc:docMk/>
            <pc:sldMk cId="2947070365" sldId="296"/>
            <ac:spMk id="13" creationId="{14A8A719-6806-76BE-7125-60B9B937FCD5}"/>
          </ac:spMkLst>
        </pc:spChg>
        <pc:spChg chg="add mod">
          <ac:chgData name="Troels Mortensen (TRMO) | VIA" userId="48eeef65-5bf8-474b-9082-b56af31dd25e" providerId="ADAL" clId="{D1D70EA8-438A-4B0D-A7BB-B5EC525C22B7}" dt="2026-03-11T13:17:57.166" v="5031" actId="14100"/>
          <ac:spMkLst>
            <pc:docMk/>
            <pc:sldMk cId="2947070365" sldId="296"/>
            <ac:spMk id="14" creationId="{BF5D7841-3A86-500A-D1BE-B39D443445DB}"/>
          </ac:spMkLst>
        </pc:spChg>
        <pc:spChg chg="add mod">
          <ac:chgData name="Troels Mortensen (TRMO) | VIA" userId="48eeef65-5bf8-474b-9082-b56af31dd25e" providerId="ADAL" clId="{D1D70EA8-438A-4B0D-A7BB-B5EC525C22B7}" dt="2026-03-12T13:12:29.784" v="5538" actId="164"/>
          <ac:spMkLst>
            <pc:docMk/>
            <pc:sldMk cId="2947070365" sldId="296"/>
            <ac:spMk id="15" creationId="{A3CC36E7-313E-9960-C690-172BDE683D52}"/>
          </ac:spMkLst>
        </pc:spChg>
        <pc:spChg chg="add mod">
          <ac:chgData name="Troels Mortensen (TRMO) | VIA" userId="48eeef65-5bf8-474b-9082-b56af31dd25e" providerId="ADAL" clId="{D1D70EA8-438A-4B0D-A7BB-B5EC525C22B7}" dt="2026-03-12T13:12:33.765" v="5539" actId="164"/>
          <ac:spMkLst>
            <pc:docMk/>
            <pc:sldMk cId="2947070365" sldId="296"/>
            <ac:spMk id="19" creationId="{BC411CC4-FFEC-10D9-CDD3-D0ADB0D23BCA}"/>
          </ac:spMkLst>
        </pc:spChg>
        <pc:spChg chg="add mod">
          <ac:chgData name="Troels Mortensen (TRMO) | VIA" userId="48eeef65-5bf8-474b-9082-b56af31dd25e" providerId="ADAL" clId="{D1D70EA8-438A-4B0D-A7BB-B5EC525C22B7}" dt="2026-03-12T13:12:37.640" v="5540" actId="164"/>
          <ac:spMkLst>
            <pc:docMk/>
            <pc:sldMk cId="2947070365" sldId="296"/>
            <ac:spMk id="20" creationId="{6D1AC96E-F254-2D2D-2304-4A73DE9E5659}"/>
          </ac:spMkLst>
        </pc:spChg>
        <pc:spChg chg="add mod">
          <ac:chgData name="Troels Mortensen (TRMO) | VIA" userId="48eeef65-5bf8-474b-9082-b56af31dd25e" providerId="ADAL" clId="{D1D70EA8-438A-4B0D-A7BB-B5EC525C22B7}" dt="2026-03-12T13:12:40.171" v="5541" actId="164"/>
          <ac:spMkLst>
            <pc:docMk/>
            <pc:sldMk cId="2947070365" sldId="296"/>
            <ac:spMk id="21" creationId="{5A9CFB65-9207-6CCE-01F8-D6B4E4C96A84}"/>
          </ac:spMkLst>
        </pc:spChg>
        <pc:spChg chg="add mod">
          <ac:chgData name="Troels Mortensen (TRMO) | VIA" userId="48eeef65-5bf8-474b-9082-b56af31dd25e" providerId="ADAL" clId="{D1D70EA8-438A-4B0D-A7BB-B5EC525C22B7}" dt="2026-03-12T13:12:45.594" v="5543" actId="164"/>
          <ac:spMkLst>
            <pc:docMk/>
            <pc:sldMk cId="2947070365" sldId="296"/>
            <ac:spMk id="24" creationId="{03531317-DCC8-35BC-CD37-36F451DB25DE}"/>
          </ac:spMkLst>
        </pc:spChg>
        <pc:spChg chg="add mod">
          <ac:chgData name="Troels Mortensen (TRMO) | VIA" userId="48eeef65-5bf8-474b-9082-b56af31dd25e" providerId="ADAL" clId="{D1D70EA8-438A-4B0D-A7BB-B5EC525C22B7}" dt="2026-03-11T12:54:53.407" v="5017" actId="1076"/>
          <ac:spMkLst>
            <pc:docMk/>
            <pc:sldMk cId="2947070365" sldId="296"/>
            <ac:spMk id="27" creationId="{972832AE-DA61-D6B9-F777-DE816C235172}"/>
          </ac:spMkLst>
        </pc:spChg>
        <pc:spChg chg="add mod">
          <ac:chgData name="Troels Mortensen (TRMO) | VIA" userId="48eeef65-5bf8-474b-9082-b56af31dd25e" providerId="ADAL" clId="{D1D70EA8-438A-4B0D-A7BB-B5EC525C22B7}" dt="2026-03-12T13:12:47.660" v="5544" actId="164"/>
          <ac:spMkLst>
            <pc:docMk/>
            <pc:sldMk cId="2947070365" sldId="296"/>
            <ac:spMk id="30" creationId="{B8A0E1AE-A285-BADD-D1A1-75B6F3D3F2D3}"/>
          </ac:spMkLst>
        </pc:spChg>
        <pc:spChg chg="add mod">
          <ac:chgData name="Troels Mortensen (TRMO) | VIA" userId="48eeef65-5bf8-474b-9082-b56af31dd25e" providerId="ADAL" clId="{D1D70EA8-438A-4B0D-A7BB-B5EC525C22B7}" dt="2026-03-12T13:12:49.634" v="5545" actId="164"/>
          <ac:spMkLst>
            <pc:docMk/>
            <pc:sldMk cId="2947070365" sldId="296"/>
            <ac:spMk id="32" creationId="{EB12C74C-A009-75ED-B27B-881CFA3DDCD3}"/>
          </ac:spMkLst>
        </pc:spChg>
        <pc:spChg chg="mod">
          <ac:chgData name="Troels Mortensen (TRMO) | VIA" userId="48eeef65-5bf8-474b-9082-b56af31dd25e" providerId="ADAL" clId="{D1D70EA8-438A-4B0D-A7BB-B5EC525C22B7}" dt="2026-03-12T13:07:52.397" v="5127" actId="571"/>
          <ac:spMkLst>
            <pc:docMk/>
            <pc:sldMk cId="2947070365" sldId="296"/>
            <ac:spMk id="44" creationId="{E7E99DCF-100A-ED6A-0DD4-FBEC8A98D845}"/>
          </ac:spMkLst>
        </pc:spChg>
        <pc:spChg chg="mod">
          <ac:chgData name="Troels Mortensen (TRMO) | VIA" userId="48eeef65-5bf8-474b-9082-b56af31dd25e" providerId="ADAL" clId="{D1D70EA8-438A-4B0D-A7BB-B5EC525C22B7}" dt="2026-03-12T13:12:58.541" v="5550" actId="20577"/>
          <ac:spMkLst>
            <pc:docMk/>
            <pc:sldMk cId="2947070365" sldId="296"/>
            <ac:spMk id="45" creationId="{DEC22A33-0760-1FC6-952D-F31DEC113890}"/>
          </ac:spMkLst>
        </pc:spChg>
        <pc:spChg chg="mod">
          <ac:chgData name="Troels Mortensen (TRMO) | VIA" userId="48eeef65-5bf8-474b-9082-b56af31dd25e" providerId="ADAL" clId="{D1D70EA8-438A-4B0D-A7BB-B5EC525C22B7}" dt="2026-03-12T13:07:59.240" v="5130" actId="571"/>
          <ac:spMkLst>
            <pc:docMk/>
            <pc:sldMk cId="2947070365" sldId="296"/>
            <ac:spMk id="47" creationId="{88E8F6BA-65C2-7537-1FD3-2294413C889E}"/>
          </ac:spMkLst>
        </pc:spChg>
        <pc:spChg chg="mod">
          <ac:chgData name="Troels Mortensen (TRMO) | VIA" userId="48eeef65-5bf8-474b-9082-b56af31dd25e" providerId="ADAL" clId="{D1D70EA8-438A-4B0D-A7BB-B5EC525C22B7}" dt="2026-03-12T13:13:03.768" v="5553" actId="20577"/>
          <ac:spMkLst>
            <pc:docMk/>
            <pc:sldMk cId="2947070365" sldId="296"/>
            <ac:spMk id="48" creationId="{653BD460-74CA-07EA-D8AD-E7AD6087FBE6}"/>
          </ac:spMkLst>
        </pc:spChg>
        <pc:spChg chg="mod">
          <ac:chgData name="Troels Mortensen (TRMO) | VIA" userId="48eeef65-5bf8-474b-9082-b56af31dd25e" providerId="ADAL" clId="{D1D70EA8-438A-4B0D-A7BB-B5EC525C22B7}" dt="2026-03-12T13:08:28.374" v="5140" actId="571"/>
          <ac:spMkLst>
            <pc:docMk/>
            <pc:sldMk cId="2947070365" sldId="296"/>
            <ac:spMk id="50" creationId="{8C6655F3-79E5-871C-990A-D220CAEBAB93}"/>
          </ac:spMkLst>
        </pc:spChg>
        <pc:spChg chg="mod">
          <ac:chgData name="Troels Mortensen (TRMO) | VIA" userId="48eeef65-5bf8-474b-9082-b56af31dd25e" providerId="ADAL" clId="{D1D70EA8-438A-4B0D-A7BB-B5EC525C22B7}" dt="2026-03-12T13:13:05.605" v="5555" actId="20577"/>
          <ac:spMkLst>
            <pc:docMk/>
            <pc:sldMk cId="2947070365" sldId="296"/>
            <ac:spMk id="51" creationId="{42BD41C0-8E9B-8677-7EC0-0A41E72BDE0F}"/>
          </ac:spMkLst>
        </pc:spChg>
        <pc:spChg chg="mod">
          <ac:chgData name="Troels Mortensen (TRMO) | VIA" userId="48eeef65-5bf8-474b-9082-b56af31dd25e" providerId="ADAL" clId="{D1D70EA8-438A-4B0D-A7BB-B5EC525C22B7}" dt="2026-03-12T13:08:32.156" v="5141" actId="571"/>
          <ac:spMkLst>
            <pc:docMk/>
            <pc:sldMk cId="2947070365" sldId="296"/>
            <ac:spMk id="54" creationId="{C076509A-E039-A21F-12C2-6BD8E05E6646}"/>
          </ac:spMkLst>
        </pc:spChg>
        <pc:spChg chg="mod">
          <ac:chgData name="Troels Mortensen (TRMO) | VIA" userId="48eeef65-5bf8-474b-9082-b56af31dd25e" providerId="ADAL" clId="{D1D70EA8-438A-4B0D-A7BB-B5EC525C22B7}" dt="2026-03-12T13:13:07.684" v="5557" actId="20577"/>
          <ac:spMkLst>
            <pc:docMk/>
            <pc:sldMk cId="2947070365" sldId="296"/>
            <ac:spMk id="55" creationId="{658197A4-E73D-1138-7560-02D17BC07E81}"/>
          </ac:spMkLst>
        </pc:spChg>
        <pc:spChg chg="mod">
          <ac:chgData name="Troels Mortensen (TRMO) | VIA" userId="48eeef65-5bf8-474b-9082-b56af31dd25e" providerId="ADAL" clId="{D1D70EA8-438A-4B0D-A7BB-B5EC525C22B7}" dt="2026-03-12T13:08:36.858" v="5144" actId="571"/>
          <ac:spMkLst>
            <pc:docMk/>
            <pc:sldMk cId="2947070365" sldId="296"/>
            <ac:spMk id="57" creationId="{F8BA1F32-D591-5CBD-66C3-B0F2086A962F}"/>
          </ac:spMkLst>
        </pc:spChg>
        <pc:spChg chg="mod">
          <ac:chgData name="Troels Mortensen (TRMO) | VIA" userId="48eeef65-5bf8-474b-9082-b56af31dd25e" providerId="ADAL" clId="{D1D70EA8-438A-4B0D-A7BB-B5EC525C22B7}" dt="2026-03-12T13:13:10.598" v="5561" actId="20577"/>
          <ac:spMkLst>
            <pc:docMk/>
            <pc:sldMk cId="2947070365" sldId="296"/>
            <ac:spMk id="58" creationId="{E3514AB0-8444-A6F8-18E4-9ED07D338F46}"/>
          </ac:spMkLst>
        </pc:spChg>
        <pc:spChg chg="add mod ord">
          <ac:chgData name="Troels Mortensen (TRMO) | VIA" userId="48eeef65-5bf8-474b-9082-b56af31dd25e" providerId="ADAL" clId="{D1D70EA8-438A-4B0D-A7BB-B5EC525C22B7}" dt="2026-03-12T13:12:53.673" v="5547" actId="27636"/>
          <ac:spMkLst>
            <pc:docMk/>
            <pc:sldMk cId="2947070365" sldId="296"/>
            <ac:spMk id="61" creationId="{DD63B031-A722-63B9-5253-F0B5BE5A3587}"/>
          </ac:spMkLst>
        </pc:spChg>
        <pc:grpChg chg="add mod">
          <ac:chgData name="Troels Mortensen (TRMO) | VIA" userId="48eeef65-5bf8-474b-9082-b56af31dd25e" providerId="ADAL" clId="{D1D70EA8-438A-4B0D-A7BB-B5EC525C22B7}" dt="2026-03-12T13:13:01.719" v="5551" actId="164"/>
          <ac:grpSpMkLst>
            <pc:docMk/>
            <pc:sldMk cId="2947070365" sldId="296"/>
            <ac:grpSpMk id="43" creationId="{4BB88F3B-5912-2F83-3EA0-E2F2F9B0C67C}"/>
          </ac:grpSpMkLst>
        </pc:grpChg>
        <pc:grpChg chg="add mod">
          <ac:chgData name="Troels Mortensen (TRMO) | VIA" userId="48eeef65-5bf8-474b-9082-b56af31dd25e" providerId="ADAL" clId="{D1D70EA8-438A-4B0D-A7BB-B5EC525C22B7}" dt="2026-03-12T13:13:17.711" v="5562" actId="164"/>
          <ac:grpSpMkLst>
            <pc:docMk/>
            <pc:sldMk cId="2947070365" sldId="296"/>
            <ac:grpSpMk id="46" creationId="{8E6882C8-087D-6791-0C96-4301C7E42AD4}"/>
          </ac:grpSpMkLst>
        </pc:grpChg>
        <pc:grpChg chg="add mod">
          <ac:chgData name="Troels Mortensen (TRMO) | VIA" userId="48eeef65-5bf8-474b-9082-b56af31dd25e" providerId="ADAL" clId="{D1D70EA8-438A-4B0D-A7BB-B5EC525C22B7}" dt="2026-03-12T13:13:19.620" v="5563" actId="164"/>
          <ac:grpSpMkLst>
            <pc:docMk/>
            <pc:sldMk cId="2947070365" sldId="296"/>
            <ac:grpSpMk id="49" creationId="{3BF26F3B-C799-6215-1FC1-FE3141CD6ACA}"/>
          </ac:grpSpMkLst>
        </pc:grpChg>
        <pc:grpChg chg="add mod">
          <ac:chgData name="Troels Mortensen (TRMO) | VIA" userId="48eeef65-5bf8-474b-9082-b56af31dd25e" providerId="ADAL" clId="{D1D70EA8-438A-4B0D-A7BB-B5EC525C22B7}" dt="2026-03-12T13:13:23.112" v="5565" actId="164"/>
          <ac:grpSpMkLst>
            <pc:docMk/>
            <pc:sldMk cId="2947070365" sldId="296"/>
            <ac:grpSpMk id="53" creationId="{60CEB2A8-9FAE-084E-79CB-0643A4C9DCA5}"/>
          </ac:grpSpMkLst>
        </pc:grpChg>
        <pc:grpChg chg="add mod">
          <ac:chgData name="Troels Mortensen (TRMO) | VIA" userId="48eeef65-5bf8-474b-9082-b56af31dd25e" providerId="ADAL" clId="{D1D70EA8-438A-4B0D-A7BB-B5EC525C22B7}" dt="2026-03-12T13:13:21.460" v="5564" actId="164"/>
          <ac:grpSpMkLst>
            <pc:docMk/>
            <pc:sldMk cId="2947070365" sldId="296"/>
            <ac:grpSpMk id="56" creationId="{01CDBFB0-FDC5-7989-8ABD-279DF4C3A76F}"/>
          </ac:grpSpMkLst>
        </pc:grpChg>
        <pc:grpChg chg="add mod">
          <ac:chgData name="Troels Mortensen (TRMO) | VIA" userId="48eeef65-5bf8-474b-9082-b56af31dd25e" providerId="ADAL" clId="{D1D70EA8-438A-4B0D-A7BB-B5EC525C22B7}" dt="2026-03-12T13:12:21.334" v="5536" actId="164"/>
          <ac:grpSpMkLst>
            <pc:docMk/>
            <pc:sldMk cId="2947070365" sldId="296"/>
            <ac:grpSpMk id="62" creationId="{E8E2046C-61A5-D1BA-9455-CA4E1A9B3FE3}"/>
          </ac:grpSpMkLst>
        </pc:grpChg>
        <pc:grpChg chg="add mod">
          <ac:chgData name="Troels Mortensen (TRMO) | VIA" userId="48eeef65-5bf8-474b-9082-b56af31dd25e" providerId="ADAL" clId="{D1D70EA8-438A-4B0D-A7BB-B5EC525C22B7}" dt="2026-03-12T13:12:23.472" v="5537" actId="164"/>
          <ac:grpSpMkLst>
            <pc:docMk/>
            <pc:sldMk cId="2947070365" sldId="296"/>
            <ac:grpSpMk id="63" creationId="{06FAE638-8EB4-63C7-F18A-7ECDBD8EBA11}"/>
          </ac:grpSpMkLst>
        </pc:grpChg>
        <pc:grpChg chg="add mod">
          <ac:chgData name="Troels Mortensen (TRMO) | VIA" userId="48eeef65-5bf8-474b-9082-b56af31dd25e" providerId="ADAL" clId="{D1D70EA8-438A-4B0D-A7BB-B5EC525C22B7}" dt="2026-03-12T13:12:29.784" v="5538" actId="164"/>
          <ac:grpSpMkLst>
            <pc:docMk/>
            <pc:sldMk cId="2947070365" sldId="296"/>
            <ac:grpSpMk id="64" creationId="{708F6E66-0C37-A72B-B6EA-741FB6074B65}"/>
          </ac:grpSpMkLst>
        </pc:grpChg>
        <pc:grpChg chg="add mod">
          <ac:chgData name="Troels Mortensen (TRMO) | VIA" userId="48eeef65-5bf8-474b-9082-b56af31dd25e" providerId="ADAL" clId="{D1D70EA8-438A-4B0D-A7BB-B5EC525C22B7}" dt="2026-03-12T13:12:33.765" v="5539" actId="164"/>
          <ac:grpSpMkLst>
            <pc:docMk/>
            <pc:sldMk cId="2947070365" sldId="296"/>
            <ac:grpSpMk id="65" creationId="{8182A3E2-2CB1-A7AA-F719-13E2FB05A856}"/>
          </ac:grpSpMkLst>
        </pc:grpChg>
        <pc:grpChg chg="add mod">
          <ac:chgData name="Troels Mortensen (TRMO) | VIA" userId="48eeef65-5bf8-474b-9082-b56af31dd25e" providerId="ADAL" clId="{D1D70EA8-438A-4B0D-A7BB-B5EC525C22B7}" dt="2026-03-12T13:12:37.640" v="5540" actId="164"/>
          <ac:grpSpMkLst>
            <pc:docMk/>
            <pc:sldMk cId="2947070365" sldId="296"/>
            <ac:grpSpMk id="66" creationId="{4922065C-9556-A943-2E6D-B476747AF597}"/>
          </ac:grpSpMkLst>
        </pc:grpChg>
        <pc:grpChg chg="add mod">
          <ac:chgData name="Troels Mortensen (TRMO) | VIA" userId="48eeef65-5bf8-474b-9082-b56af31dd25e" providerId="ADAL" clId="{D1D70EA8-438A-4B0D-A7BB-B5EC525C22B7}" dt="2026-03-12T13:12:40.171" v="5541" actId="164"/>
          <ac:grpSpMkLst>
            <pc:docMk/>
            <pc:sldMk cId="2947070365" sldId="296"/>
            <ac:grpSpMk id="67" creationId="{3707A459-D19A-D9CC-369B-793B2709536E}"/>
          </ac:grpSpMkLst>
        </pc:grpChg>
        <pc:grpChg chg="add mod">
          <ac:chgData name="Troels Mortensen (TRMO) | VIA" userId="48eeef65-5bf8-474b-9082-b56af31dd25e" providerId="ADAL" clId="{D1D70EA8-438A-4B0D-A7BB-B5EC525C22B7}" dt="2026-03-12T13:12:45.594" v="5543" actId="164"/>
          <ac:grpSpMkLst>
            <pc:docMk/>
            <pc:sldMk cId="2947070365" sldId="296"/>
            <ac:grpSpMk id="68" creationId="{BF60CD57-48E4-FA46-CE7F-CDC52A770D44}"/>
          </ac:grpSpMkLst>
        </pc:grpChg>
        <pc:grpChg chg="add mod">
          <ac:chgData name="Troels Mortensen (TRMO) | VIA" userId="48eeef65-5bf8-474b-9082-b56af31dd25e" providerId="ADAL" clId="{D1D70EA8-438A-4B0D-A7BB-B5EC525C22B7}" dt="2026-03-12T13:12:47.660" v="5544" actId="164"/>
          <ac:grpSpMkLst>
            <pc:docMk/>
            <pc:sldMk cId="2947070365" sldId="296"/>
            <ac:grpSpMk id="69" creationId="{20409B41-16EB-E9A7-C877-864B0E91335A}"/>
          </ac:grpSpMkLst>
        </pc:grpChg>
        <pc:grpChg chg="add mod">
          <ac:chgData name="Troels Mortensen (TRMO) | VIA" userId="48eeef65-5bf8-474b-9082-b56af31dd25e" providerId="ADAL" clId="{D1D70EA8-438A-4B0D-A7BB-B5EC525C22B7}" dt="2026-03-12T13:12:49.634" v="5545" actId="164"/>
          <ac:grpSpMkLst>
            <pc:docMk/>
            <pc:sldMk cId="2947070365" sldId="296"/>
            <ac:grpSpMk id="70" creationId="{D8F3B0F9-F904-7F8C-43BF-01F195721329}"/>
          </ac:grpSpMkLst>
        </pc:grpChg>
        <pc:grpChg chg="add mod">
          <ac:chgData name="Troels Mortensen (TRMO) | VIA" userId="48eeef65-5bf8-474b-9082-b56af31dd25e" providerId="ADAL" clId="{D1D70EA8-438A-4B0D-A7BB-B5EC525C22B7}" dt="2026-03-12T13:13:01.719" v="5551" actId="164"/>
          <ac:grpSpMkLst>
            <pc:docMk/>
            <pc:sldMk cId="2947070365" sldId="296"/>
            <ac:grpSpMk id="71" creationId="{F9007E97-6B0E-F195-C5C6-0A095EBC2A85}"/>
          </ac:grpSpMkLst>
        </pc:grpChg>
        <pc:grpChg chg="add mod">
          <ac:chgData name="Troels Mortensen (TRMO) | VIA" userId="48eeef65-5bf8-474b-9082-b56af31dd25e" providerId="ADAL" clId="{D1D70EA8-438A-4B0D-A7BB-B5EC525C22B7}" dt="2026-03-12T13:13:17.711" v="5562" actId="164"/>
          <ac:grpSpMkLst>
            <pc:docMk/>
            <pc:sldMk cId="2947070365" sldId="296"/>
            <ac:grpSpMk id="72" creationId="{B8A1AFCA-8313-E768-CD32-859892ACB333}"/>
          </ac:grpSpMkLst>
        </pc:grpChg>
        <pc:grpChg chg="add mod">
          <ac:chgData name="Troels Mortensen (TRMO) | VIA" userId="48eeef65-5bf8-474b-9082-b56af31dd25e" providerId="ADAL" clId="{D1D70EA8-438A-4B0D-A7BB-B5EC525C22B7}" dt="2026-03-12T13:13:19.620" v="5563" actId="164"/>
          <ac:grpSpMkLst>
            <pc:docMk/>
            <pc:sldMk cId="2947070365" sldId="296"/>
            <ac:grpSpMk id="73" creationId="{E1B2313C-3168-35E4-492B-092F297D02A6}"/>
          </ac:grpSpMkLst>
        </pc:grpChg>
        <pc:grpChg chg="add mod">
          <ac:chgData name="Troels Mortensen (TRMO) | VIA" userId="48eeef65-5bf8-474b-9082-b56af31dd25e" providerId="ADAL" clId="{D1D70EA8-438A-4B0D-A7BB-B5EC525C22B7}" dt="2026-03-12T13:13:21.460" v="5564" actId="164"/>
          <ac:grpSpMkLst>
            <pc:docMk/>
            <pc:sldMk cId="2947070365" sldId="296"/>
            <ac:grpSpMk id="74" creationId="{07CDEAE5-E396-DE9D-8388-C474A4A2E5DC}"/>
          </ac:grpSpMkLst>
        </pc:grpChg>
        <pc:grpChg chg="add mod">
          <ac:chgData name="Troels Mortensen (TRMO) | VIA" userId="48eeef65-5bf8-474b-9082-b56af31dd25e" providerId="ADAL" clId="{D1D70EA8-438A-4B0D-A7BB-B5EC525C22B7}" dt="2026-03-12T13:13:23.112" v="5565" actId="164"/>
          <ac:grpSpMkLst>
            <pc:docMk/>
            <pc:sldMk cId="2947070365" sldId="296"/>
            <ac:grpSpMk id="75" creationId="{4B92C7B9-3D04-62FA-0C77-E7CE74963367}"/>
          </ac:grpSpMkLst>
        </pc:grpChg>
        <pc:cxnChg chg="add mod">
          <ac:chgData name="Troels Mortensen (TRMO) | VIA" userId="48eeef65-5bf8-474b-9082-b56af31dd25e" providerId="ADAL" clId="{D1D70EA8-438A-4B0D-A7BB-B5EC525C22B7}" dt="2026-03-12T13:12:21.334" v="5536" actId="164"/>
          <ac:cxnSpMkLst>
            <pc:docMk/>
            <pc:sldMk cId="2947070365" sldId="296"/>
            <ac:cxnSpMk id="9" creationId="{1D43B788-7815-9042-659D-7543C65A59B6}"/>
          </ac:cxnSpMkLst>
        </pc:cxnChg>
        <pc:cxnChg chg="add mod topLvl">
          <ac:chgData name="Troels Mortensen (TRMO) | VIA" userId="48eeef65-5bf8-474b-9082-b56af31dd25e" providerId="ADAL" clId="{D1D70EA8-438A-4B0D-A7BB-B5EC525C22B7}" dt="2026-03-12T13:12:29.784" v="5538" actId="164"/>
          <ac:cxnSpMkLst>
            <pc:docMk/>
            <pc:sldMk cId="2947070365" sldId="296"/>
            <ac:cxnSpMk id="11" creationId="{970B3942-B1F7-987F-402F-09E8C03361BB}"/>
          </ac:cxnSpMkLst>
        </pc:cxnChg>
        <pc:cxnChg chg="add mod topLvl">
          <ac:chgData name="Troels Mortensen (TRMO) | VIA" userId="48eeef65-5bf8-474b-9082-b56af31dd25e" providerId="ADAL" clId="{D1D70EA8-438A-4B0D-A7BB-B5EC525C22B7}" dt="2026-03-12T13:12:47.660" v="5544" actId="164"/>
          <ac:cxnSpMkLst>
            <pc:docMk/>
            <pc:sldMk cId="2947070365" sldId="296"/>
            <ac:cxnSpMk id="16" creationId="{EC4D62E5-89CF-51E6-6188-C8D8DB815AF7}"/>
          </ac:cxnSpMkLst>
        </pc:cxnChg>
        <pc:cxnChg chg="add mod">
          <ac:chgData name="Troels Mortensen (TRMO) | VIA" userId="48eeef65-5bf8-474b-9082-b56af31dd25e" providerId="ADAL" clId="{D1D70EA8-438A-4B0D-A7BB-B5EC525C22B7}" dt="2026-03-12T13:12:37.640" v="5540" actId="164"/>
          <ac:cxnSpMkLst>
            <pc:docMk/>
            <pc:sldMk cId="2947070365" sldId="296"/>
            <ac:cxnSpMk id="17" creationId="{90ABF5AF-686C-386F-99AC-0938E4DCA6F1}"/>
          </ac:cxnSpMkLst>
        </pc:cxnChg>
        <pc:cxnChg chg="add mod">
          <ac:chgData name="Troels Mortensen (TRMO) | VIA" userId="48eeef65-5bf8-474b-9082-b56af31dd25e" providerId="ADAL" clId="{D1D70EA8-438A-4B0D-A7BB-B5EC525C22B7}" dt="2026-03-12T13:12:40.171" v="5541" actId="164"/>
          <ac:cxnSpMkLst>
            <pc:docMk/>
            <pc:sldMk cId="2947070365" sldId="296"/>
            <ac:cxnSpMk id="18" creationId="{6C7165F0-C037-AA06-217F-E8C95B66864E}"/>
          </ac:cxnSpMkLst>
        </pc:cxnChg>
        <pc:cxnChg chg="mod topLvl">
          <ac:chgData name="Troels Mortensen (TRMO) | VIA" userId="48eeef65-5bf8-474b-9082-b56af31dd25e" providerId="ADAL" clId="{D1D70EA8-438A-4B0D-A7BB-B5EC525C22B7}" dt="2026-03-12T13:12:49.634" v="5545" actId="164"/>
          <ac:cxnSpMkLst>
            <pc:docMk/>
            <pc:sldMk cId="2947070365" sldId="296"/>
            <ac:cxnSpMk id="22" creationId="{E8CA5F8B-9CCD-5053-CDB1-A3E6C28650AE}"/>
          </ac:cxnSpMkLst>
        </pc:cxnChg>
        <pc:cxnChg chg="mod topLvl">
          <ac:chgData name="Troels Mortensen (TRMO) | VIA" userId="48eeef65-5bf8-474b-9082-b56af31dd25e" providerId="ADAL" clId="{D1D70EA8-438A-4B0D-A7BB-B5EC525C22B7}" dt="2026-03-12T13:13:01.719" v="5551" actId="164"/>
          <ac:cxnSpMkLst>
            <pc:docMk/>
            <pc:sldMk cId="2947070365" sldId="296"/>
            <ac:cxnSpMk id="25" creationId="{2DB5CA47-BDB0-D439-7BFD-F4A009492A30}"/>
          </ac:cxnSpMkLst>
        </pc:cxnChg>
        <pc:cxnChg chg="add mod">
          <ac:chgData name="Troels Mortensen (TRMO) | VIA" userId="48eeef65-5bf8-474b-9082-b56af31dd25e" providerId="ADAL" clId="{D1D70EA8-438A-4B0D-A7BB-B5EC525C22B7}" dt="2026-03-12T13:13:17.711" v="5562" actId="164"/>
          <ac:cxnSpMkLst>
            <pc:docMk/>
            <pc:sldMk cId="2947070365" sldId="296"/>
            <ac:cxnSpMk id="28" creationId="{DBBAB5AD-4A4E-CEEF-FF15-8F71E2707434}"/>
          </ac:cxnSpMkLst>
        </pc:cxnChg>
        <pc:cxnChg chg="add mod">
          <ac:chgData name="Troels Mortensen (TRMO) | VIA" userId="48eeef65-5bf8-474b-9082-b56af31dd25e" providerId="ADAL" clId="{D1D70EA8-438A-4B0D-A7BB-B5EC525C22B7}" dt="2026-03-12T13:13:19.620" v="5563" actId="164"/>
          <ac:cxnSpMkLst>
            <pc:docMk/>
            <pc:sldMk cId="2947070365" sldId="296"/>
            <ac:cxnSpMk id="29" creationId="{5D094091-047F-3A31-E539-D7D7A4128B1A}"/>
          </ac:cxnSpMkLst>
        </pc:cxnChg>
        <pc:cxnChg chg="add mod">
          <ac:chgData name="Troels Mortensen (TRMO) | VIA" userId="48eeef65-5bf8-474b-9082-b56af31dd25e" providerId="ADAL" clId="{D1D70EA8-438A-4B0D-A7BB-B5EC525C22B7}" dt="2026-03-12T13:12:23.472" v="5537" actId="164"/>
          <ac:cxnSpMkLst>
            <pc:docMk/>
            <pc:sldMk cId="2947070365" sldId="296"/>
            <ac:cxnSpMk id="33" creationId="{9965D385-2056-0311-EABC-0865E66863CD}"/>
          </ac:cxnSpMkLst>
        </pc:cxnChg>
        <pc:cxnChg chg="add mod">
          <ac:chgData name="Troels Mortensen (TRMO) | VIA" userId="48eeef65-5bf8-474b-9082-b56af31dd25e" providerId="ADAL" clId="{D1D70EA8-438A-4B0D-A7BB-B5EC525C22B7}" dt="2026-03-12T13:13:23.112" v="5565" actId="164"/>
          <ac:cxnSpMkLst>
            <pc:docMk/>
            <pc:sldMk cId="2947070365" sldId="296"/>
            <ac:cxnSpMk id="35" creationId="{30635D06-8E18-5C1C-85B6-FB35F543FE90}"/>
          </ac:cxnSpMkLst>
        </pc:cxnChg>
        <pc:cxnChg chg="add mod">
          <ac:chgData name="Troels Mortensen (TRMO) | VIA" userId="48eeef65-5bf8-474b-9082-b56af31dd25e" providerId="ADAL" clId="{D1D70EA8-438A-4B0D-A7BB-B5EC525C22B7}" dt="2026-03-12T13:13:21.460" v="5564" actId="164"/>
          <ac:cxnSpMkLst>
            <pc:docMk/>
            <pc:sldMk cId="2947070365" sldId="296"/>
            <ac:cxnSpMk id="36" creationId="{B5A8EC95-23C2-CE39-5AF3-FCED477A8E04}"/>
          </ac:cxnSpMkLst>
        </pc:cxnChg>
        <pc:cxnChg chg="add mod">
          <ac:chgData name="Troels Mortensen (TRMO) | VIA" userId="48eeef65-5bf8-474b-9082-b56af31dd25e" providerId="ADAL" clId="{D1D70EA8-438A-4B0D-A7BB-B5EC525C22B7}" dt="2026-03-12T13:12:33.765" v="5539" actId="164"/>
          <ac:cxnSpMkLst>
            <pc:docMk/>
            <pc:sldMk cId="2947070365" sldId="296"/>
            <ac:cxnSpMk id="38" creationId="{DC032D19-F0E3-FB07-7BAC-AFADB956B75C}"/>
          </ac:cxnSpMkLst>
        </pc:cxnChg>
        <pc:cxnChg chg="add mod">
          <ac:chgData name="Troels Mortensen (TRMO) | VIA" userId="48eeef65-5bf8-474b-9082-b56af31dd25e" providerId="ADAL" clId="{D1D70EA8-438A-4B0D-A7BB-B5EC525C22B7}" dt="2026-03-12T13:12:45.594" v="5543" actId="164"/>
          <ac:cxnSpMkLst>
            <pc:docMk/>
            <pc:sldMk cId="2947070365" sldId="296"/>
            <ac:cxnSpMk id="39" creationId="{7D4C20B9-23A9-60AD-FC67-C6A85310D923}"/>
          </ac:cxnSpMkLst>
        </pc:cxnChg>
      </pc:sldChg>
      <pc:sldChg chg="addSp modSp add mod modAnim">
        <pc:chgData name="Troels Mortensen (TRMO) | VIA" userId="48eeef65-5bf8-474b-9082-b56af31dd25e" providerId="ADAL" clId="{D1D70EA8-438A-4B0D-A7BB-B5EC525C22B7}" dt="2026-03-12T13:15:04.850" v="5625" actId="14861"/>
        <pc:sldMkLst>
          <pc:docMk/>
          <pc:sldMk cId="2376869857" sldId="297"/>
        </pc:sldMkLst>
        <pc:spChg chg="add mod">
          <ac:chgData name="Troels Mortensen (TRMO) | VIA" userId="48eeef65-5bf8-474b-9082-b56af31dd25e" providerId="ADAL" clId="{D1D70EA8-438A-4B0D-A7BB-B5EC525C22B7}" dt="2026-03-12T13:15:04.850" v="5625" actId="14861"/>
          <ac:spMkLst>
            <pc:docMk/>
            <pc:sldMk cId="2376869857" sldId="297"/>
            <ac:spMk id="2" creationId="{19BF29B4-0236-4057-0B7C-98CB139ECDC1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3-12T13:16:08.651" v="5800" actId="20577"/>
        <pc:sldMkLst>
          <pc:docMk/>
          <pc:sldMk cId="834629000" sldId="298"/>
        </pc:sldMkLst>
        <pc:spChg chg="mod">
          <ac:chgData name="Troels Mortensen (TRMO) | VIA" userId="48eeef65-5bf8-474b-9082-b56af31dd25e" providerId="ADAL" clId="{D1D70EA8-438A-4B0D-A7BB-B5EC525C22B7}" dt="2026-03-12T13:16:08.651" v="5800" actId="20577"/>
          <ac:spMkLst>
            <pc:docMk/>
            <pc:sldMk cId="834629000" sldId="298"/>
            <ac:spMk id="3" creationId="{0B0C4813-5078-6377-F37B-8E14F145A93E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3-12T14:16:35.564" v="8891" actId="20577"/>
        <pc:sldMkLst>
          <pc:docMk/>
          <pc:sldMk cId="498746541" sldId="299"/>
        </pc:sldMkLst>
        <pc:spChg chg="mod">
          <ac:chgData name="Troels Mortensen (TRMO) | VIA" userId="48eeef65-5bf8-474b-9082-b56af31dd25e" providerId="ADAL" clId="{D1D70EA8-438A-4B0D-A7BB-B5EC525C22B7}" dt="2026-03-12T13:16:19.675" v="5808" actId="20577"/>
          <ac:spMkLst>
            <pc:docMk/>
            <pc:sldMk cId="498746541" sldId="299"/>
            <ac:spMk id="2" creationId="{5A60EF06-2B19-4EA6-D8C2-500C42969280}"/>
          </ac:spMkLst>
        </pc:spChg>
        <pc:spChg chg="mod">
          <ac:chgData name="Troels Mortensen (TRMO) | VIA" userId="48eeef65-5bf8-474b-9082-b56af31dd25e" providerId="ADAL" clId="{D1D70EA8-438A-4B0D-A7BB-B5EC525C22B7}" dt="2026-03-12T14:16:35.564" v="8891" actId="20577"/>
          <ac:spMkLst>
            <pc:docMk/>
            <pc:sldMk cId="498746541" sldId="299"/>
            <ac:spMk id="3" creationId="{F4C4B298-1B66-4EFB-10AE-0075E68FBFA6}"/>
          </ac:spMkLst>
        </pc:spChg>
      </pc:sldChg>
      <pc:sldChg chg="addSp delSp modSp new mod modAnim">
        <pc:chgData name="Troels Mortensen (TRMO) | VIA" userId="48eeef65-5bf8-474b-9082-b56af31dd25e" providerId="ADAL" clId="{D1D70EA8-438A-4B0D-A7BB-B5EC525C22B7}" dt="2026-03-12T13:25:10.125" v="6492" actId="478"/>
        <pc:sldMkLst>
          <pc:docMk/>
          <pc:sldMk cId="2537219381" sldId="300"/>
        </pc:sldMkLst>
        <pc:spChg chg="add del mod">
          <ac:chgData name="Troels Mortensen (TRMO) | VIA" userId="48eeef65-5bf8-474b-9082-b56af31dd25e" providerId="ADAL" clId="{D1D70EA8-438A-4B0D-A7BB-B5EC525C22B7}" dt="2026-03-12T13:19:30.428" v="6217" actId="1076"/>
          <ac:spMkLst>
            <pc:docMk/>
            <pc:sldMk cId="2537219381" sldId="300"/>
            <ac:spMk id="4" creationId="{7C1CBBAD-732F-4AA3-334C-06A53DB018B6}"/>
          </ac:spMkLst>
        </pc:spChg>
        <pc:spChg chg="add del mod">
          <ac:chgData name="Troels Mortensen (TRMO) | VIA" userId="48eeef65-5bf8-474b-9082-b56af31dd25e" providerId="ADAL" clId="{D1D70EA8-438A-4B0D-A7BB-B5EC525C22B7}" dt="2026-03-12T13:19:30.428" v="6217" actId="1076"/>
          <ac:spMkLst>
            <pc:docMk/>
            <pc:sldMk cId="2537219381" sldId="300"/>
            <ac:spMk id="5" creationId="{4383ED41-6A7A-5770-A7C3-F9CF4CF640FE}"/>
          </ac:spMkLst>
        </pc:spChg>
        <pc:spChg chg="add del mod">
          <ac:chgData name="Troels Mortensen (TRMO) | VIA" userId="48eeef65-5bf8-474b-9082-b56af31dd25e" providerId="ADAL" clId="{D1D70EA8-438A-4B0D-A7BB-B5EC525C22B7}" dt="2026-03-12T13:20:54.430" v="6258" actId="1076"/>
          <ac:spMkLst>
            <pc:docMk/>
            <pc:sldMk cId="2537219381" sldId="300"/>
            <ac:spMk id="6" creationId="{68C9FD6B-1455-B9BE-33B8-7907508CBB72}"/>
          </ac:spMkLst>
        </pc:spChg>
        <pc:spChg chg="mod">
          <ac:chgData name="Troels Mortensen (TRMO) | VIA" userId="48eeef65-5bf8-474b-9082-b56af31dd25e" providerId="ADAL" clId="{D1D70EA8-438A-4B0D-A7BB-B5EC525C22B7}" dt="2026-03-12T13:19:30.428" v="6217" actId="1076"/>
          <ac:spMkLst>
            <pc:docMk/>
            <pc:sldMk cId="2537219381" sldId="300"/>
            <ac:spMk id="7" creationId="{2914C99A-1FCC-05E7-6DE9-FF5A0BD5455C}"/>
          </ac:spMkLst>
        </pc:spChg>
        <pc:spChg chg="add del mod">
          <ac:chgData name="Troels Mortensen (TRMO) | VIA" userId="48eeef65-5bf8-474b-9082-b56af31dd25e" providerId="ADAL" clId="{D1D70EA8-438A-4B0D-A7BB-B5EC525C22B7}" dt="2026-03-12T13:21:13.100" v="6267" actId="1076"/>
          <ac:spMkLst>
            <pc:docMk/>
            <pc:sldMk cId="2537219381" sldId="300"/>
            <ac:spMk id="8" creationId="{12B52980-768A-CB52-5704-AA3B13233036}"/>
          </ac:spMkLst>
        </pc:spChg>
        <pc:spChg chg="add del mod">
          <ac:chgData name="Troels Mortensen (TRMO) | VIA" userId="48eeef65-5bf8-474b-9082-b56af31dd25e" providerId="ADAL" clId="{D1D70EA8-438A-4B0D-A7BB-B5EC525C22B7}" dt="2026-03-12T13:20:54.430" v="6258" actId="1076"/>
          <ac:spMkLst>
            <pc:docMk/>
            <pc:sldMk cId="2537219381" sldId="300"/>
            <ac:spMk id="9" creationId="{FFD2D6F1-F555-41F0-74AE-4F0631BECAE6}"/>
          </ac:spMkLst>
        </pc:spChg>
        <pc:spChg chg="add mod">
          <ac:chgData name="Troels Mortensen (TRMO) | VIA" userId="48eeef65-5bf8-474b-9082-b56af31dd25e" providerId="ADAL" clId="{D1D70EA8-438A-4B0D-A7BB-B5EC525C22B7}" dt="2026-03-12T13:20:54.430" v="6258" actId="1076"/>
          <ac:spMkLst>
            <pc:docMk/>
            <pc:sldMk cId="2537219381" sldId="300"/>
            <ac:spMk id="62" creationId="{5A8F9EAD-1013-55AD-AB68-61650BD0EC4A}"/>
          </ac:spMkLst>
        </pc:spChg>
        <pc:spChg chg="add mod">
          <ac:chgData name="Troels Mortensen (TRMO) | VIA" userId="48eeef65-5bf8-474b-9082-b56af31dd25e" providerId="ADAL" clId="{D1D70EA8-438A-4B0D-A7BB-B5EC525C22B7}" dt="2026-03-12T13:20:54.430" v="6258" actId="1076"/>
          <ac:spMkLst>
            <pc:docMk/>
            <pc:sldMk cId="2537219381" sldId="300"/>
            <ac:spMk id="63" creationId="{CBC66BFA-99A8-BFBE-57B2-C2CD6D4935FC}"/>
          </ac:spMkLst>
        </pc:spChg>
        <pc:spChg chg="add mod">
          <ac:chgData name="Troels Mortensen (TRMO) | VIA" userId="48eeef65-5bf8-474b-9082-b56af31dd25e" providerId="ADAL" clId="{D1D70EA8-438A-4B0D-A7BB-B5EC525C22B7}" dt="2026-03-12T13:20:54.430" v="6258" actId="1076"/>
          <ac:spMkLst>
            <pc:docMk/>
            <pc:sldMk cId="2537219381" sldId="300"/>
            <ac:spMk id="64" creationId="{F7FB9D7B-2156-5552-3E4D-5847AC08B5DC}"/>
          </ac:spMkLst>
        </pc:spChg>
        <pc:spChg chg="add mod">
          <ac:chgData name="Troels Mortensen (TRMO) | VIA" userId="48eeef65-5bf8-474b-9082-b56af31dd25e" providerId="ADAL" clId="{D1D70EA8-438A-4B0D-A7BB-B5EC525C22B7}" dt="2026-03-12T13:20:54.430" v="6258" actId="1076"/>
          <ac:spMkLst>
            <pc:docMk/>
            <pc:sldMk cId="2537219381" sldId="300"/>
            <ac:spMk id="68" creationId="{D481BE1A-5CD0-9753-5448-7F40C0E0E3A2}"/>
          </ac:spMkLst>
        </pc:spChg>
        <pc:spChg chg="add mod">
          <ac:chgData name="Troels Mortensen (TRMO) | VIA" userId="48eeef65-5bf8-474b-9082-b56af31dd25e" providerId="ADAL" clId="{D1D70EA8-438A-4B0D-A7BB-B5EC525C22B7}" dt="2026-03-12T13:21:33.688" v="6275" actId="14100"/>
          <ac:spMkLst>
            <pc:docMk/>
            <pc:sldMk cId="2537219381" sldId="300"/>
            <ac:spMk id="80" creationId="{26BC7EBA-1CD1-5DA5-22EB-0476249863C6}"/>
          </ac:spMkLst>
        </pc:spChg>
        <pc:spChg chg="add mod">
          <ac:chgData name="Troels Mortensen (TRMO) | VIA" userId="48eeef65-5bf8-474b-9082-b56af31dd25e" providerId="ADAL" clId="{D1D70EA8-438A-4B0D-A7BB-B5EC525C22B7}" dt="2026-03-12T13:22:12.864" v="6422" actId="1076"/>
          <ac:spMkLst>
            <pc:docMk/>
            <pc:sldMk cId="2537219381" sldId="300"/>
            <ac:spMk id="81" creationId="{6749E019-9583-0120-7656-4A9026B7F5E9}"/>
          </ac:spMkLst>
        </pc:spChg>
        <pc:spChg chg="add mod">
          <ac:chgData name="Troels Mortensen (TRMO) | VIA" userId="48eeef65-5bf8-474b-9082-b56af31dd25e" providerId="ADAL" clId="{D1D70EA8-438A-4B0D-A7BB-B5EC525C22B7}" dt="2026-03-12T13:23:52.518" v="6475"/>
          <ac:spMkLst>
            <pc:docMk/>
            <pc:sldMk cId="2537219381" sldId="300"/>
            <ac:spMk id="82" creationId="{0BFF910C-1377-FE49-D9A4-728F868BB16C}"/>
          </ac:spMkLst>
        </pc:spChg>
        <pc:spChg chg="add mod">
          <ac:chgData name="Troels Mortensen (TRMO) | VIA" userId="48eeef65-5bf8-474b-9082-b56af31dd25e" providerId="ADAL" clId="{D1D70EA8-438A-4B0D-A7BB-B5EC525C22B7}" dt="2026-03-12T13:23:52.518" v="6475"/>
          <ac:spMkLst>
            <pc:docMk/>
            <pc:sldMk cId="2537219381" sldId="300"/>
            <ac:spMk id="83" creationId="{0F2C905C-4EEE-1D5B-06E4-6D693B2E14B1}"/>
          </ac:spMkLst>
        </pc:spChg>
        <pc:spChg chg="add mod">
          <ac:chgData name="Troels Mortensen (TRMO) | VIA" userId="48eeef65-5bf8-474b-9082-b56af31dd25e" providerId="ADAL" clId="{D1D70EA8-438A-4B0D-A7BB-B5EC525C22B7}" dt="2026-03-12T13:23:52.518" v="6475"/>
          <ac:spMkLst>
            <pc:docMk/>
            <pc:sldMk cId="2537219381" sldId="300"/>
            <ac:spMk id="84" creationId="{3B0A9B27-9F42-9868-1438-583BA3279556}"/>
          </ac:spMkLst>
        </pc:spChg>
        <pc:cxnChg chg="mod">
          <ac:chgData name="Troels Mortensen (TRMO) | VIA" userId="48eeef65-5bf8-474b-9082-b56af31dd25e" providerId="ADAL" clId="{D1D70EA8-438A-4B0D-A7BB-B5EC525C22B7}" dt="2026-03-12T13:20:49.853" v="6256" actId="14100"/>
          <ac:cxnSpMkLst>
            <pc:docMk/>
            <pc:sldMk cId="2537219381" sldId="300"/>
            <ac:cxnSpMk id="11" creationId="{FBD43AAE-E2C9-B67A-02D0-F9CEBE38D7F6}"/>
          </ac:cxnSpMkLst>
        </pc:cxnChg>
        <pc:cxnChg chg="mod">
          <ac:chgData name="Troels Mortensen (TRMO) | VIA" userId="48eeef65-5bf8-474b-9082-b56af31dd25e" providerId="ADAL" clId="{D1D70EA8-438A-4B0D-A7BB-B5EC525C22B7}" dt="2026-03-12T13:19:30.428" v="6217" actId="1076"/>
          <ac:cxnSpMkLst>
            <pc:docMk/>
            <pc:sldMk cId="2537219381" sldId="300"/>
            <ac:cxnSpMk id="35" creationId="{9D7483CA-67B3-E80A-2D2E-281E0DF16592}"/>
          </ac:cxnSpMkLst>
        </pc:cxnChg>
        <pc:cxnChg chg="add mod">
          <ac:chgData name="Troels Mortensen (TRMO) | VIA" userId="48eeef65-5bf8-474b-9082-b56af31dd25e" providerId="ADAL" clId="{D1D70EA8-438A-4B0D-A7BB-B5EC525C22B7}" dt="2026-03-12T13:20:54.430" v="6258" actId="1076"/>
          <ac:cxnSpMkLst>
            <pc:docMk/>
            <pc:sldMk cId="2537219381" sldId="300"/>
            <ac:cxnSpMk id="66" creationId="{7B77F0C5-4C41-E0F2-0DB7-8CED0C9ECFB5}"/>
          </ac:cxnSpMkLst>
        </pc:cxnChg>
        <pc:cxnChg chg="add mod">
          <ac:chgData name="Troels Mortensen (TRMO) | VIA" userId="48eeef65-5bf8-474b-9082-b56af31dd25e" providerId="ADAL" clId="{D1D70EA8-438A-4B0D-A7BB-B5EC525C22B7}" dt="2026-03-12T13:20:54.430" v="6258" actId="1076"/>
          <ac:cxnSpMkLst>
            <pc:docMk/>
            <pc:sldMk cId="2537219381" sldId="300"/>
            <ac:cxnSpMk id="69" creationId="{B434AC0C-7CB7-2D71-A3FB-93B5D84F84BA}"/>
          </ac:cxnSpMkLst>
        </pc:cxnChg>
        <pc:cxnChg chg="add mod">
          <ac:chgData name="Troels Mortensen (TRMO) | VIA" userId="48eeef65-5bf8-474b-9082-b56af31dd25e" providerId="ADAL" clId="{D1D70EA8-438A-4B0D-A7BB-B5EC525C22B7}" dt="2026-03-12T13:20:51.677" v="6257" actId="571"/>
          <ac:cxnSpMkLst>
            <pc:docMk/>
            <pc:sldMk cId="2537219381" sldId="300"/>
            <ac:cxnSpMk id="73" creationId="{8B91BF46-35EC-3BCF-4991-B6F448349963}"/>
          </ac:cxnSpMkLst>
        </pc:cxnChg>
        <pc:cxnChg chg="add mod">
          <ac:chgData name="Troels Mortensen (TRMO) | VIA" userId="48eeef65-5bf8-474b-9082-b56af31dd25e" providerId="ADAL" clId="{D1D70EA8-438A-4B0D-A7BB-B5EC525C22B7}" dt="2026-03-12T13:21:06.786" v="6265" actId="14100"/>
          <ac:cxnSpMkLst>
            <pc:docMk/>
            <pc:sldMk cId="2537219381" sldId="300"/>
            <ac:cxnSpMk id="76" creationId="{5B7F9EB2-83E1-2511-8A26-828F30BA67A2}"/>
          </ac:cxnSpMkLst>
        </pc:cxnChg>
        <pc:cxnChg chg="add mod">
          <ac:chgData name="Troels Mortensen (TRMO) | VIA" userId="48eeef65-5bf8-474b-9082-b56af31dd25e" providerId="ADAL" clId="{D1D70EA8-438A-4B0D-A7BB-B5EC525C22B7}" dt="2026-03-12T13:21:11.783" v="6266" actId="571"/>
          <ac:cxnSpMkLst>
            <pc:docMk/>
            <pc:sldMk cId="2537219381" sldId="300"/>
            <ac:cxnSpMk id="79" creationId="{C14EF353-94FB-D624-CD1C-77475FF71AAE}"/>
          </ac:cxnSpMkLst>
        </pc:cxnChg>
        <pc:cxnChg chg="add mod">
          <ac:chgData name="Troels Mortensen (TRMO) | VIA" userId="48eeef65-5bf8-474b-9082-b56af31dd25e" providerId="ADAL" clId="{D1D70EA8-438A-4B0D-A7BB-B5EC525C22B7}" dt="2026-03-12T13:23:52.518" v="6475"/>
          <ac:cxnSpMkLst>
            <pc:docMk/>
            <pc:sldMk cId="2537219381" sldId="300"/>
            <ac:cxnSpMk id="85" creationId="{77FD9E61-7A67-70C6-5142-7126E3F72A86}"/>
          </ac:cxnSpMkLst>
        </pc:cxnChg>
        <pc:cxnChg chg="add mod">
          <ac:chgData name="Troels Mortensen (TRMO) | VIA" userId="48eeef65-5bf8-474b-9082-b56af31dd25e" providerId="ADAL" clId="{D1D70EA8-438A-4B0D-A7BB-B5EC525C22B7}" dt="2026-03-12T13:23:52.518" v="6475"/>
          <ac:cxnSpMkLst>
            <pc:docMk/>
            <pc:sldMk cId="2537219381" sldId="300"/>
            <ac:cxnSpMk id="86" creationId="{8370DB7B-1DC4-8F7F-C9B6-F45446165485}"/>
          </ac:cxnSpMkLst>
        </pc:cxnChg>
        <pc:cxnChg chg="mod topLvl">
          <ac:chgData name="Troels Mortensen (TRMO) | VIA" userId="48eeef65-5bf8-474b-9082-b56af31dd25e" providerId="ADAL" clId="{D1D70EA8-438A-4B0D-A7BB-B5EC525C22B7}" dt="2026-03-12T13:25:06.891" v="6491" actId="165"/>
          <ac:cxnSpMkLst>
            <pc:docMk/>
            <pc:sldMk cId="2537219381" sldId="300"/>
            <ac:cxnSpMk id="88" creationId="{B64912C0-AAE4-27A7-C2C5-BA17464F1554}"/>
          </ac:cxnSpMkLst>
        </pc:cxnChg>
      </pc:sldChg>
      <pc:sldChg chg="addSp delSp modSp add mod modTransition modAnim">
        <pc:chgData name="Troels Mortensen (TRMO) | VIA" userId="48eeef65-5bf8-474b-9082-b56af31dd25e" providerId="ADAL" clId="{D1D70EA8-438A-4B0D-A7BB-B5EC525C22B7}" dt="2026-03-12T14:15:58.954" v="8871"/>
        <pc:sldMkLst>
          <pc:docMk/>
          <pc:sldMk cId="3649505236" sldId="301"/>
        </pc:sldMkLst>
        <pc:spChg chg="add mod ord">
          <ac:chgData name="Troels Mortensen (TRMO) | VIA" userId="48eeef65-5bf8-474b-9082-b56af31dd25e" providerId="ADAL" clId="{D1D70EA8-438A-4B0D-A7BB-B5EC525C22B7}" dt="2026-03-12T13:24:39.539" v="6486" actId="1038"/>
          <ac:spMkLst>
            <pc:docMk/>
            <pc:sldMk cId="3649505236" sldId="301"/>
            <ac:spMk id="3" creationId="{34C53159-6A0D-9AF6-C5C4-8384E361A9D3}"/>
          </ac:spMkLst>
        </pc:spChg>
        <pc:spChg chg="add mod ord">
          <ac:chgData name="Troels Mortensen (TRMO) | VIA" userId="48eeef65-5bf8-474b-9082-b56af31dd25e" providerId="ADAL" clId="{D1D70EA8-438A-4B0D-A7BB-B5EC525C22B7}" dt="2026-03-12T13:24:39.539" v="6486" actId="1038"/>
          <ac:spMkLst>
            <pc:docMk/>
            <pc:sldMk cId="3649505236" sldId="301"/>
            <ac:spMk id="10" creationId="{4A122493-D4DA-0F14-EBDA-51C878211188}"/>
          </ac:spMkLst>
        </pc:spChg>
        <pc:spChg chg="add mod">
          <ac:chgData name="Troels Mortensen (TRMO) | VIA" userId="48eeef65-5bf8-474b-9082-b56af31dd25e" providerId="ADAL" clId="{D1D70EA8-438A-4B0D-A7BB-B5EC525C22B7}" dt="2026-03-12T13:24:49.638" v="6488" actId="14100"/>
          <ac:spMkLst>
            <pc:docMk/>
            <pc:sldMk cId="3649505236" sldId="301"/>
            <ac:spMk id="16" creationId="{BFA91DB3-B664-DF1B-37A3-82D18C85C89E}"/>
          </ac:spMkLst>
        </pc:spChg>
        <pc:spChg chg="add mod">
          <ac:chgData name="Troels Mortensen (TRMO) | VIA" userId="48eeef65-5bf8-474b-9082-b56af31dd25e" providerId="ADAL" clId="{D1D70EA8-438A-4B0D-A7BB-B5EC525C22B7}" dt="2026-03-12T14:15:55.612" v="8870" actId="1076"/>
          <ac:spMkLst>
            <pc:docMk/>
            <pc:sldMk cId="3649505236" sldId="301"/>
            <ac:spMk id="19" creationId="{6740213D-9C09-EE94-92FC-CFF88DB76832}"/>
          </ac:spMkLst>
        </pc:spChg>
        <pc:spChg chg="mod">
          <ac:chgData name="Troels Mortensen (TRMO) | VIA" userId="48eeef65-5bf8-474b-9082-b56af31dd25e" providerId="ADAL" clId="{D1D70EA8-438A-4B0D-A7BB-B5EC525C22B7}" dt="2026-03-12T13:24:07.261" v="6478" actId="14861"/>
          <ac:spMkLst>
            <pc:docMk/>
            <pc:sldMk cId="3649505236" sldId="301"/>
            <ac:spMk id="80" creationId="{FD3A754A-94D6-A24A-F5A4-0E6E4E336BD5}"/>
          </ac:spMkLst>
        </pc:spChg>
        <pc:spChg chg="mod">
          <ac:chgData name="Troels Mortensen (TRMO) | VIA" userId="48eeef65-5bf8-474b-9082-b56af31dd25e" providerId="ADAL" clId="{D1D70EA8-438A-4B0D-A7BB-B5EC525C22B7}" dt="2026-03-12T13:25:29.601" v="6528" actId="20577"/>
          <ac:spMkLst>
            <pc:docMk/>
            <pc:sldMk cId="3649505236" sldId="301"/>
            <ac:spMk id="81" creationId="{57EA4AD3-60AE-B477-9C28-BA9832445C2F}"/>
          </ac:spMkLst>
        </pc:spChg>
        <pc:cxnChg chg="add mod ord">
          <ac:chgData name="Troels Mortensen (TRMO) | VIA" userId="48eeef65-5bf8-474b-9082-b56af31dd25e" providerId="ADAL" clId="{D1D70EA8-438A-4B0D-A7BB-B5EC525C22B7}" dt="2026-03-12T13:24:39.539" v="6486" actId="1038"/>
          <ac:cxnSpMkLst>
            <pc:docMk/>
            <pc:sldMk cId="3649505236" sldId="301"/>
            <ac:cxnSpMk id="12" creationId="{A544D80F-8886-B8B5-18BA-2F46A580C06F}"/>
          </ac:cxnSpMkLst>
        </pc:cxnChg>
        <pc:cxnChg chg="add mod ord">
          <ac:chgData name="Troels Mortensen (TRMO) | VIA" userId="48eeef65-5bf8-474b-9082-b56af31dd25e" providerId="ADAL" clId="{D1D70EA8-438A-4B0D-A7BB-B5EC525C22B7}" dt="2026-03-12T13:24:39.539" v="6486" actId="1038"/>
          <ac:cxnSpMkLst>
            <pc:docMk/>
            <pc:sldMk cId="3649505236" sldId="301"/>
            <ac:cxnSpMk id="13" creationId="{DFE072FF-FA88-BFDA-BF7F-632CDADE7B70}"/>
          </ac:cxnSpMkLst>
        </pc:cxnChg>
        <pc:cxnChg chg="add mod">
          <ac:chgData name="Troels Mortensen (TRMO) | VIA" userId="48eeef65-5bf8-474b-9082-b56af31dd25e" providerId="ADAL" clId="{D1D70EA8-438A-4B0D-A7BB-B5EC525C22B7}" dt="2026-03-12T13:25:12.263" v="6493"/>
          <ac:cxnSpMkLst>
            <pc:docMk/>
            <pc:sldMk cId="3649505236" sldId="301"/>
            <ac:cxnSpMk id="17" creationId="{0E47EF21-1E3C-FF58-AAA4-294D84C725D2}"/>
          </ac:cxnSpMkLst>
        </pc:cxnChg>
        <pc:cxnChg chg="add mod">
          <ac:chgData name="Troels Mortensen (TRMO) | VIA" userId="48eeef65-5bf8-474b-9082-b56af31dd25e" providerId="ADAL" clId="{D1D70EA8-438A-4B0D-A7BB-B5EC525C22B7}" dt="2026-03-12T14:15:44.351" v="8866" actId="1076"/>
          <ac:cxnSpMkLst>
            <pc:docMk/>
            <pc:sldMk cId="3649505236" sldId="301"/>
            <ac:cxnSpMk id="18" creationId="{DD066D11-2023-5466-9FBA-48A571BC68A5}"/>
          </ac:cxnSpMkLst>
        </pc:cxnChg>
      </pc:sldChg>
      <pc:sldChg chg="addSp delSp modSp add mod modAnim chgLayout">
        <pc:chgData name="Troels Mortensen (TRMO) | VIA" userId="48eeef65-5bf8-474b-9082-b56af31dd25e" providerId="ADAL" clId="{D1D70EA8-438A-4B0D-A7BB-B5EC525C22B7}" dt="2026-03-12T13:34:44.283" v="7651"/>
        <pc:sldMkLst>
          <pc:docMk/>
          <pc:sldMk cId="1037434687" sldId="302"/>
        </pc:sldMkLst>
        <pc:spChg chg="mod">
          <ac:chgData name="Troels Mortensen (TRMO) | VIA" userId="48eeef65-5bf8-474b-9082-b56af31dd25e" providerId="ADAL" clId="{D1D70EA8-438A-4B0D-A7BB-B5EC525C22B7}" dt="2026-03-12T13:30:05.136" v="7208" actId="1076"/>
          <ac:spMkLst>
            <pc:docMk/>
            <pc:sldMk cId="1037434687" sldId="302"/>
            <ac:spMk id="3" creationId="{C9919F3F-E0C8-850D-DF20-AC32A6E8985A}"/>
          </ac:spMkLst>
        </pc:spChg>
        <pc:spChg chg="mod">
          <ac:chgData name="Troels Mortensen (TRMO) | VIA" userId="48eeef65-5bf8-474b-9082-b56af31dd25e" providerId="ADAL" clId="{D1D70EA8-438A-4B0D-A7BB-B5EC525C22B7}" dt="2026-03-12T13:30:05.136" v="7208" actId="1076"/>
          <ac:spMkLst>
            <pc:docMk/>
            <pc:sldMk cId="1037434687" sldId="302"/>
            <ac:spMk id="10" creationId="{A2B05A7B-855D-8E2E-0FA5-9E70E80FE121}"/>
          </ac:spMkLst>
        </pc:spChg>
        <pc:spChg chg="add mod ord">
          <ac:chgData name="Troels Mortensen (TRMO) | VIA" userId="48eeef65-5bf8-474b-9082-b56af31dd25e" providerId="ADAL" clId="{D1D70EA8-438A-4B0D-A7BB-B5EC525C22B7}" dt="2026-03-12T13:27:58.474" v="6822" actId="20577"/>
          <ac:spMkLst>
            <pc:docMk/>
            <pc:sldMk cId="1037434687" sldId="302"/>
            <ac:spMk id="14" creationId="{C57D8986-8F6C-7019-F2FF-C551C286691B}"/>
          </ac:spMkLst>
        </pc:spChg>
        <pc:spChg chg="add mod">
          <ac:chgData name="Troels Mortensen (TRMO) | VIA" userId="48eeef65-5bf8-474b-9082-b56af31dd25e" providerId="ADAL" clId="{D1D70EA8-438A-4B0D-A7BB-B5EC525C22B7}" dt="2026-03-12T13:26:26.372" v="6544" actId="571"/>
          <ac:spMkLst>
            <pc:docMk/>
            <pc:sldMk cId="1037434687" sldId="302"/>
            <ac:spMk id="15" creationId="{D0FA98DD-2ED1-B600-82F5-5BE37C4355F3}"/>
          </ac:spMkLst>
        </pc:spChg>
        <pc:spChg chg="add mod">
          <ac:chgData name="Troels Mortensen (TRMO) | VIA" userId="48eeef65-5bf8-474b-9082-b56af31dd25e" providerId="ADAL" clId="{D1D70EA8-438A-4B0D-A7BB-B5EC525C22B7}" dt="2026-03-12T13:33:50.009" v="7640" actId="114"/>
          <ac:spMkLst>
            <pc:docMk/>
            <pc:sldMk cId="1037434687" sldId="302"/>
            <ac:spMk id="18" creationId="{EA811B8C-091E-17B4-4634-5E8F790D2AFD}"/>
          </ac:spMkLst>
        </pc:spChg>
      </pc:sldChg>
      <pc:sldChg chg="modSp new mod modAnim">
        <pc:chgData name="Troels Mortensen (TRMO) | VIA" userId="48eeef65-5bf8-474b-9082-b56af31dd25e" providerId="ADAL" clId="{D1D70EA8-438A-4B0D-A7BB-B5EC525C22B7}" dt="2026-03-12T14:15:19.457" v="8862" actId="20577"/>
        <pc:sldMkLst>
          <pc:docMk/>
          <pc:sldMk cId="597019582" sldId="303"/>
        </pc:sldMkLst>
        <pc:spChg chg="mod">
          <ac:chgData name="Troels Mortensen (TRMO) | VIA" userId="48eeef65-5bf8-474b-9082-b56af31dd25e" providerId="ADAL" clId="{D1D70EA8-438A-4B0D-A7BB-B5EC525C22B7}" dt="2026-03-12T13:30:27.313" v="7248" actId="20577"/>
          <ac:spMkLst>
            <pc:docMk/>
            <pc:sldMk cId="597019582" sldId="303"/>
            <ac:spMk id="2" creationId="{E523129F-29F5-20CC-71AE-6E236DDDA765}"/>
          </ac:spMkLst>
        </pc:spChg>
        <pc:spChg chg="mod">
          <ac:chgData name="Troels Mortensen (TRMO) | VIA" userId="48eeef65-5bf8-474b-9082-b56af31dd25e" providerId="ADAL" clId="{D1D70EA8-438A-4B0D-A7BB-B5EC525C22B7}" dt="2026-03-12T14:15:19.457" v="8862" actId="20577"/>
          <ac:spMkLst>
            <pc:docMk/>
            <pc:sldMk cId="597019582" sldId="303"/>
            <ac:spMk id="3" creationId="{AAB5B4AB-3936-2491-B4F7-154F36A551CF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3-12T13:38:56.342" v="8156" actId="20577"/>
        <pc:sldMkLst>
          <pc:docMk/>
          <pc:sldMk cId="2463096626" sldId="304"/>
        </pc:sldMkLst>
        <pc:spChg chg="mod">
          <ac:chgData name="Troels Mortensen (TRMO) | VIA" userId="48eeef65-5bf8-474b-9082-b56af31dd25e" providerId="ADAL" clId="{D1D70EA8-438A-4B0D-A7BB-B5EC525C22B7}" dt="2026-03-12T13:36:30.081" v="7814" actId="207"/>
          <ac:spMkLst>
            <pc:docMk/>
            <pc:sldMk cId="2463096626" sldId="304"/>
            <ac:spMk id="2" creationId="{E4544D24-2F56-81EC-3433-8298F62E83CB}"/>
          </ac:spMkLst>
        </pc:spChg>
        <pc:spChg chg="mod">
          <ac:chgData name="Troels Mortensen (TRMO) | VIA" userId="48eeef65-5bf8-474b-9082-b56af31dd25e" providerId="ADAL" clId="{D1D70EA8-438A-4B0D-A7BB-B5EC525C22B7}" dt="2026-03-12T13:38:56.342" v="8156" actId="20577"/>
          <ac:spMkLst>
            <pc:docMk/>
            <pc:sldMk cId="2463096626" sldId="304"/>
            <ac:spMk id="3" creationId="{E2AC0CE8-3543-72A6-817A-90B710A49A18}"/>
          </ac:spMkLst>
        </pc:spChg>
      </pc:sldChg>
      <pc:sldChg chg="modSp new mod">
        <pc:chgData name="Troels Mortensen (TRMO) | VIA" userId="48eeef65-5bf8-474b-9082-b56af31dd25e" providerId="ADAL" clId="{D1D70EA8-438A-4B0D-A7BB-B5EC525C22B7}" dt="2026-03-12T13:40:22.068" v="8234" actId="20577"/>
        <pc:sldMkLst>
          <pc:docMk/>
          <pc:sldMk cId="3824109308" sldId="305"/>
        </pc:sldMkLst>
        <pc:spChg chg="mod">
          <ac:chgData name="Troels Mortensen (TRMO) | VIA" userId="48eeef65-5bf8-474b-9082-b56af31dd25e" providerId="ADAL" clId="{D1D70EA8-438A-4B0D-A7BB-B5EC525C22B7}" dt="2026-03-12T13:38:44.218" v="8133" actId="20577"/>
          <ac:spMkLst>
            <pc:docMk/>
            <pc:sldMk cId="3824109308" sldId="305"/>
            <ac:spMk id="2" creationId="{A40BAA80-0BF6-2D60-E29E-4583B538AE02}"/>
          </ac:spMkLst>
        </pc:spChg>
        <pc:spChg chg="mod">
          <ac:chgData name="Troels Mortensen (TRMO) | VIA" userId="48eeef65-5bf8-474b-9082-b56af31dd25e" providerId="ADAL" clId="{D1D70EA8-438A-4B0D-A7BB-B5EC525C22B7}" dt="2026-03-12T13:40:22.068" v="8234" actId="20577"/>
          <ac:spMkLst>
            <pc:docMk/>
            <pc:sldMk cId="3824109308" sldId="305"/>
            <ac:spMk id="3" creationId="{69B8894C-0804-E153-7BDF-E61AF6E132BD}"/>
          </ac:spMkLst>
        </pc:spChg>
      </pc:sldChg>
      <pc:sldChg chg="add ord">
        <pc:chgData name="Troels Mortensen (TRMO) | VIA" userId="48eeef65-5bf8-474b-9082-b56af31dd25e" providerId="ADAL" clId="{D1D70EA8-438A-4B0D-A7BB-B5EC525C22B7}" dt="2026-03-12T13:39:11.468" v="8159"/>
        <pc:sldMkLst>
          <pc:docMk/>
          <pc:sldMk cId="385198418" sldId="306"/>
        </pc:sldMkLst>
      </pc:sldChg>
      <pc:sldChg chg="add ord">
        <pc:chgData name="Troels Mortensen (TRMO) | VIA" userId="48eeef65-5bf8-474b-9082-b56af31dd25e" providerId="ADAL" clId="{D1D70EA8-438A-4B0D-A7BB-B5EC525C22B7}" dt="2026-03-12T13:39:20.264" v="8162"/>
        <pc:sldMkLst>
          <pc:docMk/>
          <pc:sldMk cId="1957479397" sldId="307"/>
        </pc:sldMkLst>
      </pc:sldChg>
      <pc:sldChg chg="add ord">
        <pc:chgData name="Troels Mortensen (TRMO) | VIA" userId="48eeef65-5bf8-474b-9082-b56af31dd25e" providerId="ADAL" clId="{D1D70EA8-438A-4B0D-A7BB-B5EC525C22B7}" dt="2026-03-12T13:39:23.835" v="8165"/>
        <pc:sldMkLst>
          <pc:docMk/>
          <pc:sldMk cId="2340789027" sldId="308"/>
        </pc:sldMkLst>
      </pc:sldChg>
      <pc:sldChg chg="add ord">
        <pc:chgData name="Troels Mortensen (TRMO) | VIA" userId="48eeef65-5bf8-474b-9082-b56af31dd25e" providerId="ADAL" clId="{D1D70EA8-438A-4B0D-A7BB-B5EC525C22B7}" dt="2026-03-12T13:39:31.071" v="8168"/>
        <pc:sldMkLst>
          <pc:docMk/>
          <pc:sldMk cId="2020933898" sldId="309"/>
        </pc:sldMkLst>
      </pc:sldChg>
      <pc:sldChg chg="add ord">
        <pc:chgData name="Troels Mortensen (TRMO) | VIA" userId="48eeef65-5bf8-474b-9082-b56af31dd25e" providerId="ADAL" clId="{D1D70EA8-438A-4B0D-A7BB-B5EC525C22B7}" dt="2026-03-12T13:39:37.018" v="8171"/>
        <pc:sldMkLst>
          <pc:docMk/>
          <pc:sldMk cId="165424495" sldId="310"/>
        </pc:sldMkLst>
      </pc:sldChg>
      <pc:sldChg chg="add ord">
        <pc:chgData name="Troels Mortensen (TRMO) | VIA" userId="48eeef65-5bf8-474b-9082-b56af31dd25e" providerId="ADAL" clId="{D1D70EA8-438A-4B0D-A7BB-B5EC525C22B7}" dt="2026-03-12T13:39:43.094" v="8174"/>
        <pc:sldMkLst>
          <pc:docMk/>
          <pc:sldMk cId="375629164" sldId="311"/>
        </pc:sldMkLst>
      </pc:sldChg>
      <pc:sldChg chg="addSp delSp modSp add mod ord delAnim modAnim">
        <pc:chgData name="Troels Mortensen (TRMO) | VIA" userId="48eeef65-5bf8-474b-9082-b56af31dd25e" providerId="ADAL" clId="{D1D70EA8-438A-4B0D-A7BB-B5EC525C22B7}" dt="2026-03-12T13:47:08.607" v="8399" actId="1076"/>
        <pc:sldMkLst>
          <pc:docMk/>
          <pc:sldMk cId="1458591140" sldId="312"/>
        </pc:sldMkLst>
        <pc:spChg chg="mod">
          <ac:chgData name="Troels Mortensen (TRMO) | VIA" userId="48eeef65-5bf8-474b-9082-b56af31dd25e" providerId="ADAL" clId="{D1D70EA8-438A-4B0D-A7BB-B5EC525C22B7}" dt="2026-03-12T13:46:16.824" v="8248" actId="20577"/>
          <ac:spMkLst>
            <pc:docMk/>
            <pc:sldMk cId="1458591140" sldId="312"/>
            <ac:spMk id="2" creationId="{9ECBB3A2-C644-B64D-8BF9-90C3DBB90FC7}"/>
          </ac:spMkLst>
        </pc:spChg>
        <pc:spChg chg="mod">
          <ac:chgData name="Troels Mortensen (TRMO) | VIA" userId="48eeef65-5bf8-474b-9082-b56af31dd25e" providerId="ADAL" clId="{D1D70EA8-438A-4B0D-A7BB-B5EC525C22B7}" dt="2026-03-12T13:46:28.579" v="8255" actId="1076"/>
          <ac:spMkLst>
            <pc:docMk/>
            <pc:sldMk cId="1458591140" sldId="312"/>
            <ac:spMk id="7" creationId="{BA8E3548-16A8-3F32-15FB-E665D89827B6}"/>
          </ac:spMkLst>
        </pc:spChg>
        <pc:spChg chg="mod">
          <ac:chgData name="Troels Mortensen (TRMO) | VIA" userId="48eeef65-5bf8-474b-9082-b56af31dd25e" providerId="ADAL" clId="{D1D70EA8-438A-4B0D-A7BB-B5EC525C22B7}" dt="2026-03-12T13:47:08.607" v="8399" actId="1076"/>
          <ac:spMkLst>
            <pc:docMk/>
            <pc:sldMk cId="1458591140" sldId="312"/>
            <ac:spMk id="8" creationId="{082047C6-5FA5-9B66-E5FE-FDB4F987798B}"/>
          </ac:spMkLst>
        </pc:spChg>
      </pc:sldChg>
      <pc:sldChg chg="addSp delSp modSp new mod modAnim">
        <pc:chgData name="Troels Mortensen (TRMO) | VIA" userId="48eeef65-5bf8-474b-9082-b56af31dd25e" providerId="ADAL" clId="{D1D70EA8-438A-4B0D-A7BB-B5EC525C22B7}" dt="2026-03-12T14:17:02.274" v="8901" actId="313"/>
        <pc:sldMkLst>
          <pc:docMk/>
          <pc:sldMk cId="3869647025" sldId="313"/>
        </pc:sldMkLst>
        <pc:spChg chg="mod">
          <ac:chgData name="Troels Mortensen (TRMO) | VIA" userId="48eeef65-5bf8-474b-9082-b56af31dd25e" providerId="ADAL" clId="{D1D70EA8-438A-4B0D-A7BB-B5EC525C22B7}" dt="2026-03-12T13:49:24.355" v="8420" actId="20577"/>
          <ac:spMkLst>
            <pc:docMk/>
            <pc:sldMk cId="3869647025" sldId="313"/>
            <ac:spMk id="2" creationId="{5772FBCD-BCAA-2523-BC37-34EBB945B5DB}"/>
          </ac:spMkLst>
        </pc:spChg>
        <pc:spChg chg="mod">
          <ac:chgData name="Troels Mortensen (TRMO) | VIA" userId="48eeef65-5bf8-474b-9082-b56af31dd25e" providerId="ADAL" clId="{D1D70EA8-438A-4B0D-A7BB-B5EC525C22B7}" dt="2026-03-12T13:57:30.462" v="8705" actId="20577"/>
          <ac:spMkLst>
            <pc:docMk/>
            <pc:sldMk cId="3869647025" sldId="313"/>
            <ac:spMk id="3" creationId="{1B640DAC-5E66-CA2C-1BF1-933F4D064180}"/>
          </ac:spMkLst>
        </pc:spChg>
        <pc:spChg chg="add mod">
          <ac:chgData name="Troels Mortensen (TRMO) | VIA" userId="48eeef65-5bf8-474b-9082-b56af31dd25e" providerId="ADAL" clId="{D1D70EA8-438A-4B0D-A7BB-B5EC525C22B7}" dt="2026-03-12T14:17:02.274" v="8901" actId="313"/>
          <ac:spMkLst>
            <pc:docMk/>
            <pc:sldMk cId="3869647025" sldId="313"/>
            <ac:spMk id="4" creationId="{2914E389-223E-368D-8AC1-0FC06D197AFF}"/>
          </ac:spMkLst>
        </pc:spChg>
        <pc:picChg chg="add mod">
          <ac:chgData name="Troels Mortensen (TRMO) | VIA" userId="48eeef65-5bf8-474b-9082-b56af31dd25e" providerId="ADAL" clId="{D1D70EA8-438A-4B0D-A7BB-B5EC525C22B7}" dt="2026-03-12T13:58:57.586" v="8793" actId="1076"/>
          <ac:picMkLst>
            <pc:docMk/>
            <pc:sldMk cId="3869647025" sldId="313"/>
            <ac:picMk id="1028" creationId="{DC969035-A32F-FDB6-8FF9-1602C17FDA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018D-6CA0-E267-108D-FCCA2366D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E9C0-AE40-6248-9C73-71CA73D54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767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6340-4888-D119-EFA0-369DB9F5B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80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CE1B6-9375-755B-7444-299A956B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11813310" cy="5325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836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7E7565-8EEB-84C8-C6F9-6A9064A4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80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022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98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AC21F-9D32-06D9-AAD3-2C19062D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52988-1649-E760-A1E1-BABF20F82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573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microsoft.com/office/2017/06/relationships/model3d" Target="../media/model3d2.glb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52A7-4143-E76F-1702-F1C34D46B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Unit </a:t>
            </a:r>
            <a:r>
              <a:rPr lang="da-DK" dirty="0" err="1"/>
              <a:t>Testing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9EBBC-C628-BB1A-177C-1D830D087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Verifying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works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34646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F4828-9AFE-02A7-8D0C-7348B03A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Today’s</a:t>
            </a:r>
            <a:r>
              <a:rPr lang="da-DK" dirty="0"/>
              <a:t> </a:t>
            </a:r>
            <a:r>
              <a:rPr lang="da-DK" dirty="0" err="1"/>
              <a:t>goal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EA79-AC70-8BBA-FA48-F689F442D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Verify</a:t>
            </a:r>
            <a:r>
              <a:rPr lang="da-DK" dirty="0"/>
              <a:t> the business </a:t>
            </a:r>
            <a:r>
              <a:rPr lang="da-DK" dirty="0" err="1"/>
              <a:t>logic</a:t>
            </a:r>
            <a:r>
              <a:rPr lang="da-DK" dirty="0"/>
              <a:t> of the system</a:t>
            </a:r>
          </a:p>
          <a:p>
            <a:r>
              <a:rPr lang="da-DK" dirty="0" err="1"/>
              <a:t>Systematically</a:t>
            </a:r>
            <a:endParaRPr lang="da-DK" dirty="0"/>
          </a:p>
          <a:p>
            <a:r>
              <a:rPr lang="da-DK" dirty="0" err="1"/>
              <a:t>Automatically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655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4D24-2F56-81EC-3433-8298F62E83C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0CE8-3543-72A6-817A-90B710A49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V-model</a:t>
            </a:r>
          </a:p>
          <a:p>
            <a:r>
              <a:rPr lang="en-US" dirty="0"/>
              <a:t>What is a unit test</a:t>
            </a:r>
          </a:p>
          <a:p>
            <a:r>
              <a:rPr lang="en-US" dirty="0"/>
              <a:t>What is JUnit6</a:t>
            </a:r>
          </a:p>
          <a:p>
            <a:r>
              <a:rPr lang="en-US" dirty="0"/>
              <a:t>What is a good unit test?</a:t>
            </a:r>
          </a:p>
          <a:p>
            <a:pPr lvl="1"/>
            <a:r>
              <a:rPr lang="en-US" dirty="0"/>
              <a:t>F.I.R.S.T.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AAA</a:t>
            </a:r>
          </a:p>
          <a:p>
            <a:pPr lvl="1"/>
            <a:r>
              <a:rPr lang="en-US" dirty="0"/>
              <a:t>Black/white box testing</a:t>
            </a:r>
          </a:p>
          <a:p>
            <a:r>
              <a:rPr lang="en-US" dirty="0"/>
              <a:t>Testing strategies</a:t>
            </a:r>
          </a:p>
          <a:p>
            <a:pPr lvl="1"/>
            <a:r>
              <a:rPr lang="en-US" dirty="0"/>
              <a:t>ZOMBIES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Equivalence partitioning</a:t>
            </a:r>
          </a:p>
          <a:p>
            <a:r>
              <a:rPr lang="en-US" dirty="0"/>
              <a:t>How to test logic</a:t>
            </a:r>
          </a:p>
          <a:p>
            <a:pPr lvl="1"/>
            <a:r>
              <a:rPr lang="en-US" dirty="0"/>
              <a:t>Service classes</a:t>
            </a:r>
          </a:p>
          <a:p>
            <a:pPr lvl="1"/>
            <a:r>
              <a:rPr lang="en-US" dirty="0"/>
              <a:t>Mocking dependencies</a:t>
            </a:r>
          </a:p>
          <a:p>
            <a:r>
              <a:rPr lang="en-US" dirty="0"/>
              <a:t>Assignment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6309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8624E2-5942-A867-5B8B-A24834F3A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0FDD02F-99B9-30DB-B87E-2C6FBD53CC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V-model</a:t>
            </a:r>
          </a:p>
        </p:txBody>
      </p:sp>
    </p:spTree>
    <p:extLst>
      <p:ext uri="{BB962C8B-B14F-4D97-AF65-F5344CB8AC3E}">
        <p14:creationId xmlns:p14="http://schemas.microsoft.com/office/powerpoint/2010/main" val="312030258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38C8-4892-CAA0-F0D4-A48E16BE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V-Model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437B73-8550-6C3A-FC46-B9E0F0BC9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19200" y="685800"/>
            <a:ext cx="97536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int lines Images - Free Download on Freepik">
            <a:extLst>
              <a:ext uri="{FF2B5EF4-FFF2-40B4-BE49-F238E27FC236}">
                <a16:creationId xmlns:a16="http://schemas.microsoft.com/office/drawing/2014/main" id="{7200E680-D406-3A76-D911-80431868B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 b="78963"/>
          <a:stretch>
            <a:fillRect/>
          </a:stretch>
        </p:blipFill>
        <p:spPr bwMode="auto">
          <a:xfrm rot="9000000">
            <a:off x="-1506452" y="2873144"/>
            <a:ext cx="15303116" cy="89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Paint lines Images - Free Download on Freepik">
            <a:extLst>
              <a:ext uri="{FF2B5EF4-FFF2-40B4-BE49-F238E27FC236}">
                <a16:creationId xmlns:a16="http://schemas.microsoft.com/office/drawing/2014/main" id="{BB830183-08A7-464C-7086-854DCEB195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74" t="51916" r="1874" b="35047"/>
          <a:stretch>
            <a:fillRect/>
          </a:stretch>
        </p:blipFill>
        <p:spPr bwMode="auto">
          <a:xfrm rot="1541399">
            <a:off x="-1628904" y="3063671"/>
            <a:ext cx="15768942" cy="89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29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BEBF-E046-D9CC-DDC3-F5B597DED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3741-C008-2F2F-498E-093A34D2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V-Model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A9F374E7-2344-E340-CF60-A97B27AEE367}"/>
              </a:ext>
            </a:extLst>
          </p:cNvPr>
          <p:cNvSpPr/>
          <p:nvPr/>
        </p:nvSpPr>
        <p:spPr>
          <a:xfrm>
            <a:off x="7160592" y="1002454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Scenario</a:t>
            </a:r>
          </a:p>
          <a:p>
            <a:pPr algn="ctr"/>
            <a:r>
              <a:rPr lang="da-DK" sz="2400" dirty="0" err="1"/>
              <a:t>Testing</a:t>
            </a:r>
            <a:endParaRPr lang="da-DK" sz="2400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2F5B6092-6263-9F3A-37DF-FA44252A2163}"/>
              </a:ext>
            </a:extLst>
          </p:cNvPr>
          <p:cNvSpPr/>
          <p:nvPr/>
        </p:nvSpPr>
        <p:spPr>
          <a:xfrm>
            <a:off x="6664131" y="2371726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C04D4EF1-DB8C-6464-5B4B-67DACE875738}"/>
              </a:ext>
            </a:extLst>
          </p:cNvPr>
          <p:cNvSpPr/>
          <p:nvPr/>
        </p:nvSpPr>
        <p:spPr>
          <a:xfrm>
            <a:off x="6159663" y="3785038"/>
            <a:ext cx="2235725" cy="1281190"/>
          </a:xfrm>
          <a:prstGeom prst="parallelogram">
            <a:avLst>
              <a:gd name="adj" fmla="val 34970"/>
            </a:avLst>
          </a:prstGeom>
          <a:gradFill flip="none" rotWithShape="1">
            <a:gsLst>
              <a:gs pos="0">
                <a:srgbClr val="9A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Unit</a:t>
            </a:r>
          </a:p>
          <a:p>
            <a:pPr algn="ctr"/>
            <a:r>
              <a:rPr lang="da-DK" sz="2400" dirty="0" err="1"/>
              <a:t>Testing</a:t>
            </a:r>
            <a:endParaRPr lang="da-DK" sz="24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7402DAB-5149-475A-6604-FDC37D415603}"/>
              </a:ext>
            </a:extLst>
          </p:cNvPr>
          <p:cNvSpPr/>
          <p:nvPr/>
        </p:nvSpPr>
        <p:spPr>
          <a:xfrm>
            <a:off x="4357561" y="5198350"/>
            <a:ext cx="3525350" cy="1281190"/>
          </a:xfrm>
          <a:custGeom>
            <a:avLst/>
            <a:gdLst>
              <a:gd name="csX0" fmla="*/ 0 w 2795648"/>
              <a:gd name="csY0" fmla="*/ 0 h 1016000"/>
              <a:gd name="csX1" fmla="*/ 1377984 w 2795648"/>
              <a:gd name="csY1" fmla="*/ 0 h 1016000"/>
              <a:gd name="csX2" fmla="*/ 1417664 w 2795648"/>
              <a:gd name="csY2" fmla="*/ 0 h 1016000"/>
              <a:gd name="csX3" fmla="*/ 2795648 w 2795648"/>
              <a:gd name="csY3" fmla="*/ 0 h 1016000"/>
              <a:gd name="csX4" fmla="*/ 2440353 w 2795648"/>
              <a:gd name="csY4" fmla="*/ 1016000 h 1016000"/>
              <a:gd name="csX5" fmla="*/ 1772959 w 2795648"/>
              <a:gd name="csY5" fmla="*/ 1016000 h 1016000"/>
              <a:gd name="csX6" fmla="*/ 1022689 w 2795648"/>
              <a:gd name="csY6" fmla="*/ 1016000 h 1016000"/>
              <a:gd name="csX7" fmla="*/ 355295 w 2795648"/>
              <a:gd name="csY7" fmla="*/ 1016000 h 101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95648" h="1016000">
                <a:moveTo>
                  <a:pt x="0" y="0"/>
                </a:moveTo>
                <a:lnTo>
                  <a:pt x="1377984" y="0"/>
                </a:lnTo>
                <a:lnTo>
                  <a:pt x="1417664" y="0"/>
                </a:lnTo>
                <a:lnTo>
                  <a:pt x="2795648" y="0"/>
                </a:lnTo>
                <a:lnTo>
                  <a:pt x="2440353" y="1016000"/>
                </a:lnTo>
                <a:lnTo>
                  <a:pt x="1772959" y="1016000"/>
                </a:lnTo>
                <a:lnTo>
                  <a:pt x="1022689" y="1016000"/>
                </a:lnTo>
                <a:lnTo>
                  <a:pt x="355295" y="1016000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a-DK" sz="4400" dirty="0" err="1"/>
              <a:t>Coding</a:t>
            </a:r>
            <a:endParaRPr lang="da-DK" sz="4400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429F0BFF-B6E8-202A-B19C-7B2CDB0CB03E}"/>
              </a:ext>
            </a:extLst>
          </p:cNvPr>
          <p:cNvSpPr/>
          <p:nvPr/>
        </p:nvSpPr>
        <p:spPr>
          <a:xfrm flipH="1">
            <a:off x="2844157" y="1002454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ADBA3284-AEA4-BEA6-AC4A-36E489874F86}"/>
              </a:ext>
            </a:extLst>
          </p:cNvPr>
          <p:cNvSpPr/>
          <p:nvPr/>
        </p:nvSpPr>
        <p:spPr>
          <a:xfrm flipH="1">
            <a:off x="3340618" y="2371726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BCA60CB-31B1-9197-6B37-B46385A4F42A}"/>
              </a:ext>
            </a:extLst>
          </p:cNvPr>
          <p:cNvSpPr/>
          <p:nvPr/>
        </p:nvSpPr>
        <p:spPr>
          <a:xfrm flipH="1">
            <a:off x="3845086" y="3785038"/>
            <a:ext cx="2235725" cy="1281190"/>
          </a:xfrm>
          <a:prstGeom prst="parallelogram">
            <a:avLst>
              <a:gd name="adj" fmla="val 34970"/>
            </a:avLst>
          </a:prstGeom>
          <a:gradFill flip="none" rotWithShape="1">
            <a:gsLst>
              <a:gs pos="0">
                <a:srgbClr val="9A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Modular</a:t>
            </a:r>
          </a:p>
          <a:p>
            <a:pPr algn="ctr"/>
            <a:r>
              <a:rPr lang="da-DK" sz="2400" dirty="0"/>
              <a:t>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81DB90-258B-F696-E0C8-B55FEAD155D5}"/>
              </a:ext>
            </a:extLst>
          </p:cNvPr>
          <p:cNvSpPr txBox="1"/>
          <p:nvPr/>
        </p:nvSpPr>
        <p:spPr>
          <a:xfrm>
            <a:off x="3340617" y="2604804"/>
            <a:ext cx="223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4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da-DK" sz="2400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0CD174-5DED-9489-C846-5799530304B3}"/>
              </a:ext>
            </a:extLst>
          </p:cNvPr>
          <p:cNvSpPr txBox="1"/>
          <p:nvPr/>
        </p:nvSpPr>
        <p:spPr>
          <a:xfrm>
            <a:off x="6741271" y="2604804"/>
            <a:ext cx="223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400" dirty="0">
                <a:solidFill>
                  <a:schemeClr val="bg1"/>
                </a:solidFill>
              </a:rPr>
              <a:t>Integration</a:t>
            </a:r>
          </a:p>
          <a:p>
            <a:pPr algn="ctr"/>
            <a:r>
              <a:rPr lang="da-DK" sz="2400" dirty="0" err="1">
                <a:solidFill>
                  <a:schemeClr val="bg1"/>
                </a:solidFill>
              </a:rPr>
              <a:t>Testing</a:t>
            </a:r>
            <a:endParaRPr lang="da-DK" sz="24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1D4371-5C00-F2BB-F175-882526C9812F}"/>
              </a:ext>
            </a:extLst>
          </p:cNvPr>
          <p:cNvCxnSpPr>
            <a:stCxn id="12" idx="5"/>
            <a:endCxn id="6" idx="5"/>
          </p:cNvCxnSpPr>
          <p:nvPr/>
        </p:nvCxnSpPr>
        <p:spPr>
          <a:xfrm>
            <a:off x="5856795" y="4425633"/>
            <a:ext cx="526884" cy="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267B73-5531-25EE-6B7A-3E943DB7D681}"/>
              </a:ext>
            </a:extLst>
          </p:cNvPr>
          <p:cNvCxnSpPr>
            <a:cxnSpLocks/>
          </p:cNvCxnSpPr>
          <p:nvPr/>
        </p:nvCxnSpPr>
        <p:spPr>
          <a:xfrm>
            <a:off x="5355125" y="3012319"/>
            <a:ext cx="1528887" cy="1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BDBA1F-3030-C117-0B8E-AD5B3FC2E1E0}"/>
              </a:ext>
            </a:extLst>
          </p:cNvPr>
          <p:cNvCxnSpPr>
            <a:cxnSpLocks/>
          </p:cNvCxnSpPr>
          <p:nvPr/>
        </p:nvCxnSpPr>
        <p:spPr>
          <a:xfrm>
            <a:off x="4885356" y="1643049"/>
            <a:ext cx="2494049" cy="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11B1D80-0D46-0CD6-A5FF-6D6C7B709EFD}"/>
              </a:ext>
            </a:extLst>
          </p:cNvPr>
          <p:cNvSpPr txBox="1"/>
          <p:nvPr/>
        </p:nvSpPr>
        <p:spPr>
          <a:xfrm>
            <a:off x="959833" y="4058426"/>
            <a:ext cx="2444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Verification</a:t>
            </a:r>
            <a:endParaRPr lang="da-DK" sz="3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55C644-7DB5-C302-3C22-C08E95E18FAF}"/>
              </a:ext>
            </a:extLst>
          </p:cNvPr>
          <p:cNvSpPr txBox="1"/>
          <p:nvPr/>
        </p:nvSpPr>
        <p:spPr>
          <a:xfrm flipH="1">
            <a:off x="8899856" y="4102467"/>
            <a:ext cx="2176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Validation</a:t>
            </a:r>
            <a:endParaRPr lang="da-DK" sz="36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EF8CCB-6207-26A5-4956-55E62BEF4041}"/>
              </a:ext>
            </a:extLst>
          </p:cNvPr>
          <p:cNvSpPr txBox="1"/>
          <p:nvPr/>
        </p:nvSpPr>
        <p:spPr>
          <a:xfrm>
            <a:off x="239298" y="4909648"/>
            <a:ext cx="3763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Are we building the product correct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5BA062-C5D1-737F-C45F-A3891B509312}"/>
              </a:ext>
            </a:extLst>
          </p:cNvPr>
          <p:cNvSpPr txBox="1"/>
          <p:nvPr/>
        </p:nvSpPr>
        <p:spPr>
          <a:xfrm>
            <a:off x="2868444" y="1412216"/>
            <a:ext cx="2235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000" dirty="0" err="1">
                <a:solidFill>
                  <a:schemeClr val="bg1"/>
                </a:solidFill>
              </a:rPr>
              <a:t>Requirements</a:t>
            </a:r>
            <a:endParaRPr lang="da-DK" sz="20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C57D2C-D818-0867-AD93-FCD40A067F34}"/>
              </a:ext>
            </a:extLst>
          </p:cNvPr>
          <p:cNvSpPr txBox="1"/>
          <p:nvPr/>
        </p:nvSpPr>
        <p:spPr>
          <a:xfrm>
            <a:off x="8638240" y="4909648"/>
            <a:ext cx="2771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Does it work as expected?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53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8466-C0AB-06E2-5BF9-A51E711D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1751-BDA4-A5AA-734D-E7F5BFE8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V-Model</a:t>
            </a: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8347D504-AE69-CC1A-4ED5-04A4594952B7}"/>
              </a:ext>
            </a:extLst>
          </p:cNvPr>
          <p:cNvSpPr/>
          <p:nvPr/>
        </p:nvSpPr>
        <p:spPr>
          <a:xfrm>
            <a:off x="7160592" y="1002454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Scenario</a:t>
            </a:r>
          </a:p>
          <a:p>
            <a:pPr algn="ctr"/>
            <a:r>
              <a:rPr lang="da-DK" sz="2400" dirty="0" err="1"/>
              <a:t>Testing</a:t>
            </a:r>
            <a:endParaRPr lang="da-DK" sz="2400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F8BA1C7-56F4-7B3E-A931-E35DE8F8A62D}"/>
              </a:ext>
            </a:extLst>
          </p:cNvPr>
          <p:cNvSpPr/>
          <p:nvPr/>
        </p:nvSpPr>
        <p:spPr>
          <a:xfrm>
            <a:off x="6664131" y="2371726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53D8DCF3-7799-DD06-7996-EBEC81452D49}"/>
              </a:ext>
            </a:extLst>
          </p:cNvPr>
          <p:cNvSpPr/>
          <p:nvPr/>
        </p:nvSpPr>
        <p:spPr>
          <a:xfrm>
            <a:off x="6159663" y="3785038"/>
            <a:ext cx="2235725" cy="1281190"/>
          </a:xfrm>
          <a:prstGeom prst="parallelogram">
            <a:avLst>
              <a:gd name="adj" fmla="val 34970"/>
            </a:avLst>
          </a:prstGeom>
          <a:gradFill flip="none" rotWithShape="1">
            <a:gsLst>
              <a:gs pos="0">
                <a:srgbClr val="9A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Unit</a:t>
            </a:r>
          </a:p>
          <a:p>
            <a:pPr algn="ctr"/>
            <a:r>
              <a:rPr lang="da-DK" sz="2400" dirty="0" err="1"/>
              <a:t>Testing</a:t>
            </a:r>
            <a:endParaRPr lang="da-DK" sz="24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63A5E2-CFA9-3A99-B45E-55BD671577E4}"/>
              </a:ext>
            </a:extLst>
          </p:cNvPr>
          <p:cNvSpPr/>
          <p:nvPr/>
        </p:nvSpPr>
        <p:spPr>
          <a:xfrm>
            <a:off x="4357561" y="5198350"/>
            <a:ext cx="3525350" cy="1281190"/>
          </a:xfrm>
          <a:custGeom>
            <a:avLst/>
            <a:gdLst>
              <a:gd name="csX0" fmla="*/ 0 w 2795648"/>
              <a:gd name="csY0" fmla="*/ 0 h 1016000"/>
              <a:gd name="csX1" fmla="*/ 1377984 w 2795648"/>
              <a:gd name="csY1" fmla="*/ 0 h 1016000"/>
              <a:gd name="csX2" fmla="*/ 1417664 w 2795648"/>
              <a:gd name="csY2" fmla="*/ 0 h 1016000"/>
              <a:gd name="csX3" fmla="*/ 2795648 w 2795648"/>
              <a:gd name="csY3" fmla="*/ 0 h 1016000"/>
              <a:gd name="csX4" fmla="*/ 2440353 w 2795648"/>
              <a:gd name="csY4" fmla="*/ 1016000 h 1016000"/>
              <a:gd name="csX5" fmla="*/ 1772959 w 2795648"/>
              <a:gd name="csY5" fmla="*/ 1016000 h 1016000"/>
              <a:gd name="csX6" fmla="*/ 1022689 w 2795648"/>
              <a:gd name="csY6" fmla="*/ 1016000 h 1016000"/>
              <a:gd name="csX7" fmla="*/ 355295 w 2795648"/>
              <a:gd name="csY7" fmla="*/ 1016000 h 101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95648" h="1016000">
                <a:moveTo>
                  <a:pt x="0" y="0"/>
                </a:moveTo>
                <a:lnTo>
                  <a:pt x="1377984" y="0"/>
                </a:lnTo>
                <a:lnTo>
                  <a:pt x="1417664" y="0"/>
                </a:lnTo>
                <a:lnTo>
                  <a:pt x="2795648" y="0"/>
                </a:lnTo>
                <a:lnTo>
                  <a:pt x="2440353" y="1016000"/>
                </a:lnTo>
                <a:lnTo>
                  <a:pt x="1772959" y="1016000"/>
                </a:lnTo>
                <a:lnTo>
                  <a:pt x="1022689" y="1016000"/>
                </a:lnTo>
                <a:lnTo>
                  <a:pt x="355295" y="1016000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da-DK" sz="4400" dirty="0" err="1"/>
              <a:t>Coding</a:t>
            </a:r>
            <a:endParaRPr lang="da-DK" sz="4400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E7CA42E7-C20D-B609-82F2-2D027E94236C}"/>
              </a:ext>
            </a:extLst>
          </p:cNvPr>
          <p:cNvSpPr/>
          <p:nvPr/>
        </p:nvSpPr>
        <p:spPr>
          <a:xfrm flipH="1">
            <a:off x="2844157" y="1002454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AB10EF0-D342-3C3D-8479-B55EE97AA71B}"/>
              </a:ext>
            </a:extLst>
          </p:cNvPr>
          <p:cNvSpPr/>
          <p:nvPr/>
        </p:nvSpPr>
        <p:spPr>
          <a:xfrm flipH="1">
            <a:off x="3340618" y="2371726"/>
            <a:ext cx="2235725" cy="1281190"/>
          </a:xfrm>
          <a:prstGeom prst="parallelogram">
            <a:avLst>
              <a:gd name="adj" fmla="val 34970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5B39BA4B-86E8-DA03-7E47-E3021BDEB859}"/>
              </a:ext>
            </a:extLst>
          </p:cNvPr>
          <p:cNvSpPr/>
          <p:nvPr/>
        </p:nvSpPr>
        <p:spPr>
          <a:xfrm flipH="1">
            <a:off x="3845086" y="3785038"/>
            <a:ext cx="2235725" cy="1281190"/>
          </a:xfrm>
          <a:prstGeom prst="parallelogram">
            <a:avLst>
              <a:gd name="adj" fmla="val 34970"/>
            </a:avLst>
          </a:prstGeom>
          <a:gradFill flip="none" rotWithShape="1">
            <a:gsLst>
              <a:gs pos="0">
                <a:srgbClr val="9A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/>
              <a:t>Modular</a:t>
            </a:r>
          </a:p>
          <a:p>
            <a:pPr algn="ctr"/>
            <a:r>
              <a:rPr lang="da-DK" sz="2400" dirty="0"/>
              <a:t>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E7EA62-E69A-E7E3-6E6A-7979852DDA7D}"/>
              </a:ext>
            </a:extLst>
          </p:cNvPr>
          <p:cNvSpPr txBox="1"/>
          <p:nvPr/>
        </p:nvSpPr>
        <p:spPr>
          <a:xfrm>
            <a:off x="3340617" y="2604804"/>
            <a:ext cx="223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4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da-DK" sz="2400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B1BD80-2931-3376-A0FF-DA4F98CB8243}"/>
              </a:ext>
            </a:extLst>
          </p:cNvPr>
          <p:cNvSpPr txBox="1"/>
          <p:nvPr/>
        </p:nvSpPr>
        <p:spPr>
          <a:xfrm>
            <a:off x="6741271" y="2604804"/>
            <a:ext cx="2235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400" dirty="0">
                <a:solidFill>
                  <a:schemeClr val="bg1"/>
                </a:solidFill>
              </a:rPr>
              <a:t>Integration</a:t>
            </a:r>
          </a:p>
          <a:p>
            <a:pPr algn="ctr"/>
            <a:r>
              <a:rPr lang="da-DK" sz="2400" dirty="0" err="1">
                <a:solidFill>
                  <a:schemeClr val="bg1"/>
                </a:solidFill>
              </a:rPr>
              <a:t>Testing</a:t>
            </a:r>
            <a:endParaRPr lang="da-DK" sz="24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3DA487-C3A3-1171-8180-59CE524983F4}"/>
              </a:ext>
            </a:extLst>
          </p:cNvPr>
          <p:cNvCxnSpPr>
            <a:stCxn id="12" idx="5"/>
            <a:endCxn id="6" idx="5"/>
          </p:cNvCxnSpPr>
          <p:nvPr/>
        </p:nvCxnSpPr>
        <p:spPr>
          <a:xfrm>
            <a:off x="5856795" y="4425633"/>
            <a:ext cx="526884" cy="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FE3E41-AA9F-C611-8C22-CA9B17926744}"/>
              </a:ext>
            </a:extLst>
          </p:cNvPr>
          <p:cNvCxnSpPr>
            <a:cxnSpLocks/>
          </p:cNvCxnSpPr>
          <p:nvPr/>
        </p:nvCxnSpPr>
        <p:spPr>
          <a:xfrm>
            <a:off x="5355125" y="3012319"/>
            <a:ext cx="1528887" cy="1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680EB1-E2B3-20D3-E808-C9563F00C4AB}"/>
              </a:ext>
            </a:extLst>
          </p:cNvPr>
          <p:cNvCxnSpPr>
            <a:cxnSpLocks/>
          </p:cNvCxnSpPr>
          <p:nvPr/>
        </p:nvCxnSpPr>
        <p:spPr>
          <a:xfrm>
            <a:off x="4885356" y="1643049"/>
            <a:ext cx="2494049" cy="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6672624-B4F0-91C9-0E6A-32DE222EE86F}"/>
              </a:ext>
            </a:extLst>
          </p:cNvPr>
          <p:cNvSpPr txBox="1"/>
          <p:nvPr/>
        </p:nvSpPr>
        <p:spPr>
          <a:xfrm>
            <a:off x="959833" y="4058426"/>
            <a:ext cx="2444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Verification</a:t>
            </a:r>
            <a:endParaRPr lang="da-DK" sz="3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4D38F-1BAA-C47B-CDAF-8AA679E8D1DE}"/>
              </a:ext>
            </a:extLst>
          </p:cNvPr>
          <p:cNvSpPr txBox="1"/>
          <p:nvPr/>
        </p:nvSpPr>
        <p:spPr>
          <a:xfrm flipH="1">
            <a:off x="8899856" y="4102467"/>
            <a:ext cx="2176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Validation</a:t>
            </a:r>
            <a:endParaRPr lang="da-DK" sz="36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E11253-F08B-D05B-6DC9-8778B11ECBB5}"/>
              </a:ext>
            </a:extLst>
          </p:cNvPr>
          <p:cNvSpPr txBox="1"/>
          <p:nvPr/>
        </p:nvSpPr>
        <p:spPr>
          <a:xfrm>
            <a:off x="239298" y="4909648"/>
            <a:ext cx="3763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Are we building the product correct</a:t>
            </a:r>
            <a:r>
              <a:rPr lang="en-US" dirty="0">
                <a:solidFill>
                  <a:schemeClr val="bg1"/>
                </a:solidFill>
              </a:rPr>
              <a:t>?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9A33B8-166B-5D69-0DD3-C0C868455E13}"/>
              </a:ext>
            </a:extLst>
          </p:cNvPr>
          <p:cNvSpPr txBox="1"/>
          <p:nvPr/>
        </p:nvSpPr>
        <p:spPr>
          <a:xfrm>
            <a:off x="2868444" y="1412216"/>
            <a:ext cx="2235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2000" dirty="0" err="1">
                <a:solidFill>
                  <a:schemeClr val="bg1"/>
                </a:solidFill>
              </a:rPr>
              <a:t>Requirements</a:t>
            </a:r>
            <a:endParaRPr lang="da-DK" sz="20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FEBEEE-6D6A-BD79-A8B0-0B9656C01ACF}"/>
              </a:ext>
            </a:extLst>
          </p:cNvPr>
          <p:cNvSpPr txBox="1"/>
          <p:nvPr/>
        </p:nvSpPr>
        <p:spPr>
          <a:xfrm>
            <a:off x="8638240" y="4909648"/>
            <a:ext cx="2771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Does it work as expected?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2DEE2A-167A-58AE-D001-0DE1BF7DC0C2}"/>
              </a:ext>
            </a:extLst>
          </p:cNvPr>
          <p:cNvSpPr/>
          <p:nvPr/>
        </p:nvSpPr>
        <p:spPr>
          <a:xfrm rot="3649467">
            <a:off x="5545488" y="3252945"/>
            <a:ext cx="2238459" cy="4001230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843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DA1E-C6FA-7757-BA1D-49378652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0BE2-E571-9385-C18C-A61FD0A0695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EC546-74A2-714D-ECFF-9A73E8C52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V-model</a:t>
            </a:r>
          </a:p>
          <a:p>
            <a:r>
              <a:rPr lang="en-US" dirty="0"/>
              <a:t>What is a unit test</a:t>
            </a:r>
          </a:p>
          <a:p>
            <a:r>
              <a:rPr lang="en-US" dirty="0"/>
              <a:t>What is JUnit6</a:t>
            </a:r>
          </a:p>
          <a:p>
            <a:r>
              <a:rPr lang="en-US" dirty="0"/>
              <a:t>What is a good unit test?</a:t>
            </a:r>
          </a:p>
          <a:p>
            <a:pPr lvl="1"/>
            <a:r>
              <a:rPr lang="en-US" dirty="0"/>
              <a:t>F.I.R.S.T.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AAA</a:t>
            </a:r>
          </a:p>
          <a:p>
            <a:pPr lvl="1"/>
            <a:r>
              <a:rPr lang="en-US" dirty="0"/>
              <a:t>Black/white box testing</a:t>
            </a:r>
          </a:p>
          <a:p>
            <a:r>
              <a:rPr lang="en-US" dirty="0"/>
              <a:t>Testing strategies</a:t>
            </a:r>
          </a:p>
          <a:p>
            <a:pPr lvl="1"/>
            <a:r>
              <a:rPr lang="en-US" dirty="0"/>
              <a:t>ZOMBIES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Equivalence partitioning</a:t>
            </a:r>
          </a:p>
          <a:p>
            <a:r>
              <a:rPr lang="en-US" dirty="0"/>
              <a:t>How to test logic</a:t>
            </a:r>
          </a:p>
          <a:p>
            <a:pPr lvl="1"/>
            <a:r>
              <a:rPr lang="en-US" dirty="0"/>
              <a:t>Service classes</a:t>
            </a:r>
          </a:p>
          <a:p>
            <a:pPr lvl="1"/>
            <a:r>
              <a:rPr lang="en-US" dirty="0"/>
              <a:t>Mocking dependencies</a:t>
            </a:r>
          </a:p>
          <a:p>
            <a:r>
              <a:rPr lang="en-US" dirty="0"/>
              <a:t>Assignment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5198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F8A9D-8519-155A-85D9-46A570682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2" name="Rectangle 12301">
            <a:extLst>
              <a:ext uri="{FF2B5EF4-FFF2-40B4-BE49-F238E27FC236}">
                <a16:creationId xmlns:a16="http://schemas.microsoft.com/office/drawing/2014/main" id="{25E62178-5DE6-44C8-AE62-8B9F37AC0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EBDAB3-31AD-F15F-F97D-E5AAEC146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74819"/>
            <a:ext cx="4375151" cy="2858363"/>
          </a:xfrm>
        </p:spPr>
        <p:txBody>
          <a:bodyPr>
            <a:normAutofit/>
          </a:bodyPr>
          <a:lstStyle/>
          <a:p>
            <a:pPr algn="l"/>
            <a:r>
              <a:rPr lang="da-DK" sz="7200"/>
              <a:t>What is a unit test?</a:t>
            </a:r>
          </a:p>
        </p:txBody>
      </p:sp>
      <p:grpSp>
        <p:nvGrpSpPr>
          <p:cNvPr id="12304" name="Group 12303">
            <a:extLst>
              <a:ext uri="{FF2B5EF4-FFF2-40B4-BE49-F238E27FC236}">
                <a16:creationId xmlns:a16="http://schemas.microsoft.com/office/drawing/2014/main" id="{C29863D6-0FE2-4F80-9C72-1419BDEB4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6559644" cy="6858000"/>
            <a:chOff x="5632356" y="0"/>
            <a:chExt cx="6559644" cy="6858000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305" name="Group 12304">
              <a:extLst>
                <a:ext uri="{FF2B5EF4-FFF2-40B4-BE49-F238E27FC236}">
                  <a16:creationId xmlns:a16="http://schemas.microsoft.com/office/drawing/2014/main" id="{398A8C22-8BEC-4F48-B82B-CFDD28BA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82343" y="2"/>
              <a:ext cx="6509657" cy="6857998"/>
              <a:chOff x="5682343" y="2"/>
              <a:chExt cx="6509657" cy="6857998"/>
            </a:xfrm>
          </p:grpSpPr>
          <p:sp>
            <p:nvSpPr>
              <p:cNvPr id="12309" name="Freeform: Shape 12308">
                <a:extLst>
                  <a:ext uri="{FF2B5EF4-FFF2-40B4-BE49-F238E27FC236}">
                    <a16:creationId xmlns:a16="http://schemas.microsoft.com/office/drawing/2014/main" id="{1A47FBCF-E1ED-4915-8EAD-C0BE506D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310" name="Freeform: Shape 12309">
                <a:extLst>
                  <a:ext uri="{FF2B5EF4-FFF2-40B4-BE49-F238E27FC236}">
                    <a16:creationId xmlns:a16="http://schemas.microsoft.com/office/drawing/2014/main" id="{68E2B1E3-4A4F-4862-B32A-0B74233B99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682343" y="2"/>
                <a:ext cx="6509657" cy="6857998"/>
              </a:xfrm>
              <a:custGeom>
                <a:avLst/>
                <a:gdLst>
                  <a:gd name="connsiteX0" fmla="*/ 5757500 w 6509657"/>
                  <a:gd name="connsiteY0" fmla="*/ 6118149 h 6857998"/>
                  <a:gd name="connsiteX1" fmla="*/ 5778719 w 6509657"/>
                  <a:gd name="connsiteY1" fmla="*/ 6133723 h 6857998"/>
                  <a:gd name="connsiteX2" fmla="*/ 5794879 w 6509657"/>
                  <a:gd name="connsiteY2" fmla="*/ 6149380 h 6857998"/>
                  <a:gd name="connsiteX3" fmla="*/ 5800355 w 6509657"/>
                  <a:gd name="connsiteY3" fmla="*/ 6166562 h 6857998"/>
                  <a:gd name="connsiteX4" fmla="*/ 5794879 w 6509657"/>
                  <a:gd name="connsiteY4" fmla="*/ 6149379 h 6857998"/>
                  <a:gd name="connsiteX5" fmla="*/ 5778719 w 6509657"/>
                  <a:gd name="connsiteY5" fmla="*/ 6133722 h 6857998"/>
                  <a:gd name="connsiteX6" fmla="*/ 5757500 w 6509657"/>
                  <a:gd name="connsiteY6" fmla="*/ 6118149 h 6857998"/>
                  <a:gd name="connsiteX7" fmla="*/ 5665657 w 6509657"/>
                  <a:gd name="connsiteY7" fmla="*/ 4941372 h 6857998"/>
                  <a:gd name="connsiteX8" fmla="*/ 5668987 w 6509657"/>
                  <a:gd name="connsiteY8" fmla="*/ 4950869 h 6857998"/>
                  <a:gd name="connsiteX9" fmla="*/ 5678672 w 6509657"/>
                  <a:gd name="connsiteY9" fmla="*/ 4991382 h 6857998"/>
                  <a:gd name="connsiteX10" fmla="*/ 5668987 w 6509657"/>
                  <a:gd name="connsiteY10" fmla="*/ 4950868 h 6857998"/>
                  <a:gd name="connsiteX11" fmla="*/ 5669596 w 6509657"/>
                  <a:gd name="connsiteY11" fmla="*/ 4749807 h 6857998"/>
                  <a:gd name="connsiteX12" fmla="*/ 5654889 w 6509657"/>
                  <a:gd name="connsiteY12" fmla="*/ 4799797 h 6857998"/>
                  <a:gd name="connsiteX13" fmla="*/ 5669596 w 6509657"/>
                  <a:gd name="connsiteY13" fmla="*/ 4749807 h 6857998"/>
                  <a:gd name="connsiteX14" fmla="*/ 5687394 w 6509657"/>
                  <a:gd name="connsiteY14" fmla="*/ 4543185 h 6857998"/>
                  <a:gd name="connsiteX15" fmla="*/ 5692800 w 6509657"/>
                  <a:gd name="connsiteY15" fmla="*/ 4557092 h 6857998"/>
                  <a:gd name="connsiteX16" fmla="*/ 5719165 w 6509657"/>
                  <a:gd name="connsiteY16" fmla="*/ 4602021 h 6857998"/>
                  <a:gd name="connsiteX17" fmla="*/ 5692800 w 6509657"/>
                  <a:gd name="connsiteY17" fmla="*/ 4557091 h 6857998"/>
                  <a:gd name="connsiteX18" fmla="*/ 6153612 w 6509657"/>
                  <a:gd name="connsiteY18" fmla="*/ 2819253 h 6857998"/>
                  <a:gd name="connsiteX19" fmla="*/ 6165256 w 6509657"/>
                  <a:gd name="connsiteY19" fmla="*/ 2827484 h 6857998"/>
                  <a:gd name="connsiteX20" fmla="*/ 6165258 w 6509657"/>
                  <a:gd name="connsiteY20" fmla="*/ 2827486 h 6857998"/>
                  <a:gd name="connsiteX21" fmla="*/ 6193761 w 6509657"/>
                  <a:gd name="connsiteY21" fmla="*/ 2861156 h 6857998"/>
                  <a:gd name="connsiteX22" fmla="*/ 6184107 w 6509657"/>
                  <a:gd name="connsiteY22" fmla="*/ 2842392 h 6857998"/>
                  <a:gd name="connsiteX23" fmla="*/ 6165258 w 6509657"/>
                  <a:gd name="connsiteY23" fmla="*/ 2827486 h 6857998"/>
                  <a:gd name="connsiteX24" fmla="*/ 6165256 w 6509657"/>
                  <a:gd name="connsiteY24" fmla="*/ 2827483 h 6857998"/>
                  <a:gd name="connsiteX25" fmla="*/ 6083958 w 6509657"/>
                  <a:gd name="connsiteY25" fmla="*/ 1974015 h 6857998"/>
                  <a:gd name="connsiteX26" fmla="*/ 6077444 w 6509657"/>
                  <a:gd name="connsiteY26" fmla="*/ 1999763 h 6857998"/>
                  <a:gd name="connsiteX27" fmla="*/ 6059716 w 6509657"/>
                  <a:gd name="connsiteY27" fmla="*/ 2023547 h 6857998"/>
                  <a:gd name="connsiteX28" fmla="*/ 6083958 w 6509657"/>
                  <a:gd name="connsiteY28" fmla="*/ 1974015 h 6857998"/>
                  <a:gd name="connsiteX29" fmla="*/ 6066764 w 6509657"/>
                  <a:gd name="connsiteY29" fmla="*/ 1768838 h 6857998"/>
                  <a:gd name="connsiteX30" fmla="*/ 6058162 w 6509657"/>
                  <a:gd name="connsiteY30" fmla="*/ 1785412 h 6857998"/>
                  <a:gd name="connsiteX31" fmla="*/ 6057382 w 6509657"/>
                  <a:gd name="connsiteY31" fmla="*/ 1801558 h 6857998"/>
                  <a:gd name="connsiteX32" fmla="*/ 6066764 w 6509657"/>
                  <a:gd name="connsiteY32" fmla="*/ 1768838 h 6857998"/>
                  <a:gd name="connsiteX33" fmla="*/ 6176353 w 6509657"/>
                  <a:gd name="connsiteY33" fmla="*/ 520953 h 6857998"/>
                  <a:gd name="connsiteX34" fmla="*/ 6169625 w 6509657"/>
                  <a:gd name="connsiteY34" fmla="*/ 549926 h 6857998"/>
                  <a:gd name="connsiteX35" fmla="*/ 6163371 w 6509657"/>
                  <a:gd name="connsiteY35" fmla="*/ 566616 h 6857998"/>
                  <a:gd name="connsiteX36" fmla="*/ 6157421 w 6509657"/>
                  <a:gd name="connsiteY36" fmla="*/ 581804 h 6857998"/>
                  <a:gd name="connsiteX37" fmla="*/ 6157002 w 6509657"/>
                  <a:gd name="connsiteY37" fmla="*/ 583595 h 6857998"/>
                  <a:gd name="connsiteX38" fmla="*/ 6154828 w 6509657"/>
                  <a:gd name="connsiteY38" fmla="*/ 589388 h 6857998"/>
                  <a:gd name="connsiteX39" fmla="*/ 6150205 w 6509657"/>
                  <a:gd name="connsiteY39" fmla="*/ 612658 h 6857998"/>
                  <a:gd name="connsiteX40" fmla="*/ 6157002 w 6509657"/>
                  <a:gd name="connsiteY40" fmla="*/ 583595 h 6857998"/>
                  <a:gd name="connsiteX41" fmla="*/ 6163319 w 6509657"/>
                  <a:gd name="connsiteY41" fmla="*/ 566754 h 6857998"/>
                  <a:gd name="connsiteX42" fmla="*/ 6163371 w 6509657"/>
                  <a:gd name="connsiteY42" fmla="*/ 566616 h 6857998"/>
                  <a:gd name="connsiteX43" fmla="*/ 6169209 w 6509657"/>
                  <a:gd name="connsiteY43" fmla="*/ 551717 h 6857998"/>
                  <a:gd name="connsiteX44" fmla="*/ 6169625 w 6509657"/>
                  <a:gd name="connsiteY44" fmla="*/ 549926 h 6857998"/>
                  <a:gd name="connsiteX45" fmla="*/ 6171790 w 6509657"/>
                  <a:gd name="connsiteY45" fmla="*/ 544146 h 6857998"/>
                  <a:gd name="connsiteX46" fmla="*/ 6176353 w 6509657"/>
                  <a:gd name="connsiteY46" fmla="*/ 520953 h 6857998"/>
                  <a:gd name="connsiteX47" fmla="*/ 6125250 w 6509657"/>
                  <a:gd name="connsiteY47" fmla="*/ 268794 h 6857998"/>
                  <a:gd name="connsiteX48" fmla="*/ 6120374 w 6509657"/>
                  <a:gd name="connsiteY48" fmla="*/ 299164 h 6857998"/>
                  <a:gd name="connsiteX49" fmla="*/ 6121819 w 6509657"/>
                  <a:gd name="connsiteY49" fmla="*/ 328017 h 6857998"/>
                  <a:gd name="connsiteX50" fmla="*/ 0 w 6509657"/>
                  <a:gd name="connsiteY50" fmla="*/ 0 h 6857998"/>
                  <a:gd name="connsiteX51" fmla="*/ 6442666 w 6509657"/>
                  <a:gd name="connsiteY51" fmla="*/ 0 h 6857998"/>
                  <a:gd name="connsiteX52" fmla="*/ 6438451 w 6509657"/>
                  <a:gd name="connsiteY52" fmla="*/ 24480 h 6857998"/>
                  <a:gd name="connsiteX53" fmla="*/ 6426440 w 6509657"/>
                  <a:gd name="connsiteY53" fmla="*/ 47806 h 6857998"/>
                  <a:gd name="connsiteX54" fmla="*/ 6417296 w 6509657"/>
                  <a:gd name="connsiteY54" fmla="*/ 105718 h 6857998"/>
                  <a:gd name="connsiteX55" fmla="*/ 6418631 w 6509657"/>
                  <a:gd name="connsiteY55" fmla="*/ 152584 h 6857998"/>
                  <a:gd name="connsiteX56" fmla="*/ 6420344 w 6509657"/>
                  <a:gd name="connsiteY56" fmla="*/ 234883 h 6857998"/>
                  <a:gd name="connsiteX57" fmla="*/ 6424727 w 6509657"/>
                  <a:gd name="connsiteY57" fmla="*/ 261173 h 6857998"/>
                  <a:gd name="connsiteX58" fmla="*/ 6412152 w 6509657"/>
                  <a:gd name="connsiteY58" fmla="*/ 380050 h 6857998"/>
                  <a:gd name="connsiteX59" fmla="*/ 6411200 w 6509657"/>
                  <a:gd name="connsiteY59" fmla="*/ 447870 h 6857998"/>
                  <a:gd name="connsiteX60" fmla="*/ 6395577 w 6509657"/>
                  <a:gd name="connsiteY60" fmla="*/ 524262 h 6857998"/>
                  <a:gd name="connsiteX61" fmla="*/ 6396339 w 6509657"/>
                  <a:gd name="connsiteY61" fmla="*/ 546552 h 6857998"/>
                  <a:gd name="connsiteX62" fmla="*/ 6397674 w 6509657"/>
                  <a:gd name="connsiteY62" fmla="*/ 571508 h 6857998"/>
                  <a:gd name="connsiteX63" fmla="*/ 6398818 w 6509657"/>
                  <a:gd name="connsiteY63" fmla="*/ 648092 h 6857998"/>
                  <a:gd name="connsiteX64" fmla="*/ 6404531 w 6509657"/>
                  <a:gd name="connsiteY64" fmla="*/ 694576 h 6857998"/>
                  <a:gd name="connsiteX65" fmla="*/ 6401104 w 6509657"/>
                  <a:gd name="connsiteY65" fmla="*/ 783158 h 6857998"/>
                  <a:gd name="connsiteX66" fmla="*/ 6406056 w 6509657"/>
                  <a:gd name="connsiteY66" fmla="*/ 815929 h 6857998"/>
                  <a:gd name="connsiteX67" fmla="*/ 6406628 w 6509657"/>
                  <a:gd name="connsiteY67" fmla="*/ 898797 h 6857998"/>
                  <a:gd name="connsiteX68" fmla="*/ 6403770 w 6509657"/>
                  <a:gd name="connsiteY68" fmla="*/ 973095 h 6857998"/>
                  <a:gd name="connsiteX69" fmla="*/ 6405294 w 6509657"/>
                  <a:gd name="connsiteY69" fmla="*/ 1044725 h 6857998"/>
                  <a:gd name="connsiteX70" fmla="*/ 6411580 w 6509657"/>
                  <a:gd name="connsiteY70" fmla="*/ 1095972 h 6857998"/>
                  <a:gd name="connsiteX71" fmla="*/ 6415391 w 6509657"/>
                  <a:gd name="connsiteY71" fmla="*/ 1151600 h 6857998"/>
                  <a:gd name="connsiteX72" fmla="*/ 6438060 w 6509657"/>
                  <a:gd name="connsiteY72" fmla="*/ 1304955 h 6857998"/>
                  <a:gd name="connsiteX73" fmla="*/ 6432537 w 6509657"/>
                  <a:gd name="connsiteY73" fmla="*/ 1333341 h 6857998"/>
                  <a:gd name="connsiteX74" fmla="*/ 6427393 w 6509657"/>
                  <a:gd name="connsiteY74" fmla="*/ 1494509 h 6857998"/>
                  <a:gd name="connsiteX75" fmla="*/ 6427775 w 6509657"/>
                  <a:gd name="connsiteY75" fmla="*/ 1529563 h 6857998"/>
                  <a:gd name="connsiteX76" fmla="*/ 6405294 w 6509657"/>
                  <a:gd name="connsiteY76" fmla="*/ 1623675 h 6857998"/>
                  <a:gd name="connsiteX77" fmla="*/ 6440919 w 6509657"/>
                  <a:gd name="connsiteY77" fmla="*/ 1768838 h 6857998"/>
                  <a:gd name="connsiteX78" fmla="*/ 6485496 w 6509657"/>
                  <a:gd name="connsiteY78" fmla="*/ 1904673 h 6857998"/>
                  <a:gd name="connsiteX79" fmla="*/ 6491212 w 6509657"/>
                  <a:gd name="connsiteY79" fmla="*/ 1921817 h 6857998"/>
                  <a:gd name="connsiteX80" fmla="*/ 6500928 w 6509657"/>
                  <a:gd name="connsiteY80" fmla="*/ 1970586 h 6857998"/>
                  <a:gd name="connsiteX81" fmla="*/ 6504358 w 6509657"/>
                  <a:gd name="connsiteY81" fmla="*/ 2030977 h 6857998"/>
                  <a:gd name="connsiteX82" fmla="*/ 6509406 w 6509657"/>
                  <a:gd name="connsiteY82" fmla="*/ 2069340 h 6857998"/>
                  <a:gd name="connsiteX83" fmla="*/ 6509657 w 6509657"/>
                  <a:gd name="connsiteY83" fmla="*/ 2072225 h 6857998"/>
                  <a:gd name="connsiteX84" fmla="*/ 6509657 w 6509657"/>
                  <a:gd name="connsiteY84" fmla="*/ 2131532 h 6857998"/>
                  <a:gd name="connsiteX85" fmla="*/ 6508786 w 6509657"/>
                  <a:gd name="connsiteY85" fmla="*/ 2138304 h 6857998"/>
                  <a:gd name="connsiteX86" fmla="*/ 6502262 w 6509657"/>
                  <a:gd name="connsiteY86" fmla="*/ 2168903 h 6857998"/>
                  <a:gd name="connsiteX87" fmla="*/ 6486640 w 6509657"/>
                  <a:gd name="connsiteY87" fmla="*/ 2254633 h 6857998"/>
                  <a:gd name="connsiteX88" fmla="*/ 6471780 w 6509657"/>
                  <a:gd name="connsiteY88" fmla="*/ 2335405 h 6857998"/>
                  <a:gd name="connsiteX89" fmla="*/ 6489306 w 6509657"/>
                  <a:gd name="connsiteY89" fmla="*/ 2360933 h 6857998"/>
                  <a:gd name="connsiteX90" fmla="*/ 6504547 w 6509657"/>
                  <a:gd name="connsiteY90" fmla="*/ 2400369 h 6857998"/>
                  <a:gd name="connsiteX91" fmla="*/ 6486258 w 6509657"/>
                  <a:gd name="connsiteY91" fmla="*/ 2444184 h 6857998"/>
                  <a:gd name="connsiteX92" fmla="*/ 6448350 w 6509657"/>
                  <a:gd name="connsiteY92" fmla="*/ 2546678 h 6857998"/>
                  <a:gd name="connsiteX93" fmla="*/ 6446633 w 6509657"/>
                  <a:gd name="connsiteY93" fmla="*/ 2611450 h 6857998"/>
                  <a:gd name="connsiteX94" fmla="*/ 6430441 w 6509657"/>
                  <a:gd name="connsiteY94" fmla="*/ 2752235 h 6857998"/>
                  <a:gd name="connsiteX95" fmla="*/ 6407389 w 6509657"/>
                  <a:gd name="connsiteY95" fmla="*/ 2844248 h 6857998"/>
                  <a:gd name="connsiteX96" fmla="*/ 6381291 w 6509657"/>
                  <a:gd name="connsiteY96" fmla="*/ 2910353 h 6857998"/>
                  <a:gd name="connsiteX97" fmla="*/ 6347189 w 6509657"/>
                  <a:gd name="connsiteY97" fmla="*/ 3005035 h 6857998"/>
                  <a:gd name="connsiteX98" fmla="*/ 6329473 w 6509657"/>
                  <a:gd name="connsiteY98" fmla="*/ 3100099 h 6857998"/>
                  <a:gd name="connsiteX99" fmla="*/ 6307182 w 6509657"/>
                  <a:gd name="connsiteY99" fmla="*/ 3168870 h 6857998"/>
                  <a:gd name="connsiteX100" fmla="*/ 6291942 w 6509657"/>
                  <a:gd name="connsiteY100" fmla="*/ 3252885 h 6857998"/>
                  <a:gd name="connsiteX101" fmla="*/ 6291371 w 6509657"/>
                  <a:gd name="connsiteY101" fmla="*/ 3323372 h 6857998"/>
                  <a:gd name="connsiteX102" fmla="*/ 6294039 w 6509657"/>
                  <a:gd name="connsiteY102" fmla="*/ 3433866 h 6857998"/>
                  <a:gd name="connsiteX103" fmla="*/ 6247937 w 6509657"/>
                  <a:gd name="connsiteY103" fmla="*/ 3569124 h 6857998"/>
                  <a:gd name="connsiteX104" fmla="*/ 6237648 w 6509657"/>
                  <a:gd name="connsiteY104" fmla="*/ 3623799 h 6857998"/>
                  <a:gd name="connsiteX105" fmla="*/ 6232886 w 6509657"/>
                  <a:gd name="connsiteY105" fmla="*/ 3675238 h 6857998"/>
                  <a:gd name="connsiteX106" fmla="*/ 6202214 w 6509657"/>
                  <a:gd name="connsiteY106" fmla="*/ 3784397 h 6857998"/>
                  <a:gd name="connsiteX107" fmla="*/ 6192116 w 6509657"/>
                  <a:gd name="connsiteY107" fmla="*/ 3828785 h 6857998"/>
                  <a:gd name="connsiteX108" fmla="*/ 6192308 w 6509657"/>
                  <a:gd name="connsiteY108" fmla="*/ 3890891 h 6857998"/>
                  <a:gd name="connsiteX109" fmla="*/ 6178210 w 6509657"/>
                  <a:gd name="connsiteY109" fmla="*/ 4003861 h 6857998"/>
                  <a:gd name="connsiteX110" fmla="*/ 6137060 w 6509657"/>
                  <a:gd name="connsiteY110" fmla="*/ 4116641 h 6857998"/>
                  <a:gd name="connsiteX111" fmla="*/ 6141062 w 6509657"/>
                  <a:gd name="connsiteY111" fmla="*/ 4164458 h 6857998"/>
                  <a:gd name="connsiteX112" fmla="*/ 6140110 w 6509657"/>
                  <a:gd name="connsiteY112" fmla="*/ 4181603 h 6857998"/>
                  <a:gd name="connsiteX113" fmla="*/ 6117439 w 6509657"/>
                  <a:gd name="connsiteY113" fmla="*/ 4335722 h 6857998"/>
                  <a:gd name="connsiteX114" fmla="*/ 6114962 w 6509657"/>
                  <a:gd name="connsiteY114" fmla="*/ 4351154 h 6857998"/>
                  <a:gd name="connsiteX115" fmla="*/ 6094769 w 6509657"/>
                  <a:gd name="connsiteY115" fmla="*/ 4423545 h 6857998"/>
                  <a:gd name="connsiteX116" fmla="*/ 6082195 w 6509657"/>
                  <a:gd name="connsiteY116" fmla="*/ 4606053 h 6857998"/>
                  <a:gd name="connsiteX117" fmla="*/ 6080672 w 6509657"/>
                  <a:gd name="connsiteY117" fmla="*/ 4617291 h 6857998"/>
                  <a:gd name="connsiteX118" fmla="*/ 6090768 w 6509657"/>
                  <a:gd name="connsiteY118" fmla="*/ 4678445 h 6857998"/>
                  <a:gd name="connsiteX119" fmla="*/ 6105056 w 6509657"/>
                  <a:gd name="connsiteY119" fmla="*/ 4708734 h 6857998"/>
                  <a:gd name="connsiteX120" fmla="*/ 6119916 w 6509657"/>
                  <a:gd name="connsiteY120" fmla="*/ 4755980 h 6857998"/>
                  <a:gd name="connsiteX121" fmla="*/ 6125441 w 6509657"/>
                  <a:gd name="connsiteY121" fmla="*/ 4803988 h 6857998"/>
                  <a:gd name="connsiteX122" fmla="*/ 6102960 w 6509657"/>
                  <a:gd name="connsiteY122" fmla="*/ 4884572 h 6857998"/>
                  <a:gd name="connsiteX123" fmla="*/ 6100674 w 6509657"/>
                  <a:gd name="connsiteY123" fmla="*/ 4913909 h 6857998"/>
                  <a:gd name="connsiteX124" fmla="*/ 6089816 w 6509657"/>
                  <a:gd name="connsiteY124" fmla="*/ 4979253 h 6857998"/>
                  <a:gd name="connsiteX125" fmla="*/ 6090577 w 6509657"/>
                  <a:gd name="connsiteY125" fmla="*/ 5036405 h 6857998"/>
                  <a:gd name="connsiteX126" fmla="*/ 6107914 w 6509657"/>
                  <a:gd name="connsiteY126" fmla="*/ 5082317 h 6857998"/>
                  <a:gd name="connsiteX127" fmla="*/ 6111342 w 6509657"/>
                  <a:gd name="connsiteY127" fmla="*/ 5148995 h 6857998"/>
                  <a:gd name="connsiteX128" fmla="*/ 6098770 w 6509657"/>
                  <a:gd name="connsiteY128" fmla="*/ 5192051 h 6857998"/>
                  <a:gd name="connsiteX129" fmla="*/ 6097056 w 6509657"/>
                  <a:gd name="connsiteY129" fmla="*/ 5200813 h 6857998"/>
                  <a:gd name="connsiteX130" fmla="*/ 6096291 w 6509657"/>
                  <a:gd name="connsiteY130" fmla="*/ 5313403 h 6857998"/>
                  <a:gd name="connsiteX131" fmla="*/ 6134203 w 6509657"/>
                  <a:gd name="connsiteY131" fmla="*/ 5453995 h 6857998"/>
                  <a:gd name="connsiteX132" fmla="*/ 6142206 w 6509657"/>
                  <a:gd name="connsiteY132" fmla="*/ 5477239 h 6857998"/>
                  <a:gd name="connsiteX133" fmla="*/ 6156112 w 6509657"/>
                  <a:gd name="connsiteY133" fmla="*/ 5590590 h 6857998"/>
                  <a:gd name="connsiteX134" fmla="*/ 6170210 w 6509657"/>
                  <a:gd name="connsiteY134" fmla="*/ 5651360 h 6857998"/>
                  <a:gd name="connsiteX135" fmla="*/ 6170972 w 6509657"/>
                  <a:gd name="connsiteY135" fmla="*/ 5695178 h 6857998"/>
                  <a:gd name="connsiteX136" fmla="*/ 6195927 w 6509657"/>
                  <a:gd name="connsiteY136" fmla="*/ 5748136 h 6857998"/>
                  <a:gd name="connsiteX137" fmla="*/ 6206787 w 6509657"/>
                  <a:gd name="connsiteY137" fmla="*/ 5765474 h 6857998"/>
                  <a:gd name="connsiteX138" fmla="*/ 6213264 w 6509657"/>
                  <a:gd name="connsiteY138" fmla="*/ 5786239 h 6857998"/>
                  <a:gd name="connsiteX139" fmla="*/ 6233839 w 6509657"/>
                  <a:gd name="connsiteY139" fmla="*/ 5880348 h 6857998"/>
                  <a:gd name="connsiteX140" fmla="*/ 6245457 w 6509657"/>
                  <a:gd name="connsiteY140" fmla="*/ 5897114 h 6857998"/>
                  <a:gd name="connsiteX141" fmla="*/ 6252699 w 6509657"/>
                  <a:gd name="connsiteY141" fmla="*/ 5908355 h 6857998"/>
                  <a:gd name="connsiteX142" fmla="*/ 6264891 w 6509657"/>
                  <a:gd name="connsiteY142" fmla="*/ 5999796 h 6857998"/>
                  <a:gd name="connsiteX143" fmla="*/ 6299372 w 6509657"/>
                  <a:gd name="connsiteY143" fmla="*/ 6056948 h 6857998"/>
                  <a:gd name="connsiteX144" fmla="*/ 6314041 w 6509657"/>
                  <a:gd name="connsiteY144" fmla="*/ 6072569 h 6857998"/>
                  <a:gd name="connsiteX145" fmla="*/ 6336139 w 6509657"/>
                  <a:gd name="connsiteY145" fmla="*/ 6127247 h 6857998"/>
                  <a:gd name="connsiteX146" fmla="*/ 6378623 w 6509657"/>
                  <a:gd name="connsiteY146" fmla="*/ 6311084 h 6857998"/>
                  <a:gd name="connsiteX147" fmla="*/ 6363571 w 6509657"/>
                  <a:gd name="connsiteY147" fmla="*/ 6363664 h 6857998"/>
                  <a:gd name="connsiteX148" fmla="*/ 6403960 w 6509657"/>
                  <a:gd name="connsiteY148" fmla="*/ 6463490 h 6857998"/>
                  <a:gd name="connsiteX149" fmla="*/ 6426820 w 6509657"/>
                  <a:gd name="connsiteY149" fmla="*/ 6550742 h 6857998"/>
                  <a:gd name="connsiteX150" fmla="*/ 6432347 w 6509657"/>
                  <a:gd name="connsiteY150" fmla="*/ 6583128 h 6857998"/>
                  <a:gd name="connsiteX151" fmla="*/ 6442443 w 6509657"/>
                  <a:gd name="connsiteY151" fmla="*/ 6685617 h 6857998"/>
                  <a:gd name="connsiteX152" fmla="*/ 6465303 w 6509657"/>
                  <a:gd name="connsiteY152" fmla="*/ 6738388 h 6857998"/>
                  <a:gd name="connsiteX153" fmla="*/ 6482807 w 6509657"/>
                  <a:gd name="connsiteY153" fmla="*/ 6796804 h 6857998"/>
                  <a:gd name="connsiteX154" fmla="*/ 6487578 w 6509657"/>
                  <a:gd name="connsiteY154" fmla="*/ 6857457 h 6857998"/>
                  <a:gd name="connsiteX155" fmla="*/ 6360339 w 6509657"/>
                  <a:gd name="connsiteY155" fmla="*/ 6857457 h 6857998"/>
                  <a:gd name="connsiteX156" fmla="*/ 6360339 w 6509657"/>
                  <a:gd name="connsiteY156" fmla="*/ 6857998 h 6857998"/>
                  <a:gd name="connsiteX157" fmla="*/ 0 w 6509657"/>
                  <a:gd name="connsiteY157" fmla="*/ 6857998 h 6857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6509657" h="6857998">
                    <a:moveTo>
                      <a:pt x="5757500" y="6118149"/>
                    </a:moveTo>
                    <a:cubicBezTo>
                      <a:pt x="5764049" y="6124102"/>
                      <a:pt x="5771670" y="6129341"/>
                      <a:pt x="5778719" y="6133723"/>
                    </a:cubicBezTo>
                    <a:cubicBezTo>
                      <a:pt x="5785863" y="6138152"/>
                      <a:pt x="5791209" y="6143474"/>
                      <a:pt x="5794879" y="6149380"/>
                    </a:cubicBezTo>
                    <a:lnTo>
                      <a:pt x="5800355" y="6166562"/>
                    </a:lnTo>
                    <a:lnTo>
                      <a:pt x="5794879" y="6149379"/>
                    </a:lnTo>
                    <a:cubicBezTo>
                      <a:pt x="5791209" y="6143474"/>
                      <a:pt x="5785863" y="6138152"/>
                      <a:pt x="5778719" y="6133722"/>
                    </a:cubicBezTo>
                    <a:cubicBezTo>
                      <a:pt x="5771670" y="6129341"/>
                      <a:pt x="5764049" y="6124102"/>
                      <a:pt x="5757500" y="6118149"/>
                    </a:cubicBezTo>
                    <a:close/>
                    <a:moveTo>
                      <a:pt x="5665657" y="4941372"/>
                    </a:moveTo>
                    <a:lnTo>
                      <a:pt x="5668987" y="4950869"/>
                    </a:lnTo>
                    <a:lnTo>
                      <a:pt x="5678672" y="4991382"/>
                    </a:lnTo>
                    <a:lnTo>
                      <a:pt x="5668987" y="4950868"/>
                    </a:lnTo>
                    <a:close/>
                    <a:moveTo>
                      <a:pt x="5669596" y="4749807"/>
                    </a:moveTo>
                    <a:cubicBezTo>
                      <a:pt x="5657460" y="4762826"/>
                      <a:pt x="5656603" y="4781365"/>
                      <a:pt x="5654889" y="4799797"/>
                    </a:cubicBezTo>
                    <a:cubicBezTo>
                      <a:pt x="5656603" y="4781365"/>
                      <a:pt x="5657460" y="4762827"/>
                      <a:pt x="5669596" y="4749807"/>
                    </a:cubicBezTo>
                    <a:close/>
                    <a:moveTo>
                      <a:pt x="5687394" y="4543185"/>
                    </a:moveTo>
                    <a:cubicBezTo>
                      <a:pt x="5688372" y="4548281"/>
                      <a:pt x="5690419" y="4553662"/>
                      <a:pt x="5692800" y="4557092"/>
                    </a:cubicBezTo>
                    <a:cubicBezTo>
                      <a:pt x="5704421" y="4573618"/>
                      <a:pt x="5713208" y="4588275"/>
                      <a:pt x="5719165" y="4602021"/>
                    </a:cubicBezTo>
                    <a:cubicBezTo>
                      <a:pt x="5713208" y="4588275"/>
                      <a:pt x="5704421" y="4573618"/>
                      <a:pt x="5692800" y="4557091"/>
                    </a:cubicBezTo>
                    <a:close/>
                    <a:moveTo>
                      <a:pt x="6153612" y="2819253"/>
                    </a:moveTo>
                    <a:lnTo>
                      <a:pt x="6165256" y="2827484"/>
                    </a:lnTo>
                    <a:lnTo>
                      <a:pt x="6165258" y="2827486"/>
                    </a:lnTo>
                    <a:lnTo>
                      <a:pt x="6193761" y="2861156"/>
                    </a:lnTo>
                    <a:lnTo>
                      <a:pt x="6184107" y="2842392"/>
                    </a:lnTo>
                    <a:lnTo>
                      <a:pt x="6165258" y="2827486"/>
                    </a:lnTo>
                    <a:lnTo>
                      <a:pt x="6165256" y="2827483"/>
                    </a:lnTo>
                    <a:close/>
                    <a:moveTo>
                      <a:pt x="6083958" y="1974015"/>
                    </a:moveTo>
                    <a:lnTo>
                      <a:pt x="6077444" y="1999763"/>
                    </a:lnTo>
                    <a:cubicBezTo>
                      <a:pt x="6073635" y="2008056"/>
                      <a:pt x="6067955" y="2016020"/>
                      <a:pt x="6059716" y="2023547"/>
                    </a:cubicBezTo>
                    <a:cubicBezTo>
                      <a:pt x="6076195" y="2008497"/>
                      <a:pt x="6082433" y="1991685"/>
                      <a:pt x="6083958" y="1974015"/>
                    </a:cubicBezTo>
                    <a:close/>
                    <a:moveTo>
                      <a:pt x="6066764" y="1768838"/>
                    </a:moveTo>
                    <a:cubicBezTo>
                      <a:pt x="6062383" y="1774411"/>
                      <a:pt x="6059620" y="1779948"/>
                      <a:pt x="6058162" y="1785412"/>
                    </a:cubicBezTo>
                    <a:lnTo>
                      <a:pt x="6057382" y="1801558"/>
                    </a:lnTo>
                    <a:cubicBezTo>
                      <a:pt x="6055715" y="1790986"/>
                      <a:pt x="6058001" y="1779981"/>
                      <a:pt x="6066764" y="1768838"/>
                    </a:cubicBezTo>
                    <a:close/>
                    <a:moveTo>
                      <a:pt x="6176353" y="520953"/>
                    </a:moveTo>
                    <a:lnTo>
                      <a:pt x="6169625" y="549926"/>
                    </a:lnTo>
                    <a:lnTo>
                      <a:pt x="6163371" y="566616"/>
                    </a:lnTo>
                    <a:lnTo>
                      <a:pt x="6157421" y="581804"/>
                    </a:lnTo>
                    <a:lnTo>
                      <a:pt x="6157002" y="583595"/>
                    </a:lnTo>
                    <a:lnTo>
                      <a:pt x="6154828" y="589388"/>
                    </a:lnTo>
                    <a:cubicBezTo>
                      <a:pt x="6152427" y="597005"/>
                      <a:pt x="6150670" y="604728"/>
                      <a:pt x="6150205" y="612658"/>
                    </a:cubicBezTo>
                    <a:lnTo>
                      <a:pt x="6157002" y="583595"/>
                    </a:lnTo>
                    <a:lnTo>
                      <a:pt x="6163319" y="566754"/>
                    </a:lnTo>
                    <a:lnTo>
                      <a:pt x="6163371" y="566616"/>
                    </a:lnTo>
                    <a:lnTo>
                      <a:pt x="6169209" y="551717"/>
                    </a:lnTo>
                    <a:lnTo>
                      <a:pt x="6169625" y="549926"/>
                    </a:lnTo>
                    <a:lnTo>
                      <a:pt x="6171790" y="544146"/>
                    </a:lnTo>
                    <a:cubicBezTo>
                      <a:pt x="6174177" y="536547"/>
                      <a:pt x="6175914" y="528850"/>
                      <a:pt x="6176353" y="520953"/>
                    </a:cubicBezTo>
                    <a:close/>
                    <a:moveTo>
                      <a:pt x="6125250" y="268794"/>
                    </a:moveTo>
                    <a:cubicBezTo>
                      <a:pt x="6122725" y="279176"/>
                      <a:pt x="6121022" y="289296"/>
                      <a:pt x="6120374" y="299164"/>
                    </a:cubicBezTo>
                    <a:cubicBezTo>
                      <a:pt x="6119725" y="309031"/>
                      <a:pt x="6120130" y="318646"/>
                      <a:pt x="6121819" y="328017"/>
                    </a:cubicBezTo>
                    <a:close/>
                    <a:moveTo>
                      <a:pt x="0" y="0"/>
                    </a:moveTo>
                    <a:lnTo>
                      <a:pt x="6442666" y="0"/>
                    </a:lnTo>
                    <a:lnTo>
                      <a:pt x="6438451" y="24480"/>
                    </a:lnTo>
                    <a:cubicBezTo>
                      <a:pt x="6435966" y="32636"/>
                      <a:pt x="6432204" y="40471"/>
                      <a:pt x="6426440" y="47806"/>
                    </a:cubicBezTo>
                    <a:cubicBezTo>
                      <a:pt x="6411580" y="66857"/>
                      <a:pt x="6415009" y="85336"/>
                      <a:pt x="6417296" y="105718"/>
                    </a:cubicBezTo>
                    <a:cubicBezTo>
                      <a:pt x="6419010" y="121150"/>
                      <a:pt x="6418439" y="136963"/>
                      <a:pt x="6418631" y="152584"/>
                    </a:cubicBezTo>
                    <a:cubicBezTo>
                      <a:pt x="6419200" y="180017"/>
                      <a:pt x="6419391" y="207450"/>
                      <a:pt x="6420344" y="234883"/>
                    </a:cubicBezTo>
                    <a:cubicBezTo>
                      <a:pt x="6420724" y="243648"/>
                      <a:pt x="6425489" y="252600"/>
                      <a:pt x="6424727" y="261173"/>
                    </a:cubicBezTo>
                    <a:cubicBezTo>
                      <a:pt x="6421106" y="300800"/>
                      <a:pt x="6415391" y="340425"/>
                      <a:pt x="6412152" y="380050"/>
                    </a:cubicBezTo>
                    <a:cubicBezTo>
                      <a:pt x="6410248" y="402529"/>
                      <a:pt x="6413865" y="425581"/>
                      <a:pt x="6411200" y="447870"/>
                    </a:cubicBezTo>
                    <a:cubicBezTo>
                      <a:pt x="6408152" y="473587"/>
                      <a:pt x="6400342" y="498733"/>
                      <a:pt x="6395577" y="524262"/>
                    </a:cubicBezTo>
                    <a:cubicBezTo>
                      <a:pt x="6394245" y="531310"/>
                      <a:pt x="6395960" y="539121"/>
                      <a:pt x="6396339" y="546552"/>
                    </a:cubicBezTo>
                    <a:cubicBezTo>
                      <a:pt x="6396721" y="554933"/>
                      <a:pt x="6397483" y="563125"/>
                      <a:pt x="6397674" y="571508"/>
                    </a:cubicBezTo>
                    <a:cubicBezTo>
                      <a:pt x="6398056" y="597037"/>
                      <a:pt x="6397483" y="622564"/>
                      <a:pt x="6398818" y="648092"/>
                    </a:cubicBezTo>
                    <a:cubicBezTo>
                      <a:pt x="6399579" y="663713"/>
                      <a:pt x="6407389" y="680096"/>
                      <a:pt x="6404531" y="694576"/>
                    </a:cubicBezTo>
                    <a:cubicBezTo>
                      <a:pt x="6399008" y="724104"/>
                      <a:pt x="6411390" y="753633"/>
                      <a:pt x="6401104" y="783158"/>
                    </a:cubicBezTo>
                    <a:cubicBezTo>
                      <a:pt x="6398056" y="792306"/>
                      <a:pt x="6405676" y="804877"/>
                      <a:pt x="6406056" y="815929"/>
                    </a:cubicBezTo>
                    <a:cubicBezTo>
                      <a:pt x="6407008" y="843552"/>
                      <a:pt x="6406818" y="871173"/>
                      <a:pt x="6406628" y="898797"/>
                    </a:cubicBezTo>
                    <a:cubicBezTo>
                      <a:pt x="6406438" y="923562"/>
                      <a:pt x="6409104" y="949281"/>
                      <a:pt x="6403770" y="973095"/>
                    </a:cubicBezTo>
                    <a:cubicBezTo>
                      <a:pt x="6398056" y="998052"/>
                      <a:pt x="6398818" y="1020529"/>
                      <a:pt x="6405294" y="1044725"/>
                    </a:cubicBezTo>
                    <a:cubicBezTo>
                      <a:pt x="6409676" y="1061298"/>
                      <a:pt x="6410248" y="1078826"/>
                      <a:pt x="6411580" y="1095972"/>
                    </a:cubicBezTo>
                    <a:cubicBezTo>
                      <a:pt x="6413104" y="1114449"/>
                      <a:pt x="6409104" y="1134834"/>
                      <a:pt x="6415391" y="1151600"/>
                    </a:cubicBezTo>
                    <a:cubicBezTo>
                      <a:pt x="6434060" y="1201512"/>
                      <a:pt x="6438060" y="1252757"/>
                      <a:pt x="6438060" y="1304955"/>
                    </a:cubicBezTo>
                    <a:cubicBezTo>
                      <a:pt x="6438060" y="1314483"/>
                      <a:pt x="6435395" y="1324198"/>
                      <a:pt x="6432537" y="1333341"/>
                    </a:cubicBezTo>
                    <a:cubicBezTo>
                      <a:pt x="6415391" y="1386684"/>
                      <a:pt x="6416914" y="1440216"/>
                      <a:pt x="6427393" y="1494509"/>
                    </a:cubicBezTo>
                    <a:cubicBezTo>
                      <a:pt x="6429679" y="1505751"/>
                      <a:pt x="6430060" y="1518324"/>
                      <a:pt x="6427775" y="1529563"/>
                    </a:cubicBezTo>
                    <a:cubicBezTo>
                      <a:pt x="6421106" y="1561189"/>
                      <a:pt x="6410056" y="1591859"/>
                      <a:pt x="6405294" y="1623675"/>
                    </a:cubicBezTo>
                    <a:cubicBezTo>
                      <a:pt x="6397483" y="1676253"/>
                      <a:pt x="6423771" y="1721785"/>
                      <a:pt x="6440919" y="1768838"/>
                    </a:cubicBezTo>
                    <a:cubicBezTo>
                      <a:pt x="6457112" y="1813610"/>
                      <a:pt x="6493689" y="1851709"/>
                      <a:pt x="6485496" y="1904673"/>
                    </a:cubicBezTo>
                    <a:cubicBezTo>
                      <a:pt x="6484735" y="1910004"/>
                      <a:pt x="6489878" y="1915912"/>
                      <a:pt x="6491212" y="1921817"/>
                    </a:cubicBezTo>
                    <a:cubicBezTo>
                      <a:pt x="6494833" y="1938009"/>
                      <a:pt x="6499211" y="1954202"/>
                      <a:pt x="6500928" y="1970586"/>
                    </a:cubicBezTo>
                    <a:cubicBezTo>
                      <a:pt x="6503215" y="1990589"/>
                      <a:pt x="6502454" y="2010974"/>
                      <a:pt x="6504358" y="2030977"/>
                    </a:cubicBezTo>
                    <a:cubicBezTo>
                      <a:pt x="6505501" y="2043835"/>
                      <a:pt x="6507596" y="2056600"/>
                      <a:pt x="6509406" y="2069340"/>
                    </a:cubicBezTo>
                    <a:lnTo>
                      <a:pt x="6509657" y="2072225"/>
                    </a:lnTo>
                    <a:lnTo>
                      <a:pt x="6509657" y="2131532"/>
                    </a:lnTo>
                    <a:lnTo>
                      <a:pt x="6508786" y="2138304"/>
                    </a:lnTo>
                    <a:cubicBezTo>
                      <a:pt x="6506595" y="2148519"/>
                      <a:pt x="6503977" y="2158712"/>
                      <a:pt x="6502262" y="2168903"/>
                    </a:cubicBezTo>
                    <a:cubicBezTo>
                      <a:pt x="6497499" y="2197670"/>
                      <a:pt x="6498833" y="2229296"/>
                      <a:pt x="6486640" y="2254633"/>
                    </a:cubicBezTo>
                    <a:cubicBezTo>
                      <a:pt x="6473686" y="2281683"/>
                      <a:pt x="6467780" y="2307402"/>
                      <a:pt x="6471780" y="2335405"/>
                    </a:cubicBezTo>
                    <a:cubicBezTo>
                      <a:pt x="6473114" y="2344741"/>
                      <a:pt x="6481116" y="2356744"/>
                      <a:pt x="6489306" y="2360933"/>
                    </a:cubicBezTo>
                    <a:cubicBezTo>
                      <a:pt x="6507595" y="2370270"/>
                      <a:pt x="6510835" y="2383032"/>
                      <a:pt x="6504547" y="2400369"/>
                    </a:cubicBezTo>
                    <a:cubicBezTo>
                      <a:pt x="6499211" y="2415420"/>
                      <a:pt x="6496546" y="2433897"/>
                      <a:pt x="6486258" y="2444184"/>
                    </a:cubicBezTo>
                    <a:cubicBezTo>
                      <a:pt x="6457112" y="2473333"/>
                      <a:pt x="6456160" y="2510483"/>
                      <a:pt x="6448350" y="2546678"/>
                    </a:cubicBezTo>
                    <a:cubicBezTo>
                      <a:pt x="6443585" y="2568774"/>
                      <a:pt x="6443395" y="2589352"/>
                      <a:pt x="6446633" y="2611450"/>
                    </a:cubicBezTo>
                    <a:cubicBezTo>
                      <a:pt x="6453872" y="2659455"/>
                      <a:pt x="6443585" y="2706131"/>
                      <a:pt x="6430441" y="2752235"/>
                    </a:cubicBezTo>
                    <a:cubicBezTo>
                      <a:pt x="6421679" y="2782716"/>
                      <a:pt x="6416344" y="2813958"/>
                      <a:pt x="6407389" y="2844248"/>
                    </a:cubicBezTo>
                    <a:cubicBezTo>
                      <a:pt x="6400531" y="2866918"/>
                      <a:pt x="6392339" y="2889587"/>
                      <a:pt x="6381291" y="2910353"/>
                    </a:cubicBezTo>
                    <a:cubicBezTo>
                      <a:pt x="6365097" y="2940455"/>
                      <a:pt x="6340712" y="2966742"/>
                      <a:pt x="6347189" y="3005035"/>
                    </a:cubicBezTo>
                    <a:cubicBezTo>
                      <a:pt x="6352904" y="3038756"/>
                      <a:pt x="6340904" y="3069235"/>
                      <a:pt x="6329473" y="3100099"/>
                    </a:cubicBezTo>
                    <a:cubicBezTo>
                      <a:pt x="6321091" y="3122770"/>
                      <a:pt x="6312516" y="3145436"/>
                      <a:pt x="6307182" y="3168870"/>
                    </a:cubicBezTo>
                    <a:cubicBezTo>
                      <a:pt x="6300896" y="3196686"/>
                      <a:pt x="6303564" y="3228119"/>
                      <a:pt x="6291942" y="3252885"/>
                    </a:cubicBezTo>
                    <a:cubicBezTo>
                      <a:pt x="6279750" y="3278795"/>
                      <a:pt x="6287942" y="3300319"/>
                      <a:pt x="6291371" y="3323372"/>
                    </a:cubicBezTo>
                    <a:cubicBezTo>
                      <a:pt x="6296706" y="3360139"/>
                      <a:pt x="6306612" y="3396719"/>
                      <a:pt x="6294039" y="3433866"/>
                    </a:cubicBezTo>
                    <a:cubicBezTo>
                      <a:pt x="6278798" y="3479015"/>
                      <a:pt x="6262414" y="3523785"/>
                      <a:pt x="6247937" y="3569124"/>
                    </a:cubicBezTo>
                    <a:cubicBezTo>
                      <a:pt x="6242410" y="3586653"/>
                      <a:pt x="6240124" y="3605509"/>
                      <a:pt x="6237648" y="3623799"/>
                    </a:cubicBezTo>
                    <a:cubicBezTo>
                      <a:pt x="6235551" y="3641134"/>
                      <a:pt x="6240887" y="3661899"/>
                      <a:pt x="6232886" y="3675238"/>
                    </a:cubicBezTo>
                    <a:cubicBezTo>
                      <a:pt x="6212312" y="3709529"/>
                      <a:pt x="6202214" y="3744770"/>
                      <a:pt x="6202214" y="3784397"/>
                    </a:cubicBezTo>
                    <a:cubicBezTo>
                      <a:pt x="6202214" y="3799258"/>
                      <a:pt x="6193641" y="3813737"/>
                      <a:pt x="6192116" y="3828785"/>
                    </a:cubicBezTo>
                    <a:cubicBezTo>
                      <a:pt x="6190212" y="3849362"/>
                      <a:pt x="6185068" y="3872985"/>
                      <a:pt x="6192308" y="3890891"/>
                    </a:cubicBezTo>
                    <a:cubicBezTo>
                      <a:pt x="6209454" y="3932993"/>
                      <a:pt x="6195163" y="3967091"/>
                      <a:pt x="6178210" y="4003861"/>
                    </a:cubicBezTo>
                    <a:cubicBezTo>
                      <a:pt x="6161446" y="4040058"/>
                      <a:pt x="6148111" y="4078159"/>
                      <a:pt x="6137060" y="4116641"/>
                    </a:cubicBezTo>
                    <a:cubicBezTo>
                      <a:pt x="6133060" y="4131119"/>
                      <a:pt x="6139729" y="4148453"/>
                      <a:pt x="6141062" y="4164458"/>
                    </a:cubicBezTo>
                    <a:cubicBezTo>
                      <a:pt x="6141443" y="4170174"/>
                      <a:pt x="6142014" y="4176461"/>
                      <a:pt x="6140110" y="4181603"/>
                    </a:cubicBezTo>
                    <a:cubicBezTo>
                      <a:pt x="6121819" y="4231324"/>
                      <a:pt x="6107914" y="4281810"/>
                      <a:pt x="6117439" y="4335722"/>
                    </a:cubicBezTo>
                    <a:cubicBezTo>
                      <a:pt x="6118392" y="4340674"/>
                      <a:pt x="6116295" y="4346201"/>
                      <a:pt x="6114962" y="4351154"/>
                    </a:cubicBezTo>
                    <a:cubicBezTo>
                      <a:pt x="6108104" y="4375349"/>
                      <a:pt x="6097246" y="4398972"/>
                      <a:pt x="6094769" y="4423545"/>
                    </a:cubicBezTo>
                    <a:cubicBezTo>
                      <a:pt x="6088673" y="4484127"/>
                      <a:pt x="6086195" y="4545086"/>
                      <a:pt x="6082195" y="4606053"/>
                    </a:cubicBezTo>
                    <a:cubicBezTo>
                      <a:pt x="6082006" y="4609863"/>
                      <a:pt x="6082006" y="4613864"/>
                      <a:pt x="6080672" y="4617291"/>
                    </a:cubicBezTo>
                    <a:cubicBezTo>
                      <a:pt x="6072479" y="4639772"/>
                      <a:pt x="6075148" y="4659393"/>
                      <a:pt x="6090768" y="4678445"/>
                    </a:cubicBezTo>
                    <a:cubicBezTo>
                      <a:pt x="6097626" y="4686828"/>
                      <a:pt x="6101246" y="4698258"/>
                      <a:pt x="6105056" y="4708734"/>
                    </a:cubicBezTo>
                    <a:cubicBezTo>
                      <a:pt x="6110772" y="4724167"/>
                      <a:pt x="6116295" y="4739978"/>
                      <a:pt x="6119916" y="4755980"/>
                    </a:cubicBezTo>
                    <a:cubicBezTo>
                      <a:pt x="6123345" y="4771793"/>
                      <a:pt x="6128106" y="4788747"/>
                      <a:pt x="6125441" y="4803988"/>
                    </a:cubicBezTo>
                    <a:cubicBezTo>
                      <a:pt x="6120679" y="4831420"/>
                      <a:pt x="6110010" y="4857522"/>
                      <a:pt x="6102960" y="4884572"/>
                    </a:cubicBezTo>
                    <a:cubicBezTo>
                      <a:pt x="6100482" y="4893907"/>
                      <a:pt x="6100866" y="4904195"/>
                      <a:pt x="6100674" y="4913909"/>
                    </a:cubicBezTo>
                    <a:cubicBezTo>
                      <a:pt x="6100104" y="4936201"/>
                      <a:pt x="6105628" y="4959061"/>
                      <a:pt x="6089816" y="4979253"/>
                    </a:cubicBezTo>
                    <a:cubicBezTo>
                      <a:pt x="6074956" y="4997922"/>
                      <a:pt x="6079337" y="5016785"/>
                      <a:pt x="6090577" y="5036405"/>
                    </a:cubicBezTo>
                    <a:cubicBezTo>
                      <a:pt x="6098579" y="5050504"/>
                      <a:pt x="6104866" y="5066505"/>
                      <a:pt x="6107914" y="5082317"/>
                    </a:cubicBezTo>
                    <a:cubicBezTo>
                      <a:pt x="6112104" y="5104036"/>
                      <a:pt x="6113820" y="5125562"/>
                      <a:pt x="6111342" y="5148995"/>
                    </a:cubicBezTo>
                    <a:cubicBezTo>
                      <a:pt x="6109628" y="5165570"/>
                      <a:pt x="6108866" y="5179097"/>
                      <a:pt x="6098770" y="5192051"/>
                    </a:cubicBezTo>
                    <a:cubicBezTo>
                      <a:pt x="6097246" y="5194145"/>
                      <a:pt x="6096864" y="5197955"/>
                      <a:pt x="6097056" y="5200813"/>
                    </a:cubicBezTo>
                    <a:cubicBezTo>
                      <a:pt x="6100294" y="5238343"/>
                      <a:pt x="6098579" y="5275491"/>
                      <a:pt x="6096291" y="5313403"/>
                    </a:cubicBezTo>
                    <a:cubicBezTo>
                      <a:pt x="6093247" y="5361598"/>
                      <a:pt x="6102198" y="5412276"/>
                      <a:pt x="6134203" y="5453995"/>
                    </a:cubicBezTo>
                    <a:cubicBezTo>
                      <a:pt x="6138967" y="5460092"/>
                      <a:pt x="6141062" y="5469236"/>
                      <a:pt x="6142206" y="5477239"/>
                    </a:cubicBezTo>
                    <a:cubicBezTo>
                      <a:pt x="6147158" y="5514957"/>
                      <a:pt x="6150587" y="5552869"/>
                      <a:pt x="6156112" y="5590590"/>
                    </a:cubicBezTo>
                    <a:cubicBezTo>
                      <a:pt x="6159160" y="5611164"/>
                      <a:pt x="6161827" y="5632691"/>
                      <a:pt x="6170210" y="5651360"/>
                    </a:cubicBezTo>
                    <a:cubicBezTo>
                      <a:pt x="6178400" y="5669647"/>
                      <a:pt x="6188116" y="5684320"/>
                      <a:pt x="6170972" y="5695178"/>
                    </a:cubicBezTo>
                    <a:cubicBezTo>
                      <a:pt x="6180116" y="5714607"/>
                      <a:pt x="6187737" y="5731564"/>
                      <a:pt x="6195927" y="5748136"/>
                    </a:cubicBezTo>
                    <a:cubicBezTo>
                      <a:pt x="6198974" y="5754234"/>
                      <a:pt x="6203929" y="5759378"/>
                      <a:pt x="6206787" y="5765474"/>
                    </a:cubicBezTo>
                    <a:cubicBezTo>
                      <a:pt x="6209834" y="5771953"/>
                      <a:pt x="6211739" y="5779191"/>
                      <a:pt x="6213264" y="5786239"/>
                    </a:cubicBezTo>
                    <a:cubicBezTo>
                      <a:pt x="6220122" y="5817674"/>
                      <a:pt x="6226408" y="5849107"/>
                      <a:pt x="6233839" y="5880348"/>
                    </a:cubicBezTo>
                    <a:cubicBezTo>
                      <a:pt x="6235362" y="5886447"/>
                      <a:pt x="6241458" y="5891590"/>
                      <a:pt x="6245457" y="5897114"/>
                    </a:cubicBezTo>
                    <a:cubicBezTo>
                      <a:pt x="6248126" y="5900735"/>
                      <a:pt x="6252127" y="5904353"/>
                      <a:pt x="6252699" y="5908355"/>
                    </a:cubicBezTo>
                    <a:cubicBezTo>
                      <a:pt x="6257271" y="5938836"/>
                      <a:pt x="6262606" y="5969124"/>
                      <a:pt x="6264891" y="5999796"/>
                    </a:cubicBezTo>
                    <a:cubicBezTo>
                      <a:pt x="6266794" y="6025515"/>
                      <a:pt x="6266225" y="6050282"/>
                      <a:pt x="6299372" y="6056948"/>
                    </a:cubicBezTo>
                    <a:cubicBezTo>
                      <a:pt x="6305088" y="6058092"/>
                      <a:pt x="6311185" y="6066284"/>
                      <a:pt x="6314041" y="6072569"/>
                    </a:cubicBezTo>
                    <a:cubicBezTo>
                      <a:pt x="6322233" y="6090477"/>
                      <a:pt x="6327758" y="6109530"/>
                      <a:pt x="6336139" y="6127247"/>
                    </a:cubicBezTo>
                    <a:cubicBezTo>
                      <a:pt x="6364144" y="6185351"/>
                      <a:pt x="6381862" y="6246121"/>
                      <a:pt x="6378623" y="6311084"/>
                    </a:cubicBezTo>
                    <a:cubicBezTo>
                      <a:pt x="6377671" y="6331277"/>
                      <a:pt x="6367382" y="6350899"/>
                      <a:pt x="6363571" y="6363664"/>
                    </a:cubicBezTo>
                    <a:cubicBezTo>
                      <a:pt x="6378623" y="6400429"/>
                      <a:pt x="6393101" y="6431292"/>
                      <a:pt x="6403960" y="6463490"/>
                    </a:cubicBezTo>
                    <a:cubicBezTo>
                      <a:pt x="6413676" y="6491874"/>
                      <a:pt x="6419772" y="6521593"/>
                      <a:pt x="6426820" y="6550742"/>
                    </a:cubicBezTo>
                    <a:cubicBezTo>
                      <a:pt x="6429489" y="6561411"/>
                      <a:pt x="6431012" y="6572269"/>
                      <a:pt x="6432347" y="6583128"/>
                    </a:cubicBezTo>
                    <a:cubicBezTo>
                      <a:pt x="6436537" y="6617036"/>
                      <a:pt x="6426440" y="6652472"/>
                      <a:pt x="6442443" y="6685617"/>
                    </a:cubicBezTo>
                    <a:cubicBezTo>
                      <a:pt x="6450825" y="6702955"/>
                      <a:pt x="6460921" y="6720103"/>
                      <a:pt x="6465303" y="6738388"/>
                    </a:cubicBezTo>
                    <a:cubicBezTo>
                      <a:pt x="6470066" y="6758011"/>
                      <a:pt x="6477496" y="6777207"/>
                      <a:pt x="6482807" y="6796804"/>
                    </a:cubicBezTo>
                    <a:lnTo>
                      <a:pt x="6487578" y="6857457"/>
                    </a:lnTo>
                    <a:lnTo>
                      <a:pt x="6360339" y="6857457"/>
                    </a:lnTo>
                    <a:lnTo>
                      <a:pt x="6360339" y="6857998"/>
                    </a:lnTo>
                    <a:lnTo>
                      <a:pt x="0" y="6857998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06" name="Group 12305">
              <a:extLst>
                <a:ext uri="{FF2B5EF4-FFF2-40B4-BE49-F238E27FC236}">
                  <a16:creationId xmlns:a16="http://schemas.microsoft.com/office/drawing/2014/main" id="{C28038CF-635C-47B0-AD1A-45C825434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32356" y="0"/>
              <a:ext cx="874718" cy="6857455"/>
              <a:chOff x="5632356" y="0"/>
              <a:chExt cx="874718" cy="6857455"/>
            </a:xfrm>
          </p:grpSpPr>
          <p:sp>
            <p:nvSpPr>
              <p:cNvPr id="12307" name="Freeform: Shape 12306">
                <a:extLst>
                  <a:ext uri="{FF2B5EF4-FFF2-40B4-BE49-F238E27FC236}">
                    <a16:creationId xmlns:a16="http://schemas.microsoft.com/office/drawing/2014/main" id="{3A20C87C-ECA0-4812-8A87-05BC76504A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6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8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8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308" name="Freeform: Shape 12307">
                <a:extLst>
                  <a:ext uri="{FF2B5EF4-FFF2-40B4-BE49-F238E27FC236}">
                    <a16:creationId xmlns:a16="http://schemas.microsoft.com/office/drawing/2014/main" id="{62ADFEB1-865E-4545-83BC-455BF39EF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H="1">
                <a:off x="2640988" y="2991370"/>
                <a:ext cx="6857455" cy="874716"/>
              </a:xfrm>
              <a:custGeom>
                <a:avLst/>
                <a:gdLst>
                  <a:gd name="connsiteX0" fmla="*/ 6857455 w 6857455"/>
                  <a:gd name="connsiteY0" fmla="*/ 804643 h 874716"/>
                  <a:gd name="connsiteX1" fmla="*/ 6857455 w 6857455"/>
                  <a:gd name="connsiteY1" fmla="*/ 562246 h 874716"/>
                  <a:gd name="connsiteX2" fmla="*/ 6829178 w 6857455"/>
                  <a:gd name="connsiteY2" fmla="*/ 551284 h 874716"/>
                  <a:gd name="connsiteX3" fmla="*/ 6766024 w 6857455"/>
                  <a:gd name="connsiteY3" fmla="*/ 500372 h 874716"/>
                  <a:gd name="connsiteX4" fmla="*/ 6734971 w 6857455"/>
                  <a:gd name="connsiteY4" fmla="*/ 500944 h 874716"/>
                  <a:gd name="connsiteX5" fmla="*/ 6683915 w 6857455"/>
                  <a:gd name="connsiteY5" fmla="*/ 507040 h 874716"/>
                  <a:gd name="connsiteX6" fmla="*/ 6628860 w 6857455"/>
                  <a:gd name="connsiteY6" fmla="*/ 495418 h 874716"/>
                  <a:gd name="connsiteX7" fmla="*/ 6588662 w 6857455"/>
                  <a:gd name="connsiteY7" fmla="*/ 487227 h 874716"/>
                  <a:gd name="connsiteX8" fmla="*/ 6476074 w 6857455"/>
                  <a:gd name="connsiteY8" fmla="*/ 511230 h 874716"/>
                  <a:gd name="connsiteX9" fmla="*/ 6382345 w 6857455"/>
                  <a:gd name="connsiteY9" fmla="*/ 534853 h 874716"/>
                  <a:gd name="connsiteX10" fmla="*/ 6369391 w 6857455"/>
                  <a:gd name="connsiteY10" fmla="*/ 531615 h 874716"/>
                  <a:gd name="connsiteX11" fmla="*/ 6244799 w 6857455"/>
                  <a:gd name="connsiteY11" fmla="*/ 512182 h 874716"/>
                  <a:gd name="connsiteX12" fmla="*/ 6190315 w 6857455"/>
                  <a:gd name="connsiteY12" fmla="*/ 485703 h 874716"/>
                  <a:gd name="connsiteX13" fmla="*/ 6115446 w 6857455"/>
                  <a:gd name="connsiteY13" fmla="*/ 462270 h 874716"/>
                  <a:gd name="connsiteX14" fmla="*/ 6032194 w 6857455"/>
                  <a:gd name="connsiteY14" fmla="*/ 434266 h 874716"/>
                  <a:gd name="connsiteX15" fmla="*/ 5971042 w 6857455"/>
                  <a:gd name="connsiteY15" fmla="*/ 420738 h 874716"/>
                  <a:gd name="connsiteX16" fmla="*/ 5880933 w 6857455"/>
                  <a:gd name="connsiteY16" fmla="*/ 430646 h 874716"/>
                  <a:gd name="connsiteX17" fmla="*/ 5862452 w 6857455"/>
                  <a:gd name="connsiteY17" fmla="*/ 438648 h 874716"/>
                  <a:gd name="connsiteX18" fmla="*/ 5685283 w 6857455"/>
                  <a:gd name="connsiteY18" fmla="*/ 498658 h 874716"/>
                  <a:gd name="connsiteX19" fmla="*/ 5567169 w 6857455"/>
                  <a:gd name="connsiteY19" fmla="*/ 499420 h 874716"/>
                  <a:gd name="connsiteX20" fmla="*/ 5527923 w 6857455"/>
                  <a:gd name="connsiteY20" fmla="*/ 490466 h 874716"/>
                  <a:gd name="connsiteX21" fmla="*/ 5456292 w 6857455"/>
                  <a:gd name="connsiteY21" fmla="*/ 450650 h 874716"/>
                  <a:gd name="connsiteX22" fmla="*/ 5424670 w 6857455"/>
                  <a:gd name="connsiteY22" fmla="*/ 444934 h 874716"/>
                  <a:gd name="connsiteX23" fmla="*/ 5368662 w 6857455"/>
                  <a:gd name="connsiteY23" fmla="*/ 441124 h 874716"/>
                  <a:gd name="connsiteX24" fmla="*/ 5247118 w 6857455"/>
                  <a:gd name="connsiteY24" fmla="*/ 444934 h 874716"/>
                  <a:gd name="connsiteX25" fmla="*/ 5088617 w 6857455"/>
                  <a:gd name="connsiteY25" fmla="*/ 428742 h 874716"/>
                  <a:gd name="connsiteX26" fmla="*/ 5025750 w 6857455"/>
                  <a:gd name="connsiteY26" fmla="*/ 433694 h 874716"/>
                  <a:gd name="connsiteX27" fmla="*/ 4957930 w 6857455"/>
                  <a:gd name="connsiteY27" fmla="*/ 442268 h 874716"/>
                  <a:gd name="connsiteX28" fmla="*/ 4938116 w 6857455"/>
                  <a:gd name="connsiteY28" fmla="*/ 441886 h 874716"/>
                  <a:gd name="connsiteX29" fmla="*/ 4833910 w 6857455"/>
                  <a:gd name="connsiteY29" fmla="*/ 421693 h 874716"/>
                  <a:gd name="connsiteX30" fmla="*/ 4810095 w 6857455"/>
                  <a:gd name="connsiteY30" fmla="*/ 408167 h 874716"/>
                  <a:gd name="connsiteX31" fmla="*/ 4747991 w 6857455"/>
                  <a:gd name="connsiteY31" fmla="*/ 413691 h 874716"/>
                  <a:gd name="connsiteX32" fmla="*/ 4692745 w 6857455"/>
                  <a:gd name="connsiteY32" fmla="*/ 435790 h 874716"/>
                  <a:gd name="connsiteX33" fmla="*/ 4375933 w 6857455"/>
                  <a:gd name="connsiteY33" fmla="*/ 483417 h 874716"/>
                  <a:gd name="connsiteX34" fmla="*/ 4185426 w 6857455"/>
                  <a:gd name="connsiteY34" fmla="*/ 484179 h 874716"/>
                  <a:gd name="connsiteX35" fmla="*/ 4052072 w 6857455"/>
                  <a:gd name="connsiteY35" fmla="*/ 505134 h 874716"/>
                  <a:gd name="connsiteX36" fmla="*/ 4029973 w 6857455"/>
                  <a:gd name="connsiteY36" fmla="*/ 527233 h 874716"/>
                  <a:gd name="connsiteX37" fmla="*/ 3948626 w 6857455"/>
                  <a:gd name="connsiteY37" fmla="*/ 550666 h 874716"/>
                  <a:gd name="connsiteX38" fmla="*/ 3871280 w 6857455"/>
                  <a:gd name="connsiteY38" fmla="*/ 502275 h 874716"/>
                  <a:gd name="connsiteX39" fmla="*/ 3774312 w 6857455"/>
                  <a:gd name="connsiteY39" fmla="*/ 429122 h 874716"/>
                  <a:gd name="connsiteX40" fmla="*/ 3721543 w 6857455"/>
                  <a:gd name="connsiteY40" fmla="*/ 428552 h 874716"/>
                  <a:gd name="connsiteX41" fmla="*/ 3612763 w 6857455"/>
                  <a:gd name="connsiteY41" fmla="*/ 414263 h 874716"/>
                  <a:gd name="connsiteX42" fmla="*/ 3537323 w 6857455"/>
                  <a:gd name="connsiteY42" fmla="*/ 389878 h 874716"/>
                  <a:gd name="connsiteX43" fmla="*/ 3431593 w 6857455"/>
                  <a:gd name="connsiteY43" fmla="*/ 360921 h 874716"/>
                  <a:gd name="connsiteX44" fmla="*/ 3392158 w 6857455"/>
                  <a:gd name="connsiteY44" fmla="*/ 345681 h 874716"/>
                  <a:gd name="connsiteX45" fmla="*/ 3297856 w 6857455"/>
                  <a:gd name="connsiteY45" fmla="*/ 323010 h 874716"/>
                  <a:gd name="connsiteX46" fmla="*/ 3219748 w 6857455"/>
                  <a:gd name="connsiteY46" fmla="*/ 308151 h 874716"/>
                  <a:gd name="connsiteX47" fmla="*/ 3156692 w 6857455"/>
                  <a:gd name="connsiteY47" fmla="*/ 261668 h 874716"/>
                  <a:gd name="connsiteX48" fmla="*/ 3136497 w 6857455"/>
                  <a:gd name="connsiteY48" fmla="*/ 237663 h 874716"/>
                  <a:gd name="connsiteX49" fmla="*/ 3119733 w 6857455"/>
                  <a:gd name="connsiteY49" fmla="*/ 222233 h 874716"/>
                  <a:gd name="connsiteX50" fmla="*/ 3045436 w 6857455"/>
                  <a:gd name="connsiteY50" fmla="*/ 131742 h 874716"/>
                  <a:gd name="connsiteX51" fmla="*/ 3037054 w 6857455"/>
                  <a:gd name="connsiteY51" fmla="*/ 124121 h 874716"/>
                  <a:gd name="connsiteX52" fmla="*/ 2936466 w 6857455"/>
                  <a:gd name="connsiteY52" fmla="*/ 82400 h 874716"/>
                  <a:gd name="connsiteX53" fmla="*/ 2901031 w 6857455"/>
                  <a:gd name="connsiteY53" fmla="*/ 59731 h 874716"/>
                  <a:gd name="connsiteX54" fmla="*/ 2828259 w 6857455"/>
                  <a:gd name="connsiteY54" fmla="*/ 3149 h 874716"/>
                  <a:gd name="connsiteX55" fmla="*/ 2799492 w 6857455"/>
                  <a:gd name="connsiteY55" fmla="*/ 1245 h 874716"/>
                  <a:gd name="connsiteX56" fmla="*/ 2693570 w 6857455"/>
                  <a:gd name="connsiteY56" fmla="*/ 35154 h 874716"/>
                  <a:gd name="connsiteX57" fmla="*/ 2639847 w 6857455"/>
                  <a:gd name="connsiteY57" fmla="*/ 73448 h 874716"/>
                  <a:gd name="connsiteX58" fmla="*/ 2621178 w 6857455"/>
                  <a:gd name="connsiteY58" fmla="*/ 88688 h 874716"/>
                  <a:gd name="connsiteX59" fmla="*/ 2489348 w 6857455"/>
                  <a:gd name="connsiteY59" fmla="*/ 72304 h 874716"/>
                  <a:gd name="connsiteX60" fmla="*/ 2452580 w 6857455"/>
                  <a:gd name="connsiteY60" fmla="*/ 68683 h 874716"/>
                  <a:gd name="connsiteX61" fmla="*/ 2326464 w 6857455"/>
                  <a:gd name="connsiteY61" fmla="*/ 50395 h 874716"/>
                  <a:gd name="connsiteX62" fmla="*/ 2300365 w 6857455"/>
                  <a:gd name="connsiteY62" fmla="*/ 54777 h 874716"/>
                  <a:gd name="connsiteX63" fmla="*/ 2130434 w 6857455"/>
                  <a:gd name="connsiteY63" fmla="*/ 58397 h 874716"/>
                  <a:gd name="connsiteX64" fmla="*/ 2118621 w 6857455"/>
                  <a:gd name="connsiteY64" fmla="*/ 47919 h 874716"/>
                  <a:gd name="connsiteX65" fmla="*/ 2057659 w 6857455"/>
                  <a:gd name="connsiteY65" fmla="*/ 16866 h 874716"/>
                  <a:gd name="connsiteX66" fmla="*/ 1976314 w 6857455"/>
                  <a:gd name="connsiteY66" fmla="*/ 8865 h 874716"/>
                  <a:gd name="connsiteX67" fmla="*/ 1961454 w 6857455"/>
                  <a:gd name="connsiteY67" fmla="*/ 11724 h 874716"/>
                  <a:gd name="connsiteX68" fmla="*/ 1906588 w 6857455"/>
                  <a:gd name="connsiteY68" fmla="*/ 30964 h 874716"/>
                  <a:gd name="connsiteX69" fmla="*/ 1783330 w 6857455"/>
                  <a:gd name="connsiteY69" fmla="*/ 48871 h 874716"/>
                  <a:gd name="connsiteX70" fmla="*/ 1759327 w 6857455"/>
                  <a:gd name="connsiteY70" fmla="*/ 55349 h 874716"/>
                  <a:gd name="connsiteX71" fmla="*/ 1716082 w 6857455"/>
                  <a:gd name="connsiteY71" fmla="*/ 65445 h 874716"/>
                  <a:gd name="connsiteX72" fmla="*/ 1598920 w 6857455"/>
                  <a:gd name="connsiteY72" fmla="*/ 72114 h 874716"/>
                  <a:gd name="connsiteX73" fmla="*/ 1542150 w 6857455"/>
                  <a:gd name="connsiteY73" fmla="*/ 62207 h 874716"/>
                  <a:gd name="connsiteX74" fmla="*/ 1516813 w 6857455"/>
                  <a:gd name="connsiteY74" fmla="*/ 62779 h 874716"/>
                  <a:gd name="connsiteX75" fmla="*/ 1432228 w 6857455"/>
                  <a:gd name="connsiteY75" fmla="*/ 88116 h 874716"/>
                  <a:gd name="connsiteX76" fmla="*/ 1224765 w 6857455"/>
                  <a:gd name="connsiteY76" fmla="*/ 71924 h 874716"/>
                  <a:gd name="connsiteX77" fmla="*/ 1159231 w 6857455"/>
                  <a:gd name="connsiteY77" fmla="*/ 58207 h 874716"/>
                  <a:gd name="connsiteX78" fmla="*/ 1124370 w 6857455"/>
                  <a:gd name="connsiteY78" fmla="*/ 56301 h 874716"/>
                  <a:gd name="connsiteX79" fmla="*/ 1075600 w 6857455"/>
                  <a:gd name="connsiteY79" fmla="*/ 75542 h 874716"/>
                  <a:gd name="connsiteX80" fmla="*/ 986633 w 6857455"/>
                  <a:gd name="connsiteY80" fmla="*/ 79162 h 874716"/>
                  <a:gd name="connsiteX81" fmla="*/ 861089 w 6857455"/>
                  <a:gd name="connsiteY81" fmla="*/ 76304 h 874716"/>
                  <a:gd name="connsiteX82" fmla="*/ 759168 w 6857455"/>
                  <a:gd name="connsiteY82" fmla="*/ 104689 h 874716"/>
                  <a:gd name="connsiteX83" fmla="*/ 723735 w 6857455"/>
                  <a:gd name="connsiteY83" fmla="*/ 140696 h 874716"/>
                  <a:gd name="connsiteX84" fmla="*/ 647532 w 6857455"/>
                  <a:gd name="connsiteY84" fmla="*/ 147934 h 874716"/>
                  <a:gd name="connsiteX85" fmla="*/ 552659 w 6857455"/>
                  <a:gd name="connsiteY85" fmla="*/ 95926 h 874716"/>
                  <a:gd name="connsiteX86" fmla="*/ 541800 w 6857455"/>
                  <a:gd name="connsiteY86" fmla="*/ 97640 h 874716"/>
                  <a:gd name="connsiteX87" fmla="*/ 375107 w 6857455"/>
                  <a:gd name="connsiteY87" fmla="*/ 123169 h 874716"/>
                  <a:gd name="connsiteX88" fmla="*/ 273567 w 6857455"/>
                  <a:gd name="connsiteY88" fmla="*/ 145458 h 874716"/>
                  <a:gd name="connsiteX89" fmla="*/ 264043 w 6857455"/>
                  <a:gd name="connsiteY89" fmla="*/ 154792 h 874716"/>
                  <a:gd name="connsiteX90" fmla="*/ 169360 w 6857455"/>
                  <a:gd name="connsiteY90" fmla="*/ 177273 h 874716"/>
                  <a:gd name="connsiteX91" fmla="*/ 89347 w 6857455"/>
                  <a:gd name="connsiteY91" fmla="*/ 157460 h 874716"/>
                  <a:gd name="connsiteX92" fmla="*/ 34291 w 6857455"/>
                  <a:gd name="connsiteY92" fmla="*/ 145268 h 874716"/>
                  <a:gd name="connsiteX93" fmla="*/ 0 w 6857455"/>
                  <a:gd name="connsiteY93" fmla="*/ 142056 h 874716"/>
                  <a:gd name="connsiteX94" fmla="*/ 0 w 6857455"/>
                  <a:gd name="connsiteY94" fmla="*/ 849556 h 874716"/>
                  <a:gd name="connsiteX95" fmla="*/ 60652 w 6857455"/>
                  <a:gd name="connsiteY95" fmla="*/ 844783 h 874716"/>
                  <a:gd name="connsiteX96" fmla="*/ 119068 w 6857455"/>
                  <a:gd name="connsiteY96" fmla="*/ 827281 h 874716"/>
                  <a:gd name="connsiteX97" fmla="*/ 171840 w 6857455"/>
                  <a:gd name="connsiteY97" fmla="*/ 804420 h 874716"/>
                  <a:gd name="connsiteX98" fmla="*/ 274329 w 6857455"/>
                  <a:gd name="connsiteY98" fmla="*/ 794324 h 874716"/>
                  <a:gd name="connsiteX99" fmla="*/ 306715 w 6857455"/>
                  <a:gd name="connsiteY99" fmla="*/ 788798 h 874716"/>
                  <a:gd name="connsiteX100" fmla="*/ 393967 w 6857455"/>
                  <a:gd name="connsiteY100" fmla="*/ 765937 h 874716"/>
                  <a:gd name="connsiteX101" fmla="*/ 493793 w 6857455"/>
                  <a:gd name="connsiteY101" fmla="*/ 725549 h 874716"/>
                  <a:gd name="connsiteX102" fmla="*/ 546373 w 6857455"/>
                  <a:gd name="connsiteY102" fmla="*/ 740600 h 874716"/>
                  <a:gd name="connsiteX103" fmla="*/ 730211 w 6857455"/>
                  <a:gd name="connsiteY103" fmla="*/ 698116 h 874716"/>
                  <a:gd name="connsiteX104" fmla="*/ 784889 w 6857455"/>
                  <a:gd name="connsiteY104" fmla="*/ 676018 h 874716"/>
                  <a:gd name="connsiteX105" fmla="*/ 800509 w 6857455"/>
                  <a:gd name="connsiteY105" fmla="*/ 661349 h 874716"/>
                  <a:gd name="connsiteX106" fmla="*/ 857661 w 6857455"/>
                  <a:gd name="connsiteY106" fmla="*/ 626868 h 874716"/>
                  <a:gd name="connsiteX107" fmla="*/ 949102 w 6857455"/>
                  <a:gd name="connsiteY107" fmla="*/ 614676 h 874716"/>
                  <a:gd name="connsiteX108" fmla="*/ 960342 w 6857455"/>
                  <a:gd name="connsiteY108" fmla="*/ 607435 h 874716"/>
                  <a:gd name="connsiteX109" fmla="*/ 977109 w 6857455"/>
                  <a:gd name="connsiteY109" fmla="*/ 595815 h 874716"/>
                  <a:gd name="connsiteX110" fmla="*/ 1071218 w 6857455"/>
                  <a:gd name="connsiteY110" fmla="*/ 575240 h 874716"/>
                  <a:gd name="connsiteX111" fmla="*/ 1091983 w 6857455"/>
                  <a:gd name="connsiteY111" fmla="*/ 568764 h 874716"/>
                  <a:gd name="connsiteX112" fmla="*/ 1109321 w 6857455"/>
                  <a:gd name="connsiteY112" fmla="*/ 557904 h 874716"/>
                  <a:gd name="connsiteX113" fmla="*/ 1162279 w 6857455"/>
                  <a:gd name="connsiteY113" fmla="*/ 532949 h 874716"/>
                  <a:gd name="connsiteX114" fmla="*/ 1206097 w 6857455"/>
                  <a:gd name="connsiteY114" fmla="*/ 532187 h 874716"/>
                  <a:gd name="connsiteX115" fmla="*/ 1266867 w 6857455"/>
                  <a:gd name="connsiteY115" fmla="*/ 518088 h 874716"/>
                  <a:gd name="connsiteX116" fmla="*/ 1380219 w 6857455"/>
                  <a:gd name="connsiteY116" fmla="*/ 504182 h 874716"/>
                  <a:gd name="connsiteX117" fmla="*/ 1403461 w 6857455"/>
                  <a:gd name="connsiteY117" fmla="*/ 496180 h 874716"/>
                  <a:gd name="connsiteX118" fmla="*/ 1544054 w 6857455"/>
                  <a:gd name="connsiteY118" fmla="*/ 458268 h 874716"/>
                  <a:gd name="connsiteX119" fmla="*/ 1656644 w 6857455"/>
                  <a:gd name="connsiteY119" fmla="*/ 459032 h 874716"/>
                  <a:gd name="connsiteX120" fmla="*/ 1665406 w 6857455"/>
                  <a:gd name="connsiteY120" fmla="*/ 460747 h 874716"/>
                  <a:gd name="connsiteX121" fmla="*/ 1708461 w 6857455"/>
                  <a:gd name="connsiteY121" fmla="*/ 473318 h 874716"/>
                  <a:gd name="connsiteX122" fmla="*/ 1775140 w 6857455"/>
                  <a:gd name="connsiteY122" fmla="*/ 469891 h 874716"/>
                  <a:gd name="connsiteX123" fmla="*/ 1821051 w 6857455"/>
                  <a:gd name="connsiteY123" fmla="*/ 452554 h 874716"/>
                  <a:gd name="connsiteX124" fmla="*/ 1878203 w 6857455"/>
                  <a:gd name="connsiteY124" fmla="*/ 451792 h 874716"/>
                  <a:gd name="connsiteX125" fmla="*/ 1943547 w 6857455"/>
                  <a:gd name="connsiteY125" fmla="*/ 462651 h 874716"/>
                  <a:gd name="connsiteX126" fmla="*/ 1972884 w 6857455"/>
                  <a:gd name="connsiteY126" fmla="*/ 464937 h 874716"/>
                  <a:gd name="connsiteX127" fmla="*/ 2053469 w 6857455"/>
                  <a:gd name="connsiteY127" fmla="*/ 487417 h 874716"/>
                  <a:gd name="connsiteX128" fmla="*/ 2101477 w 6857455"/>
                  <a:gd name="connsiteY128" fmla="*/ 481893 h 874716"/>
                  <a:gd name="connsiteX129" fmla="*/ 2148722 w 6857455"/>
                  <a:gd name="connsiteY129" fmla="*/ 467033 h 874716"/>
                  <a:gd name="connsiteX130" fmla="*/ 2179011 w 6857455"/>
                  <a:gd name="connsiteY130" fmla="*/ 452744 h 874716"/>
                  <a:gd name="connsiteX131" fmla="*/ 2240165 w 6857455"/>
                  <a:gd name="connsiteY131" fmla="*/ 442648 h 874716"/>
                  <a:gd name="connsiteX132" fmla="*/ 2251404 w 6857455"/>
                  <a:gd name="connsiteY132" fmla="*/ 444172 h 874716"/>
                  <a:gd name="connsiteX133" fmla="*/ 2433912 w 6857455"/>
                  <a:gd name="connsiteY133" fmla="*/ 456746 h 874716"/>
                  <a:gd name="connsiteX134" fmla="*/ 2506302 w 6857455"/>
                  <a:gd name="connsiteY134" fmla="*/ 476939 h 874716"/>
                  <a:gd name="connsiteX135" fmla="*/ 2521735 w 6857455"/>
                  <a:gd name="connsiteY135" fmla="*/ 479415 h 874716"/>
                  <a:gd name="connsiteX136" fmla="*/ 2675854 w 6857455"/>
                  <a:gd name="connsiteY136" fmla="*/ 502086 h 874716"/>
                  <a:gd name="connsiteX137" fmla="*/ 2692998 w 6857455"/>
                  <a:gd name="connsiteY137" fmla="*/ 503038 h 874716"/>
                  <a:gd name="connsiteX138" fmla="*/ 2740816 w 6857455"/>
                  <a:gd name="connsiteY138" fmla="*/ 499037 h 874716"/>
                  <a:gd name="connsiteX139" fmla="*/ 2853596 w 6857455"/>
                  <a:gd name="connsiteY139" fmla="*/ 540187 h 874716"/>
                  <a:gd name="connsiteX140" fmla="*/ 2966565 w 6857455"/>
                  <a:gd name="connsiteY140" fmla="*/ 554286 h 874716"/>
                  <a:gd name="connsiteX141" fmla="*/ 3028671 w 6857455"/>
                  <a:gd name="connsiteY141" fmla="*/ 554094 h 874716"/>
                  <a:gd name="connsiteX142" fmla="*/ 3073059 w 6857455"/>
                  <a:gd name="connsiteY142" fmla="*/ 564192 h 874716"/>
                  <a:gd name="connsiteX143" fmla="*/ 3182219 w 6857455"/>
                  <a:gd name="connsiteY143" fmla="*/ 594862 h 874716"/>
                  <a:gd name="connsiteX144" fmla="*/ 3233656 w 6857455"/>
                  <a:gd name="connsiteY144" fmla="*/ 599625 h 874716"/>
                  <a:gd name="connsiteX145" fmla="*/ 3288332 w 6857455"/>
                  <a:gd name="connsiteY145" fmla="*/ 609914 h 874716"/>
                  <a:gd name="connsiteX146" fmla="*/ 3423591 w 6857455"/>
                  <a:gd name="connsiteY146" fmla="*/ 656015 h 874716"/>
                  <a:gd name="connsiteX147" fmla="*/ 3534084 w 6857455"/>
                  <a:gd name="connsiteY147" fmla="*/ 653349 h 874716"/>
                  <a:gd name="connsiteX148" fmla="*/ 3604571 w 6857455"/>
                  <a:gd name="connsiteY148" fmla="*/ 653918 h 874716"/>
                  <a:gd name="connsiteX149" fmla="*/ 3688586 w 6857455"/>
                  <a:gd name="connsiteY149" fmla="*/ 669160 h 874716"/>
                  <a:gd name="connsiteX150" fmla="*/ 3757358 w 6857455"/>
                  <a:gd name="connsiteY150" fmla="*/ 691450 h 874716"/>
                  <a:gd name="connsiteX151" fmla="*/ 3852421 w 6857455"/>
                  <a:gd name="connsiteY151" fmla="*/ 709167 h 874716"/>
                  <a:gd name="connsiteX152" fmla="*/ 3947104 w 6857455"/>
                  <a:gd name="connsiteY152" fmla="*/ 743267 h 874716"/>
                  <a:gd name="connsiteX153" fmla="*/ 4013208 w 6857455"/>
                  <a:gd name="connsiteY153" fmla="*/ 769367 h 874716"/>
                  <a:gd name="connsiteX154" fmla="*/ 4105222 w 6857455"/>
                  <a:gd name="connsiteY154" fmla="*/ 792417 h 874716"/>
                  <a:gd name="connsiteX155" fmla="*/ 4246006 w 6857455"/>
                  <a:gd name="connsiteY155" fmla="*/ 808610 h 874716"/>
                  <a:gd name="connsiteX156" fmla="*/ 4310779 w 6857455"/>
                  <a:gd name="connsiteY156" fmla="*/ 810326 h 874716"/>
                  <a:gd name="connsiteX157" fmla="*/ 4413272 w 6857455"/>
                  <a:gd name="connsiteY157" fmla="*/ 848235 h 874716"/>
                  <a:gd name="connsiteX158" fmla="*/ 4457087 w 6857455"/>
                  <a:gd name="connsiteY158" fmla="*/ 866524 h 874716"/>
                  <a:gd name="connsiteX159" fmla="*/ 4496523 w 6857455"/>
                  <a:gd name="connsiteY159" fmla="*/ 851284 h 874716"/>
                  <a:gd name="connsiteX160" fmla="*/ 4522050 w 6857455"/>
                  <a:gd name="connsiteY160" fmla="*/ 833757 h 874716"/>
                  <a:gd name="connsiteX161" fmla="*/ 4602824 w 6857455"/>
                  <a:gd name="connsiteY161" fmla="*/ 848618 h 874716"/>
                  <a:gd name="connsiteX162" fmla="*/ 4688553 w 6857455"/>
                  <a:gd name="connsiteY162" fmla="*/ 864238 h 874716"/>
                  <a:gd name="connsiteX163" fmla="*/ 4749895 w 6857455"/>
                  <a:gd name="connsiteY163" fmla="*/ 874716 h 874716"/>
                  <a:gd name="connsiteX164" fmla="*/ 4826480 w 6857455"/>
                  <a:gd name="connsiteY164" fmla="*/ 866334 h 874716"/>
                  <a:gd name="connsiteX165" fmla="*/ 4886870 w 6857455"/>
                  <a:gd name="connsiteY165" fmla="*/ 862906 h 874716"/>
                  <a:gd name="connsiteX166" fmla="*/ 4935639 w 6857455"/>
                  <a:gd name="connsiteY166" fmla="*/ 853190 h 874716"/>
                  <a:gd name="connsiteX167" fmla="*/ 4952784 w 6857455"/>
                  <a:gd name="connsiteY167" fmla="*/ 847473 h 874716"/>
                  <a:gd name="connsiteX168" fmla="*/ 5088617 w 6857455"/>
                  <a:gd name="connsiteY168" fmla="*/ 802896 h 874716"/>
                  <a:gd name="connsiteX169" fmla="*/ 5233781 w 6857455"/>
                  <a:gd name="connsiteY169" fmla="*/ 767271 h 874716"/>
                  <a:gd name="connsiteX170" fmla="*/ 5327893 w 6857455"/>
                  <a:gd name="connsiteY170" fmla="*/ 789752 h 874716"/>
                  <a:gd name="connsiteX171" fmla="*/ 5362946 w 6857455"/>
                  <a:gd name="connsiteY171" fmla="*/ 789370 h 874716"/>
                  <a:gd name="connsiteX172" fmla="*/ 5524115 w 6857455"/>
                  <a:gd name="connsiteY172" fmla="*/ 794514 h 874716"/>
                  <a:gd name="connsiteX173" fmla="*/ 5552500 w 6857455"/>
                  <a:gd name="connsiteY173" fmla="*/ 800038 h 874716"/>
                  <a:gd name="connsiteX174" fmla="*/ 5705857 w 6857455"/>
                  <a:gd name="connsiteY174" fmla="*/ 777367 h 874716"/>
                  <a:gd name="connsiteX175" fmla="*/ 5761485 w 6857455"/>
                  <a:gd name="connsiteY175" fmla="*/ 773557 h 874716"/>
                  <a:gd name="connsiteX176" fmla="*/ 5812731 w 6857455"/>
                  <a:gd name="connsiteY176" fmla="*/ 767271 h 874716"/>
                  <a:gd name="connsiteX177" fmla="*/ 5884361 w 6857455"/>
                  <a:gd name="connsiteY177" fmla="*/ 765747 h 874716"/>
                  <a:gd name="connsiteX178" fmla="*/ 5958660 w 6857455"/>
                  <a:gd name="connsiteY178" fmla="*/ 768605 h 874716"/>
                  <a:gd name="connsiteX179" fmla="*/ 6041528 w 6857455"/>
                  <a:gd name="connsiteY179" fmla="*/ 768033 h 874716"/>
                  <a:gd name="connsiteX180" fmla="*/ 6074297 w 6857455"/>
                  <a:gd name="connsiteY180" fmla="*/ 763081 h 874716"/>
                  <a:gd name="connsiteX181" fmla="*/ 6162880 w 6857455"/>
                  <a:gd name="connsiteY181" fmla="*/ 766509 h 874716"/>
                  <a:gd name="connsiteX182" fmla="*/ 6209364 w 6857455"/>
                  <a:gd name="connsiteY182" fmla="*/ 760795 h 874716"/>
                  <a:gd name="connsiteX183" fmla="*/ 6285948 w 6857455"/>
                  <a:gd name="connsiteY183" fmla="*/ 759651 h 874716"/>
                  <a:gd name="connsiteX184" fmla="*/ 6310905 w 6857455"/>
                  <a:gd name="connsiteY184" fmla="*/ 758316 h 874716"/>
                  <a:gd name="connsiteX185" fmla="*/ 6333194 w 6857455"/>
                  <a:gd name="connsiteY185" fmla="*/ 757554 h 874716"/>
                  <a:gd name="connsiteX186" fmla="*/ 6409586 w 6857455"/>
                  <a:gd name="connsiteY186" fmla="*/ 773177 h 874716"/>
                  <a:gd name="connsiteX187" fmla="*/ 6477407 w 6857455"/>
                  <a:gd name="connsiteY187" fmla="*/ 774129 h 874716"/>
                  <a:gd name="connsiteX188" fmla="*/ 6596283 w 6857455"/>
                  <a:gd name="connsiteY188" fmla="*/ 786703 h 874716"/>
                  <a:gd name="connsiteX189" fmla="*/ 6622573 w 6857455"/>
                  <a:gd name="connsiteY189" fmla="*/ 782321 h 874716"/>
                  <a:gd name="connsiteX190" fmla="*/ 6704872 w 6857455"/>
                  <a:gd name="connsiteY190" fmla="*/ 780607 h 874716"/>
                  <a:gd name="connsiteX191" fmla="*/ 6751738 w 6857455"/>
                  <a:gd name="connsiteY191" fmla="*/ 779273 h 874716"/>
                  <a:gd name="connsiteX192" fmla="*/ 6809650 w 6857455"/>
                  <a:gd name="connsiteY192" fmla="*/ 788417 h 874716"/>
                  <a:gd name="connsiteX193" fmla="*/ 6832976 w 6857455"/>
                  <a:gd name="connsiteY193" fmla="*/ 800428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</a:cxnLst>
                <a:rect l="l" t="t" r="r" b="b"/>
                <a:pathLst>
                  <a:path w="6857455" h="874716">
                    <a:moveTo>
                      <a:pt x="6857455" y="804643"/>
                    </a:moveTo>
                    <a:lnTo>
                      <a:pt x="6857455" y="562246"/>
                    </a:lnTo>
                    <a:lnTo>
                      <a:pt x="6829178" y="551284"/>
                    </a:lnTo>
                    <a:cubicBezTo>
                      <a:pt x="6805745" y="539044"/>
                      <a:pt x="6784885" y="521708"/>
                      <a:pt x="6766024" y="500372"/>
                    </a:cubicBezTo>
                    <a:cubicBezTo>
                      <a:pt x="6755166" y="488179"/>
                      <a:pt x="6746784" y="486845"/>
                      <a:pt x="6734971" y="500944"/>
                    </a:cubicBezTo>
                    <a:cubicBezTo>
                      <a:pt x="6721257" y="517326"/>
                      <a:pt x="6701634" y="510850"/>
                      <a:pt x="6683915" y="507040"/>
                    </a:cubicBezTo>
                    <a:cubicBezTo>
                      <a:pt x="6665629" y="503230"/>
                      <a:pt x="6647148" y="499228"/>
                      <a:pt x="6628860" y="495418"/>
                    </a:cubicBezTo>
                    <a:cubicBezTo>
                      <a:pt x="6615335" y="492752"/>
                      <a:pt x="6601999" y="490466"/>
                      <a:pt x="6588662" y="487227"/>
                    </a:cubicBezTo>
                    <a:cubicBezTo>
                      <a:pt x="6547133" y="477129"/>
                      <a:pt x="6509794" y="480177"/>
                      <a:pt x="6476074" y="511230"/>
                    </a:cubicBezTo>
                    <a:cubicBezTo>
                      <a:pt x="6450356" y="535043"/>
                      <a:pt x="6417399" y="542093"/>
                      <a:pt x="6382345" y="534853"/>
                    </a:cubicBezTo>
                    <a:cubicBezTo>
                      <a:pt x="6377963" y="533901"/>
                      <a:pt x="6372439" y="530091"/>
                      <a:pt x="6369391" y="531615"/>
                    </a:cubicBezTo>
                    <a:cubicBezTo>
                      <a:pt x="6323479" y="553904"/>
                      <a:pt x="6287092" y="514658"/>
                      <a:pt x="6244799" y="512182"/>
                    </a:cubicBezTo>
                    <a:cubicBezTo>
                      <a:pt x="6226130" y="511040"/>
                      <a:pt x="6207079" y="496942"/>
                      <a:pt x="6190315" y="485703"/>
                    </a:cubicBezTo>
                    <a:cubicBezTo>
                      <a:pt x="6167262" y="470271"/>
                      <a:pt x="6146687" y="455412"/>
                      <a:pt x="6115446" y="462270"/>
                    </a:cubicBezTo>
                    <a:cubicBezTo>
                      <a:pt x="6084203" y="469319"/>
                      <a:pt x="6055627" y="456364"/>
                      <a:pt x="6032194" y="434266"/>
                    </a:cubicBezTo>
                    <a:cubicBezTo>
                      <a:pt x="6014287" y="417501"/>
                      <a:pt x="5994665" y="415977"/>
                      <a:pt x="5971042" y="420738"/>
                    </a:cubicBezTo>
                    <a:cubicBezTo>
                      <a:pt x="5941513" y="426645"/>
                      <a:pt x="5910842" y="427027"/>
                      <a:pt x="5880933" y="430646"/>
                    </a:cubicBezTo>
                    <a:cubicBezTo>
                      <a:pt x="5874454" y="431408"/>
                      <a:pt x="5866265" y="434076"/>
                      <a:pt x="5862452" y="438648"/>
                    </a:cubicBezTo>
                    <a:cubicBezTo>
                      <a:pt x="5815779" y="495418"/>
                      <a:pt x="5750055" y="495990"/>
                      <a:pt x="5685283" y="498658"/>
                    </a:cubicBezTo>
                    <a:cubicBezTo>
                      <a:pt x="5646039" y="500372"/>
                      <a:pt x="5606604" y="500372"/>
                      <a:pt x="5567169" y="499420"/>
                    </a:cubicBezTo>
                    <a:cubicBezTo>
                      <a:pt x="5553832" y="499228"/>
                      <a:pt x="5539736" y="496180"/>
                      <a:pt x="5527923" y="490466"/>
                    </a:cubicBezTo>
                    <a:cubicBezTo>
                      <a:pt x="5503348" y="478463"/>
                      <a:pt x="5480680" y="462843"/>
                      <a:pt x="5456292" y="450650"/>
                    </a:cubicBezTo>
                    <a:cubicBezTo>
                      <a:pt x="5447151" y="445886"/>
                      <a:pt x="5435338" y="445696"/>
                      <a:pt x="5424670" y="444934"/>
                    </a:cubicBezTo>
                    <a:cubicBezTo>
                      <a:pt x="5405809" y="443410"/>
                      <a:pt x="5384854" y="447982"/>
                      <a:pt x="5368662" y="441124"/>
                    </a:cubicBezTo>
                    <a:cubicBezTo>
                      <a:pt x="5326559" y="423407"/>
                      <a:pt x="5287123" y="427407"/>
                      <a:pt x="5247118" y="444934"/>
                    </a:cubicBezTo>
                    <a:cubicBezTo>
                      <a:pt x="5191108" y="469509"/>
                      <a:pt x="5138148" y="467605"/>
                      <a:pt x="5088617" y="428742"/>
                    </a:cubicBezTo>
                    <a:cubicBezTo>
                      <a:pt x="5066328" y="411215"/>
                      <a:pt x="5044609" y="419596"/>
                      <a:pt x="5025750" y="433694"/>
                    </a:cubicBezTo>
                    <a:cubicBezTo>
                      <a:pt x="5004032" y="450078"/>
                      <a:pt x="4982885" y="454268"/>
                      <a:pt x="4957930" y="442268"/>
                    </a:cubicBezTo>
                    <a:cubicBezTo>
                      <a:pt x="4952404" y="439600"/>
                      <a:pt x="4944594" y="440933"/>
                      <a:pt x="4938116" y="441886"/>
                    </a:cubicBezTo>
                    <a:cubicBezTo>
                      <a:pt x="4901158" y="446648"/>
                      <a:pt x="4864009" y="454650"/>
                      <a:pt x="4833910" y="421693"/>
                    </a:cubicBezTo>
                    <a:cubicBezTo>
                      <a:pt x="4828004" y="415214"/>
                      <a:pt x="4818097" y="412549"/>
                      <a:pt x="4810095" y="408167"/>
                    </a:cubicBezTo>
                    <a:cubicBezTo>
                      <a:pt x="4776566" y="390258"/>
                      <a:pt x="4777900" y="391974"/>
                      <a:pt x="4747991" y="413691"/>
                    </a:cubicBezTo>
                    <a:cubicBezTo>
                      <a:pt x="4732369" y="425121"/>
                      <a:pt x="4710842" y="436742"/>
                      <a:pt x="4692745" y="435790"/>
                    </a:cubicBezTo>
                    <a:cubicBezTo>
                      <a:pt x="4583584" y="430075"/>
                      <a:pt x="4479758" y="457508"/>
                      <a:pt x="4375933" y="483417"/>
                    </a:cubicBezTo>
                    <a:cubicBezTo>
                      <a:pt x="4311923" y="499420"/>
                      <a:pt x="4249436" y="500372"/>
                      <a:pt x="4185426" y="484179"/>
                    </a:cubicBezTo>
                    <a:cubicBezTo>
                      <a:pt x="4139133" y="472367"/>
                      <a:pt x="4095315" y="491800"/>
                      <a:pt x="4052072" y="505134"/>
                    </a:cubicBezTo>
                    <a:cubicBezTo>
                      <a:pt x="4043117" y="507799"/>
                      <a:pt x="4034735" y="518278"/>
                      <a:pt x="4029973" y="527233"/>
                    </a:cubicBezTo>
                    <a:cubicBezTo>
                      <a:pt x="4012826" y="558858"/>
                      <a:pt x="3984441" y="563810"/>
                      <a:pt x="3948626" y="550666"/>
                    </a:cubicBezTo>
                    <a:cubicBezTo>
                      <a:pt x="3920241" y="540377"/>
                      <a:pt x="3894332" y="526661"/>
                      <a:pt x="3871280" y="502275"/>
                    </a:cubicBezTo>
                    <a:cubicBezTo>
                      <a:pt x="3844229" y="473701"/>
                      <a:pt x="3816224" y="441124"/>
                      <a:pt x="3774312" y="429122"/>
                    </a:cubicBezTo>
                    <a:cubicBezTo>
                      <a:pt x="3756214" y="423979"/>
                      <a:pt x="3740593" y="423217"/>
                      <a:pt x="3721543" y="428552"/>
                    </a:cubicBezTo>
                    <a:cubicBezTo>
                      <a:pt x="3684583" y="438837"/>
                      <a:pt x="3647436" y="446078"/>
                      <a:pt x="3612763" y="414263"/>
                    </a:cubicBezTo>
                    <a:cubicBezTo>
                      <a:pt x="3593712" y="396736"/>
                      <a:pt x="3567994" y="385496"/>
                      <a:pt x="3537323" y="389878"/>
                    </a:cubicBezTo>
                    <a:cubicBezTo>
                      <a:pt x="3499031" y="395402"/>
                      <a:pt x="3464168" y="381496"/>
                      <a:pt x="3431593" y="360921"/>
                    </a:cubicBezTo>
                    <a:cubicBezTo>
                      <a:pt x="3419971" y="353491"/>
                      <a:pt x="3405682" y="349301"/>
                      <a:pt x="3392158" y="345681"/>
                    </a:cubicBezTo>
                    <a:cubicBezTo>
                      <a:pt x="3360915" y="337298"/>
                      <a:pt x="3329480" y="329868"/>
                      <a:pt x="3297856" y="323010"/>
                    </a:cubicBezTo>
                    <a:cubicBezTo>
                      <a:pt x="3271948" y="317296"/>
                      <a:pt x="3245849" y="313104"/>
                      <a:pt x="3219748" y="308151"/>
                    </a:cubicBezTo>
                    <a:cubicBezTo>
                      <a:pt x="3191173" y="302817"/>
                      <a:pt x="3168502" y="290433"/>
                      <a:pt x="3156692" y="261668"/>
                    </a:cubicBezTo>
                    <a:cubicBezTo>
                      <a:pt x="3152882" y="252524"/>
                      <a:pt x="3143737" y="245283"/>
                      <a:pt x="3136497" y="237663"/>
                    </a:cubicBezTo>
                    <a:cubicBezTo>
                      <a:pt x="3131355" y="232139"/>
                      <a:pt x="3124495" y="227947"/>
                      <a:pt x="3119733" y="222233"/>
                    </a:cubicBezTo>
                    <a:cubicBezTo>
                      <a:pt x="3094776" y="192132"/>
                      <a:pt x="3070201" y="161843"/>
                      <a:pt x="3045436" y="131742"/>
                    </a:cubicBezTo>
                    <a:cubicBezTo>
                      <a:pt x="3042958" y="128884"/>
                      <a:pt x="3040292" y="125455"/>
                      <a:pt x="3037054" y="124121"/>
                    </a:cubicBezTo>
                    <a:cubicBezTo>
                      <a:pt x="3003525" y="110215"/>
                      <a:pt x="2969614" y="97070"/>
                      <a:pt x="2936466" y="82400"/>
                    </a:cubicBezTo>
                    <a:cubicBezTo>
                      <a:pt x="2923702" y="76686"/>
                      <a:pt x="2910558" y="69637"/>
                      <a:pt x="2901031" y="59731"/>
                    </a:cubicBezTo>
                    <a:cubicBezTo>
                      <a:pt x="2879314" y="37250"/>
                      <a:pt x="2859502" y="12866"/>
                      <a:pt x="2828259" y="3149"/>
                    </a:cubicBezTo>
                    <a:cubicBezTo>
                      <a:pt x="2819114" y="293"/>
                      <a:pt x="2808256" y="-1231"/>
                      <a:pt x="2799492" y="1245"/>
                    </a:cubicBezTo>
                    <a:cubicBezTo>
                      <a:pt x="2763867" y="11532"/>
                      <a:pt x="2729005" y="24296"/>
                      <a:pt x="2693570" y="35154"/>
                    </a:cubicBezTo>
                    <a:cubicBezTo>
                      <a:pt x="2671092" y="41823"/>
                      <a:pt x="2650707" y="49825"/>
                      <a:pt x="2639847" y="73448"/>
                    </a:cubicBezTo>
                    <a:cubicBezTo>
                      <a:pt x="2636801" y="80114"/>
                      <a:pt x="2628226" y="87354"/>
                      <a:pt x="2621178" y="88688"/>
                    </a:cubicBezTo>
                    <a:cubicBezTo>
                      <a:pt x="2575839" y="97260"/>
                      <a:pt x="2531069" y="101451"/>
                      <a:pt x="2489348" y="72304"/>
                    </a:cubicBezTo>
                    <a:cubicBezTo>
                      <a:pt x="2480585" y="66017"/>
                      <a:pt x="2464201" y="66017"/>
                      <a:pt x="2452580" y="68683"/>
                    </a:cubicBezTo>
                    <a:cubicBezTo>
                      <a:pt x="2407811" y="78590"/>
                      <a:pt x="2365328" y="82020"/>
                      <a:pt x="2326464" y="50395"/>
                    </a:cubicBezTo>
                    <a:cubicBezTo>
                      <a:pt x="2321892" y="46585"/>
                      <a:pt x="2307224" y="50015"/>
                      <a:pt x="2300365" y="54777"/>
                    </a:cubicBezTo>
                    <a:cubicBezTo>
                      <a:pt x="2234259" y="101261"/>
                      <a:pt x="2198064" y="102405"/>
                      <a:pt x="2130434" y="58397"/>
                    </a:cubicBezTo>
                    <a:cubicBezTo>
                      <a:pt x="2126052" y="55539"/>
                      <a:pt x="2120337" y="52301"/>
                      <a:pt x="2118621" y="47919"/>
                    </a:cubicBezTo>
                    <a:cubicBezTo>
                      <a:pt x="2107001" y="19914"/>
                      <a:pt x="2082236" y="19152"/>
                      <a:pt x="2057659" y="16866"/>
                    </a:cubicBezTo>
                    <a:cubicBezTo>
                      <a:pt x="2030608" y="14390"/>
                      <a:pt x="2003555" y="11152"/>
                      <a:pt x="1976314" y="8865"/>
                    </a:cubicBezTo>
                    <a:cubicBezTo>
                      <a:pt x="1971550" y="8483"/>
                      <a:pt x="1966216" y="10007"/>
                      <a:pt x="1961454" y="11724"/>
                    </a:cubicBezTo>
                    <a:cubicBezTo>
                      <a:pt x="1943165" y="18010"/>
                      <a:pt x="1925449" y="27154"/>
                      <a:pt x="1906588" y="30964"/>
                    </a:cubicBezTo>
                    <a:cubicBezTo>
                      <a:pt x="1865821" y="39156"/>
                      <a:pt x="1826385" y="55539"/>
                      <a:pt x="1783330" y="48871"/>
                    </a:cubicBezTo>
                    <a:cubicBezTo>
                      <a:pt x="1775902" y="47729"/>
                      <a:pt x="1767327" y="53253"/>
                      <a:pt x="1759327" y="55349"/>
                    </a:cubicBezTo>
                    <a:cubicBezTo>
                      <a:pt x="1744849" y="58969"/>
                      <a:pt x="1730750" y="64111"/>
                      <a:pt x="1716082" y="65445"/>
                    </a:cubicBezTo>
                    <a:cubicBezTo>
                      <a:pt x="1677218" y="68875"/>
                      <a:pt x="1637975" y="71924"/>
                      <a:pt x="1598920" y="72114"/>
                    </a:cubicBezTo>
                    <a:cubicBezTo>
                      <a:pt x="1580061" y="72304"/>
                      <a:pt x="1561201" y="65065"/>
                      <a:pt x="1542150" y="62207"/>
                    </a:cubicBezTo>
                    <a:cubicBezTo>
                      <a:pt x="1533578" y="60873"/>
                      <a:pt x="1519669" y="58587"/>
                      <a:pt x="1516813" y="62779"/>
                    </a:cubicBezTo>
                    <a:cubicBezTo>
                      <a:pt x="1494714" y="94592"/>
                      <a:pt x="1463661" y="88496"/>
                      <a:pt x="1432228" y="88116"/>
                    </a:cubicBezTo>
                    <a:cubicBezTo>
                      <a:pt x="1362884" y="87354"/>
                      <a:pt x="1295826" y="60493"/>
                      <a:pt x="1224765" y="71924"/>
                    </a:cubicBezTo>
                    <a:cubicBezTo>
                      <a:pt x="1204191" y="75162"/>
                      <a:pt x="1181330" y="62397"/>
                      <a:pt x="1159231" y="58207"/>
                    </a:cubicBezTo>
                    <a:cubicBezTo>
                      <a:pt x="1147801" y="56111"/>
                      <a:pt x="1135228" y="53633"/>
                      <a:pt x="1124370" y="56301"/>
                    </a:cubicBezTo>
                    <a:cubicBezTo>
                      <a:pt x="1107605" y="60493"/>
                      <a:pt x="1091411" y="68113"/>
                      <a:pt x="1075600" y="75542"/>
                    </a:cubicBezTo>
                    <a:cubicBezTo>
                      <a:pt x="1046261" y="89258"/>
                      <a:pt x="1016162" y="89258"/>
                      <a:pt x="986633" y="79162"/>
                    </a:cubicBezTo>
                    <a:cubicBezTo>
                      <a:pt x="944722" y="64873"/>
                      <a:pt x="903193" y="64873"/>
                      <a:pt x="861089" y="76304"/>
                    </a:cubicBezTo>
                    <a:cubicBezTo>
                      <a:pt x="826990" y="85638"/>
                      <a:pt x="791935" y="92116"/>
                      <a:pt x="759168" y="104689"/>
                    </a:cubicBezTo>
                    <a:cubicBezTo>
                      <a:pt x="744689" y="110215"/>
                      <a:pt x="732497" y="126597"/>
                      <a:pt x="723735" y="140696"/>
                    </a:cubicBezTo>
                    <a:cubicBezTo>
                      <a:pt x="706018" y="169271"/>
                      <a:pt x="674013" y="169081"/>
                      <a:pt x="647532" y="147934"/>
                    </a:cubicBezTo>
                    <a:cubicBezTo>
                      <a:pt x="619717" y="125645"/>
                      <a:pt x="584664" y="112501"/>
                      <a:pt x="552659" y="95926"/>
                    </a:cubicBezTo>
                    <a:cubicBezTo>
                      <a:pt x="549993" y="94592"/>
                      <a:pt x="545039" y="96116"/>
                      <a:pt x="541800" y="97640"/>
                    </a:cubicBezTo>
                    <a:cubicBezTo>
                      <a:pt x="488649" y="122407"/>
                      <a:pt x="433593" y="126979"/>
                      <a:pt x="375107" y="123169"/>
                    </a:cubicBezTo>
                    <a:cubicBezTo>
                      <a:pt x="341960" y="121073"/>
                      <a:pt x="307289" y="137076"/>
                      <a:pt x="273567" y="145458"/>
                    </a:cubicBezTo>
                    <a:cubicBezTo>
                      <a:pt x="269757" y="146410"/>
                      <a:pt x="266519" y="151174"/>
                      <a:pt x="264043" y="154792"/>
                    </a:cubicBezTo>
                    <a:cubicBezTo>
                      <a:pt x="240228" y="190800"/>
                      <a:pt x="208223" y="200706"/>
                      <a:pt x="169360" y="177273"/>
                    </a:cubicBezTo>
                    <a:cubicBezTo>
                      <a:pt x="143643" y="161651"/>
                      <a:pt x="118114" y="158032"/>
                      <a:pt x="89347" y="157460"/>
                    </a:cubicBezTo>
                    <a:cubicBezTo>
                      <a:pt x="71059" y="157078"/>
                      <a:pt x="52962" y="147934"/>
                      <a:pt x="34291" y="145268"/>
                    </a:cubicBezTo>
                    <a:lnTo>
                      <a:pt x="0" y="142056"/>
                    </a:lnTo>
                    <a:lnTo>
                      <a:pt x="0" y="849556"/>
                    </a:lnTo>
                    <a:lnTo>
                      <a:pt x="60652" y="844783"/>
                    </a:lnTo>
                    <a:cubicBezTo>
                      <a:pt x="80251" y="839473"/>
                      <a:pt x="99446" y="832043"/>
                      <a:pt x="119068" y="827281"/>
                    </a:cubicBezTo>
                    <a:cubicBezTo>
                      <a:pt x="137355" y="822899"/>
                      <a:pt x="154501" y="812802"/>
                      <a:pt x="171840" y="804420"/>
                    </a:cubicBezTo>
                    <a:cubicBezTo>
                      <a:pt x="204985" y="788417"/>
                      <a:pt x="240420" y="798514"/>
                      <a:pt x="274329" y="794324"/>
                    </a:cubicBezTo>
                    <a:cubicBezTo>
                      <a:pt x="285188" y="792990"/>
                      <a:pt x="296046" y="791466"/>
                      <a:pt x="306715" y="788798"/>
                    </a:cubicBezTo>
                    <a:cubicBezTo>
                      <a:pt x="335864" y="781749"/>
                      <a:pt x="365583" y="775653"/>
                      <a:pt x="393967" y="765937"/>
                    </a:cubicBezTo>
                    <a:cubicBezTo>
                      <a:pt x="426165" y="755078"/>
                      <a:pt x="457028" y="740600"/>
                      <a:pt x="493793" y="725549"/>
                    </a:cubicBezTo>
                    <a:cubicBezTo>
                      <a:pt x="506557" y="729360"/>
                      <a:pt x="526180" y="739648"/>
                      <a:pt x="546373" y="740600"/>
                    </a:cubicBezTo>
                    <a:cubicBezTo>
                      <a:pt x="611337" y="743838"/>
                      <a:pt x="672107" y="726121"/>
                      <a:pt x="730211" y="698116"/>
                    </a:cubicBezTo>
                    <a:cubicBezTo>
                      <a:pt x="747927" y="689734"/>
                      <a:pt x="766980" y="684210"/>
                      <a:pt x="784889" y="676018"/>
                    </a:cubicBezTo>
                    <a:cubicBezTo>
                      <a:pt x="791173" y="673161"/>
                      <a:pt x="799365" y="667065"/>
                      <a:pt x="800509" y="661349"/>
                    </a:cubicBezTo>
                    <a:cubicBezTo>
                      <a:pt x="807175" y="628201"/>
                      <a:pt x="831942" y="628772"/>
                      <a:pt x="857661" y="626868"/>
                    </a:cubicBezTo>
                    <a:cubicBezTo>
                      <a:pt x="888332" y="624582"/>
                      <a:pt x="918621" y="619248"/>
                      <a:pt x="949102" y="614676"/>
                    </a:cubicBezTo>
                    <a:cubicBezTo>
                      <a:pt x="953104" y="614104"/>
                      <a:pt x="956722" y="610104"/>
                      <a:pt x="960342" y="607435"/>
                    </a:cubicBezTo>
                    <a:cubicBezTo>
                      <a:pt x="965867" y="603435"/>
                      <a:pt x="971011" y="597339"/>
                      <a:pt x="977109" y="595815"/>
                    </a:cubicBezTo>
                    <a:cubicBezTo>
                      <a:pt x="1008350" y="588385"/>
                      <a:pt x="1039783" y="582099"/>
                      <a:pt x="1071218" y="575240"/>
                    </a:cubicBezTo>
                    <a:cubicBezTo>
                      <a:pt x="1078266" y="573716"/>
                      <a:pt x="1085505" y="571812"/>
                      <a:pt x="1091983" y="568764"/>
                    </a:cubicBezTo>
                    <a:cubicBezTo>
                      <a:pt x="1098079" y="565906"/>
                      <a:pt x="1103223" y="560952"/>
                      <a:pt x="1109321" y="557904"/>
                    </a:cubicBezTo>
                    <a:cubicBezTo>
                      <a:pt x="1125892" y="549714"/>
                      <a:pt x="1142851" y="542093"/>
                      <a:pt x="1162279" y="532949"/>
                    </a:cubicBezTo>
                    <a:cubicBezTo>
                      <a:pt x="1173138" y="550094"/>
                      <a:pt x="1187810" y="540377"/>
                      <a:pt x="1206097" y="532187"/>
                    </a:cubicBezTo>
                    <a:cubicBezTo>
                      <a:pt x="1224765" y="523805"/>
                      <a:pt x="1246292" y="521137"/>
                      <a:pt x="1266867" y="518088"/>
                    </a:cubicBezTo>
                    <a:cubicBezTo>
                      <a:pt x="1304588" y="512564"/>
                      <a:pt x="1342499" y="509134"/>
                      <a:pt x="1380219" y="504182"/>
                    </a:cubicBezTo>
                    <a:cubicBezTo>
                      <a:pt x="1388221" y="503038"/>
                      <a:pt x="1397365" y="500944"/>
                      <a:pt x="1403461" y="496180"/>
                    </a:cubicBezTo>
                    <a:cubicBezTo>
                      <a:pt x="1445181" y="464175"/>
                      <a:pt x="1495858" y="455222"/>
                      <a:pt x="1544054" y="458268"/>
                    </a:cubicBezTo>
                    <a:cubicBezTo>
                      <a:pt x="1581965" y="460557"/>
                      <a:pt x="1619114" y="462270"/>
                      <a:pt x="1656644" y="459032"/>
                    </a:cubicBezTo>
                    <a:cubicBezTo>
                      <a:pt x="1659502" y="458841"/>
                      <a:pt x="1663312" y="459223"/>
                      <a:pt x="1665406" y="460747"/>
                    </a:cubicBezTo>
                    <a:cubicBezTo>
                      <a:pt x="1678360" y="470843"/>
                      <a:pt x="1691887" y="471605"/>
                      <a:pt x="1708461" y="473318"/>
                    </a:cubicBezTo>
                    <a:cubicBezTo>
                      <a:pt x="1731894" y="475797"/>
                      <a:pt x="1753421" y="474081"/>
                      <a:pt x="1775140" y="469891"/>
                    </a:cubicBezTo>
                    <a:cubicBezTo>
                      <a:pt x="1790952" y="466843"/>
                      <a:pt x="1806953" y="460557"/>
                      <a:pt x="1821051" y="452554"/>
                    </a:cubicBezTo>
                    <a:cubicBezTo>
                      <a:pt x="1840672" y="441314"/>
                      <a:pt x="1859535" y="436934"/>
                      <a:pt x="1878203" y="451792"/>
                    </a:cubicBezTo>
                    <a:cubicBezTo>
                      <a:pt x="1898396" y="467605"/>
                      <a:pt x="1921257" y="462081"/>
                      <a:pt x="1943547" y="462651"/>
                    </a:cubicBezTo>
                    <a:cubicBezTo>
                      <a:pt x="1953262" y="462843"/>
                      <a:pt x="1963550" y="462461"/>
                      <a:pt x="1972884" y="464937"/>
                    </a:cubicBezTo>
                    <a:cubicBezTo>
                      <a:pt x="1999935" y="471987"/>
                      <a:pt x="2026036" y="482655"/>
                      <a:pt x="2053469" y="487417"/>
                    </a:cubicBezTo>
                    <a:cubicBezTo>
                      <a:pt x="2068710" y="490084"/>
                      <a:pt x="2085664" y="485321"/>
                      <a:pt x="2101477" y="481893"/>
                    </a:cubicBezTo>
                    <a:cubicBezTo>
                      <a:pt x="2117479" y="478273"/>
                      <a:pt x="2133290" y="472749"/>
                      <a:pt x="2148722" y="467033"/>
                    </a:cubicBezTo>
                    <a:cubicBezTo>
                      <a:pt x="2159199" y="463223"/>
                      <a:pt x="2170629" y="459603"/>
                      <a:pt x="2179011" y="452744"/>
                    </a:cubicBezTo>
                    <a:cubicBezTo>
                      <a:pt x="2198064" y="437124"/>
                      <a:pt x="2217685" y="434455"/>
                      <a:pt x="2240165" y="442648"/>
                    </a:cubicBezTo>
                    <a:cubicBezTo>
                      <a:pt x="2243593" y="443982"/>
                      <a:pt x="2247594" y="443982"/>
                      <a:pt x="2251404" y="444172"/>
                    </a:cubicBezTo>
                    <a:cubicBezTo>
                      <a:pt x="2312370" y="448172"/>
                      <a:pt x="2373330" y="450650"/>
                      <a:pt x="2433912" y="456746"/>
                    </a:cubicBezTo>
                    <a:cubicBezTo>
                      <a:pt x="2458485" y="459223"/>
                      <a:pt x="2482107" y="470081"/>
                      <a:pt x="2506302" y="476939"/>
                    </a:cubicBezTo>
                    <a:cubicBezTo>
                      <a:pt x="2511256" y="478273"/>
                      <a:pt x="2516783" y="480369"/>
                      <a:pt x="2521735" y="479415"/>
                    </a:cubicBezTo>
                    <a:cubicBezTo>
                      <a:pt x="2575647" y="469891"/>
                      <a:pt x="2626132" y="483797"/>
                      <a:pt x="2675854" y="502086"/>
                    </a:cubicBezTo>
                    <a:cubicBezTo>
                      <a:pt x="2680996" y="503992"/>
                      <a:pt x="2687282" y="503419"/>
                      <a:pt x="2692998" y="503038"/>
                    </a:cubicBezTo>
                    <a:cubicBezTo>
                      <a:pt x="2709003" y="501706"/>
                      <a:pt x="2726337" y="495038"/>
                      <a:pt x="2740816" y="499037"/>
                    </a:cubicBezTo>
                    <a:cubicBezTo>
                      <a:pt x="2779297" y="510088"/>
                      <a:pt x="2817398" y="523423"/>
                      <a:pt x="2853596" y="540187"/>
                    </a:cubicBezTo>
                    <a:cubicBezTo>
                      <a:pt x="2890365" y="557142"/>
                      <a:pt x="2924464" y="571430"/>
                      <a:pt x="2966565" y="554286"/>
                    </a:cubicBezTo>
                    <a:cubicBezTo>
                      <a:pt x="2984472" y="547045"/>
                      <a:pt x="3008095" y="552190"/>
                      <a:pt x="3028671" y="554094"/>
                    </a:cubicBezTo>
                    <a:cubicBezTo>
                      <a:pt x="3043720" y="555618"/>
                      <a:pt x="3058198" y="564192"/>
                      <a:pt x="3073059" y="564192"/>
                    </a:cubicBezTo>
                    <a:cubicBezTo>
                      <a:pt x="3112686" y="564192"/>
                      <a:pt x="3147927" y="574288"/>
                      <a:pt x="3182219" y="594862"/>
                    </a:cubicBezTo>
                    <a:cubicBezTo>
                      <a:pt x="3195557" y="602863"/>
                      <a:pt x="3216322" y="597529"/>
                      <a:pt x="3233656" y="599625"/>
                    </a:cubicBezTo>
                    <a:cubicBezTo>
                      <a:pt x="3251947" y="602101"/>
                      <a:pt x="3270804" y="604387"/>
                      <a:pt x="3288332" y="609914"/>
                    </a:cubicBezTo>
                    <a:cubicBezTo>
                      <a:pt x="3333672" y="624392"/>
                      <a:pt x="3378441" y="640774"/>
                      <a:pt x="3423591" y="656015"/>
                    </a:cubicBezTo>
                    <a:cubicBezTo>
                      <a:pt x="3460738" y="668590"/>
                      <a:pt x="3497317" y="658683"/>
                      <a:pt x="3534084" y="653349"/>
                    </a:cubicBezTo>
                    <a:cubicBezTo>
                      <a:pt x="3557137" y="649919"/>
                      <a:pt x="3578662" y="641727"/>
                      <a:pt x="3604571" y="653918"/>
                    </a:cubicBezTo>
                    <a:cubicBezTo>
                      <a:pt x="3629338" y="665541"/>
                      <a:pt x="3660771" y="662873"/>
                      <a:pt x="3688586" y="669160"/>
                    </a:cubicBezTo>
                    <a:cubicBezTo>
                      <a:pt x="3712020" y="674494"/>
                      <a:pt x="3734687" y="683068"/>
                      <a:pt x="3757358" y="691450"/>
                    </a:cubicBezTo>
                    <a:cubicBezTo>
                      <a:pt x="3788221" y="702881"/>
                      <a:pt x="3818700" y="714881"/>
                      <a:pt x="3852421" y="709167"/>
                    </a:cubicBezTo>
                    <a:cubicBezTo>
                      <a:pt x="3890714" y="702689"/>
                      <a:pt x="3917001" y="727073"/>
                      <a:pt x="3947104" y="743267"/>
                    </a:cubicBezTo>
                    <a:cubicBezTo>
                      <a:pt x="3967869" y="754316"/>
                      <a:pt x="3990538" y="762509"/>
                      <a:pt x="4013208" y="769367"/>
                    </a:cubicBezTo>
                    <a:cubicBezTo>
                      <a:pt x="4043497" y="778321"/>
                      <a:pt x="4074740" y="783655"/>
                      <a:pt x="4105222" y="792417"/>
                    </a:cubicBezTo>
                    <a:cubicBezTo>
                      <a:pt x="4151325" y="805561"/>
                      <a:pt x="4198001" y="815850"/>
                      <a:pt x="4246006" y="808610"/>
                    </a:cubicBezTo>
                    <a:cubicBezTo>
                      <a:pt x="4268105" y="805372"/>
                      <a:pt x="4288682" y="805561"/>
                      <a:pt x="4310779" y="810326"/>
                    </a:cubicBezTo>
                    <a:cubicBezTo>
                      <a:pt x="4346974" y="818136"/>
                      <a:pt x="4384123" y="819089"/>
                      <a:pt x="4413272" y="848235"/>
                    </a:cubicBezTo>
                    <a:cubicBezTo>
                      <a:pt x="4423558" y="858524"/>
                      <a:pt x="4442037" y="861190"/>
                      <a:pt x="4457087" y="866524"/>
                    </a:cubicBezTo>
                    <a:cubicBezTo>
                      <a:pt x="4474424" y="872812"/>
                      <a:pt x="4487186" y="869572"/>
                      <a:pt x="4496523" y="851284"/>
                    </a:cubicBezTo>
                    <a:cubicBezTo>
                      <a:pt x="4500713" y="843093"/>
                      <a:pt x="4512715" y="835091"/>
                      <a:pt x="4522050" y="833757"/>
                    </a:cubicBezTo>
                    <a:cubicBezTo>
                      <a:pt x="4550055" y="829757"/>
                      <a:pt x="4575773" y="835663"/>
                      <a:pt x="4602824" y="848618"/>
                    </a:cubicBezTo>
                    <a:cubicBezTo>
                      <a:pt x="4628161" y="860810"/>
                      <a:pt x="4659786" y="859476"/>
                      <a:pt x="4688553" y="864238"/>
                    </a:cubicBezTo>
                    <a:cubicBezTo>
                      <a:pt x="4708936" y="867668"/>
                      <a:pt x="4729321" y="874716"/>
                      <a:pt x="4749895" y="874716"/>
                    </a:cubicBezTo>
                    <a:cubicBezTo>
                      <a:pt x="4775424" y="874716"/>
                      <a:pt x="4800761" y="868620"/>
                      <a:pt x="4826480" y="866334"/>
                    </a:cubicBezTo>
                    <a:cubicBezTo>
                      <a:pt x="4846482" y="864430"/>
                      <a:pt x="4866867" y="865192"/>
                      <a:pt x="4886870" y="862906"/>
                    </a:cubicBezTo>
                    <a:cubicBezTo>
                      <a:pt x="4903254" y="861190"/>
                      <a:pt x="4919447" y="856810"/>
                      <a:pt x="4935639" y="853190"/>
                    </a:cubicBezTo>
                    <a:cubicBezTo>
                      <a:pt x="4941546" y="851856"/>
                      <a:pt x="4947452" y="846711"/>
                      <a:pt x="4952784" y="847473"/>
                    </a:cubicBezTo>
                    <a:cubicBezTo>
                      <a:pt x="5005745" y="855666"/>
                      <a:pt x="5043847" y="819089"/>
                      <a:pt x="5088617" y="802896"/>
                    </a:cubicBezTo>
                    <a:cubicBezTo>
                      <a:pt x="5135672" y="785749"/>
                      <a:pt x="5181204" y="759461"/>
                      <a:pt x="5233781" y="767271"/>
                    </a:cubicBezTo>
                    <a:cubicBezTo>
                      <a:pt x="5265596" y="772033"/>
                      <a:pt x="5296267" y="783083"/>
                      <a:pt x="5327893" y="789752"/>
                    </a:cubicBezTo>
                    <a:cubicBezTo>
                      <a:pt x="5339132" y="792038"/>
                      <a:pt x="5351705" y="791656"/>
                      <a:pt x="5362946" y="789370"/>
                    </a:cubicBezTo>
                    <a:cubicBezTo>
                      <a:pt x="5417240" y="778891"/>
                      <a:pt x="5470771" y="777367"/>
                      <a:pt x="5524115" y="794514"/>
                    </a:cubicBezTo>
                    <a:cubicBezTo>
                      <a:pt x="5533257" y="797372"/>
                      <a:pt x="5542974" y="800038"/>
                      <a:pt x="5552500" y="800038"/>
                    </a:cubicBezTo>
                    <a:cubicBezTo>
                      <a:pt x="5604697" y="800038"/>
                      <a:pt x="5655944" y="796038"/>
                      <a:pt x="5705857" y="777367"/>
                    </a:cubicBezTo>
                    <a:cubicBezTo>
                      <a:pt x="5722622" y="771080"/>
                      <a:pt x="5743006" y="775081"/>
                      <a:pt x="5761485" y="773557"/>
                    </a:cubicBezTo>
                    <a:cubicBezTo>
                      <a:pt x="5778629" y="772224"/>
                      <a:pt x="5796156" y="771653"/>
                      <a:pt x="5812731" y="767271"/>
                    </a:cubicBezTo>
                    <a:cubicBezTo>
                      <a:pt x="5836925" y="760795"/>
                      <a:pt x="5859404" y="760033"/>
                      <a:pt x="5884361" y="765747"/>
                    </a:cubicBezTo>
                    <a:cubicBezTo>
                      <a:pt x="5908174" y="771080"/>
                      <a:pt x="5933892" y="768415"/>
                      <a:pt x="5958660" y="768605"/>
                    </a:cubicBezTo>
                    <a:cubicBezTo>
                      <a:pt x="5986282" y="768795"/>
                      <a:pt x="6013906" y="768984"/>
                      <a:pt x="6041528" y="768033"/>
                    </a:cubicBezTo>
                    <a:cubicBezTo>
                      <a:pt x="6052579" y="767653"/>
                      <a:pt x="6065151" y="760033"/>
                      <a:pt x="6074297" y="763081"/>
                    </a:cubicBezTo>
                    <a:cubicBezTo>
                      <a:pt x="6103824" y="773366"/>
                      <a:pt x="6133353" y="760985"/>
                      <a:pt x="6162880" y="766509"/>
                    </a:cubicBezTo>
                    <a:cubicBezTo>
                      <a:pt x="6177360" y="769367"/>
                      <a:pt x="6193743" y="761557"/>
                      <a:pt x="6209364" y="760795"/>
                    </a:cubicBezTo>
                    <a:cubicBezTo>
                      <a:pt x="6234892" y="759461"/>
                      <a:pt x="6260419" y="760033"/>
                      <a:pt x="6285948" y="759651"/>
                    </a:cubicBezTo>
                    <a:cubicBezTo>
                      <a:pt x="6294330" y="759461"/>
                      <a:pt x="6302523" y="758699"/>
                      <a:pt x="6310905" y="758316"/>
                    </a:cubicBezTo>
                    <a:cubicBezTo>
                      <a:pt x="6318335" y="757936"/>
                      <a:pt x="6326145" y="756222"/>
                      <a:pt x="6333194" y="757554"/>
                    </a:cubicBezTo>
                    <a:cubicBezTo>
                      <a:pt x="6358723" y="762318"/>
                      <a:pt x="6383869" y="770129"/>
                      <a:pt x="6409586" y="773177"/>
                    </a:cubicBezTo>
                    <a:cubicBezTo>
                      <a:pt x="6431875" y="775843"/>
                      <a:pt x="6454928" y="772224"/>
                      <a:pt x="6477407" y="774129"/>
                    </a:cubicBezTo>
                    <a:cubicBezTo>
                      <a:pt x="6517032" y="777367"/>
                      <a:pt x="6556657" y="783083"/>
                      <a:pt x="6596283" y="786703"/>
                    </a:cubicBezTo>
                    <a:cubicBezTo>
                      <a:pt x="6604857" y="787465"/>
                      <a:pt x="6613809" y="782701"/>
                      <a:pt x="6622573" y="782321"/>
                    </a:cubicBezTo>
                    <a:cubicBezTo>
                      <a:pt x="6650006" y="781369"/>
                      <a:pt x="6677439" y="781177"/>
                      <a:pt x="6704872" y="780607"/>
                    </a:cubicBezTo>
                    <a:cubicBezTo>
                      <a:pt x="6720493" y="780415"/>
                      <a:pt x="6736305" y="780987"/>
                      <a:pt x="6751738" y="779273"/>
                    </a:cubicBezTo>
                    <a:cubicBezTo>
                      <a:pt x="6772120" y="776987"/>
                      <a:pt x="6790599" y="773557"/>
                      <a:pt x="6809650" y="788417"/>
                    </a:cubicBezTo>
                    <a:cubicBezTo>
                      <a:pt x="6816984" y="794180"/>
                      <a:pt x="6824819" y="797942"/>
                      <a:pt x="6832976" y="800428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2290" name="Picture 2" descr="Unit testing - Free technology icons">
            <a:extLst>
              <a:ext uri="{FF2B5EF4-FFF2-40B4-BE49-F238E27FC236}">
                <a16:creationId xmlns:a16="http://schemas.microsoft.com/office/drawing/2014/main" id="{408E9CE4-80BF-D464-2FC8-B9E1AA263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4162" y="1429488"/>
            <a:ext cx="3960000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31639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A936-9090-DAE4-5DEB-72BFCED8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unit test?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80F05-FDE6-F725-B15F-817F07093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10"/>
            <a:ext cx="11813310" cy="580298"/>
          </a:xfrm>
        </p:spPr>
        <p:txBody>
          <a:bodyPr/>
          <a:lstStyle/>
          <a:p>
            <a:r>
              <a:rPr lang="en-US" dirty="0"/>
              <a:t>A test that verifies a (small) “unit of </a:t>
            </a:r>
            <a:r>
              <a:rPr lang="en-US" dirty="0" err="1"/>
              <a:t>behaviour</a:t>
            </a:r>
            <a:r>
              <a:rPr lang="en-US" dirty="0"/>
              <a:t>”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87384-75F3-42A1-3290-B3E713B5B591}"/>
              </a:ext>
            </a:extLst>
          </p:cNvPr>
          <p:cNvSpPr txBox="1"/>
          <p:nvPr/>
        </p:nvSpPr>
        <p:spPr>
          <a:xfrm>
            <a:off x="474134" y="1891158"/>
            <a:ext cx="44297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en-US" sz="2400" dirty="0">
                <a:solidFill>
                  <a:srgbClr val="C191FF"/>
                </a:solidFill>
                <a:effectLst/>
                <a:latin typeface="JetBrains Mono"/>
              </a:rPr>
              <a:t>Calculator</a:t>
            </a:r>
            <a:br>
              <a:rPr lang="en-US" sz="24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en-US" sz="2400" dirty="0">
                <a:solidFill>
                  <a:srgbClr val="6C95EB"/>
                </a:solidFill>
                <a:effectLst/>
                <a:latin typeface="JetBrains Mono"/>
              </a:rPr>
              <a:t>public static int </a:t>
            </a:r>
            <a:r>
              <a:rPr lang="en-US" sz="2400" dirty="0">
                <a:solidFill>
                  <a:srgbClr val="39CC9B"/>
                </a:solidFill>
                <a:effectLst/>
                <a:latin typeface="JetBrains Mono"/>
              </a:rPr>
              <a:t>add</a:t>
            </a: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en-US" sz="2400" dirty="0">
                <a:solidFill>
                  <a:srgbClr val="6C95EB"/>
                </a:solidFill>
                <a:effectLst/>
                <a:latin typeface="JetBrains Mono"/>
              </a:rPr>
              <a:t>int </a:t>
            </a: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a, </a:t>
            </a:r>
            <a:r>
              <a:rPr lang="en-US" sz="2400" dirty="0">
                <a:solidFill>
                  <a:srgbClr val="6C95EB"/>
                </a:solidFill>
                <a:effectLst/>
                <a:latin typeface="JetBrains Mono"/>
              </a:rPr>
              <a:t>int </a:t>
            </a: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b)</a:t>
            </a:r>
            <a:b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en-US" sz="2400" dirty="0">
                <a:solidFill>
                  <a:srgbClr val="6C95EB"/>
                </a:solidFill>
                <a:effectLst/>
                <a:latin typeface="JetBrains Mono"/>
              </a:rPr>
              <a:t>return </a:t>
            </a: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a + b;</a:t>
            </a:r>
            <a:b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en-US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A57F1-13E7-65C9-74EA-F62E041F68C6}"/>
              </a:ext>
            </a:extLst>
          </p:cNvPr>
          <p:cNvSpPr txBox="1"/>
          <p:nvPr/>
        </p:nvSpPr>
        <p:spPr>
          <a:xfrm>
            <a:off x="6096000" y="1891158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main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[]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args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)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inputA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3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inputB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4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expected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7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</a:p>
          <a:p>
            <a:pPr>
              <a:buNone/>
            </a:pP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result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Calculator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add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inputA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inputB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message =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expected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==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result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</a:t>
            </a:r>
          </a:p>
          <a:p>
            <a:pPr>
              <a:buNone/>
            </a:pPr>
            <a:r>
              <a:rPr lang="da-DK" sz="2400" dirty="0">
                <a:solidFill>
                  <a:srgbClr val="BDBDBD"/>
                </a:solidFill>
                <a:latin typeface="JetBrains Mono"/>
              </a:rPr>
              <a:t>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?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"Success" </a:t>
            </a:r>
          </a:p>
          <a:p>
            <a:pPr>
              <a:buNone/>
            </a:pPr>
            <a:r>
              <a:rPr lang="da-DK" sz="2400" dirty="0">
                <a:solidFill>
                  <a:srgbClr val="C9A26D"/>
                </a:solidFill>
                <a:latin typeface="JetBrains Mono"/>
              </a:rPr>
              <a:t>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: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400" dirty="0" err="1">
                <a:solidFill>
                  <a:srgbClr val="C9A26D"/>
                </a:solidFill>
                <a:effectLst/>
                <a:latin typeface="JetBrains Mono"/>
              </a:rPr>
              <a:t>Failure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System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out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println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(message);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A5E9DA-180F-957F-1D4F-C01A01AF523E}"/>
              </a:ext>
            </a:extLst>
          </p:cNvPr>
          <p:cNvSpPr txBox="1">
            <a:spLocks/>
          </p:cNvSpPr>
          <p:nvPr/>
        </p:nvSpPr>
        <p:spPr>
          <a:xfrm>
            <a:off x="189345" y="5294485"/>
            <a:ext cx="4870335" cy="1120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“unit” is often the </a:t>
            </a:r>
            <a:r>
              <a:rPr lang="en-US" dirty="0" err="1"/>
              <a:t>behaviour</a:t>
            </a:r>
            <a:r>
              <a:rPr lang="en-US" dirty="0"/>
              <a:t> of a single method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743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BD44-EC62-65E1-E2D3-40978F94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unit?</a:t>
            </a:r>
            <a:endParaRPr lang="da-DK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2EAAA62-D15E-C8CB-785F-86607ACB362F}"/>
              </a:ext>
            </a:extLst>
          </p:cNvPr>
          <p:cNvGrpSpPr/>
          <p:nvPr/>
        </p:nvGrpSpPr>
        <p:grpSpPr>
          <a:xfrm>
            <a:off x="702888" y="1074702"/>
            <a:ext cx="2663068" cy="1576044"/>
            <a:chOff x="702888" y="1054666"/>
            <a:chExt cx="2663068" cy="157604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A7B693A-5491-3C83-F8CE-51C71DAC5543}"/>
                </a:ext>
              </a:extLst>
            </p:cNvPr>
            <p:cNvSpPr/>
            <p:nvPr/>
          </p:nvSpPr>
          <p:spPr>
            <a:xfrm>
              <a:off x="2495600" y="1726003"/>
              <a:ext cx="864096" cy="904707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826828F-1D46-44A6-BA9F-A73EF38FB4D9}"/>
                </a:ext>
              </a:extLst>
            </p:cNvPr>
            <p:cNvSpPr/>
            <p:nvPr/>
          </p:nvSpPr>
          <p:spPr>
            <a:xfrm>
              <a:off x="2648000" y="1878403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187A0B8-35F5-545B-917B-987039DE5C2A}"/>
                </a:ext>
              </a:extLst>
            </p:cNvPr>
            <p:cNvSpPr/>
            <p:nvPr/>
          </p:nvSpPr>
          <p:spPr>
            <a:xfrm>
              <a:off x="2643089" y="2137591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7513DAA-CCA1-568C-7343-4A22E7AC4E2D}"/>
                </a:ext>
              </a:extLst>
            </p:cNvPr>
            <p:cNvSpPr/>
            <p:nvPr/>
          </p:nvSpPr>
          <p:spPr>
            <a:xfrm>
              <a:off x="2643089" y="2374550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811F763-AC38-3C24-DDA7-E20DE4946C18}"/>
                </a:ext>
              </a:extLst>
            </p:cNvPr>
            <p:cNvCxnSpPr/>
            <p:nvPr/>
          </p:nvCxnSpPr>
          <p:spPr>
            <a:xfrm>
              <a:off x="1667508" y="1886604"/>
              <a:ext cx="93610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2C1FDDE-6CC6-49FA-8294-D7E10553AE07}"/>
                </a:ext>
              </a:extLst>
            </p:cNvPr>
            <p:cNvSpPr/>
            <p:nvPr/>
          </p:nvSpPr>
          <p:spPr>
            <a:xfrm>
              <a:off x="2429936" y="1803895"/>
              <a:ext cx="936020" cy="330031"/>
            </a:xfrm>
            <a:custGeom>
              <a:avLst/>
              <a:gdLst>
                <a:gd name="connsiteX0" fmla="*/ 870798 w 1863354"/>
                <a:gd name="connsiteY0" fmla="*/ 22196 h 1796579"/>
                <a:gd name="connsiteX1" fmla="*/ 1623273 w 1863354"/>
                <a:gd name="connsiteY1" fmla="*/ 165071 h 1796579"/>
                <a:gd name="connsiteX2" fmla="*/ 1794723 w 1863354"/>
                <a:gd name="connsiteY2" fmla="*/ 1222346 h 1796579"/>
                <a:gd name="connsiteX3" fmla="*/ 585048 w 1863354"/>
                <a:gd name="connsiteY3" fmla="*/ 1793846 h 1796579"/>
                <a:gd name="connsiteX4" fmla="*/ 4023 w 1863354"/>
                <a:gd name="connsiteY4" fmla="*/ 1003271 h 1796579"/>
                <a:gd name="connsiteX5" fmla="*/ 356448 w 1863354"/>
                <a:gd name="connsiteY5" fmla="*/ 107921 h 1796579"/>
                <a:gd name="connsiteX6" fmla="*/ 870798 w 1863354"/>
                <a:gd name="connsiteY6" fmla="*/ 22196 h 179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3354" h="1796579">
                  <a:moveTo>
                    <a:pt x="870798" y="22196"/>
                  </a:moveTo>
                  <a:cubicBezTo>
                    <a:pt x="1081936" y="31721"/>
                    <a:pt x="1469286" y="-34954"/>
                    <a:pt x="1623273" y="165071"/>
                  </a:cubicBezTo>
                  <a:cubicBezTo>
                    <a:pt x="1777260" y="365096"/>
                    <a:pt x="1967760" y="950884"/>
                    <a:pt x="1794723" y="1222346"/>
                  </a:cubicBezTo>
                  <a:cubicBezTo>
                    <a:pt x="1621686" y="1493808"/>
                    <a:pt x="883498" y="1830358"/>
                    <a:pt x="585048" y="1793846"/>
                  </a:cubicBezTo>
                  <a:cubicBezTo>
                    <a:pt x="286598" y="1757334"/>
                    <a:pt x="42123" y="1284258"/>
                    <a:pt x="4023" y="1003271"/>
                  </a:cubicBezTo>
                  <a:cubicBezTo>
                    <a:pt x="-34077" y="722284"/>
                    <a:pt x="207223" y="271433"/>
                    <a:pt x="356448" y="107921"/>
                  </a:cubicBezTo>
                  <a:cubicBezTo>
                    <a:pt x="505673" y="-55591"/>
                    <a:pt x="659660" y="12671"/>
                    <a:pt x="870798" y="22196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E5207F-8DAF-B238-C2C8-4B016166564C}"/>
                </a:ext>
              </a:extLst>
            </p:cNvPr>
            <p:cNvSpPr txBox="1"/>
            <p:nvPr/>
          </p:nvSpPr>
          <p:spPr>
            <a:xfrm rot="21018858">
              <a:off x="2149192" y="1054666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  <a:latin typeface="Segoe Print" panose="02000600000000000000" pitchFamily="2" charset="0"/>
                </a:rPr>
                <a:t>Unit</a:t>
              </a:r>
              <a:endParaRPr lang="en-GB" dirty="0">
                <a:solidFill>
                  <a:srgbClr val="FF0000"/>
                </a:solidFill>
                <a:latin typeface="Segoe Print" panose="02000600000000000000" pitchFamily="2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E1AC370-D7FA-8852-8064-6C9082EC0FF9}"/>
                </a:ext>
              </a:extLst>
            </p:cNvPr>
            <p:cNvSpPr/>
            <p:nvPr/>
          </p:nvSpPr>
          <p:spPr>
            <a:xfrm>
              <a:off x="702888" y="1641692"/>
              <a:ext cx="772719" cy="513669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Test</a:t>
              </a:r>
              <a:endParaRPr lang="en-GB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D9E169-95FB-2AF2-D101-4CDE801CE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6240" y="1998136"/>
              <a:ext cx="90762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D59777-8D26-B95D-A1A9-B417205CDB77}"/>
              </a:ext>
            </a:extLst>
          </p:cNvPr>
          <p:cNvGrpSpPr/>
          <p:nvPr/>
        </p:nvGrpSpPr>
        <p:grpSpPr>
          <a:xfrm>
            <a:off x="5508614" y="902660"/>
            <a:ext cx="6269339" cy="2706554"/>
            <a:chOff x="4519707" y="3469753"/>
            <a:chExt cx="6269339" cy="270655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C061B57-652D-7105-D106-044985712221}"/>
                </a:ext>
              </a:extLst>
            </p:cNvPr>
            <p:cNvSpPr/>
            <p:nvPr/>
          </p:nvSpPr>
          <p:spPr>
            <a:xfrm>
              <a:off x="6168008" y="4309467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2B1555F-3EA4-30E0-44C5-F17638DECE12}"/>
                </a:ext>
              </a:extLst>
            </p:cNvPr>
            <p:cNvSpPr/>
            <p:nvPr/>
          </p:nvSpPr>
          <p:spPr>
            <a:xfrm>
              <a:off x="6320408" y="4461867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B0C803B-16C4-CC97-CAC1-1DB2FC5AB5BA}"/>
                </a:ext>
              </a:extLst>
            </p:cNvPr>
            <p:cNvSpPr/>
            <p:nvPr/>
          </p:nvSpPr>
          <p:spPr>
            <a:xfrm>
              <a:off x="6315497" y="4721055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AF346DF-F787-5C5A-0C29-9EECA0E9600C}"/>
                </a:ext>
              </a:extLst>
            </p:cNvPr>
            <p:cNvSpPr/>
            <p:nvPr/>
          </p:nvSpPr>
          <p:spPr>
            <a:xfrm>
              <a:off x="6315497" y="4958014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4A036AF-BA2C-D51A-4249-D274BCBE24D7}"/>
                </a:ext>
              </a:extLst>
            </p:cNvPr>
            <p:cNvCxnSpPr/>
            <p:nvPr/>
          </p:nvCxnSpPr>
          <p:spPr>
            <a:xfrm>
              <a:off x="5339916" y="4517479"/>
              <a:ext cx="93610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2EE689F-19C1-41D0-8491-DF576AF69279}"/>
                </a:ext>
              </a:extLst>
            </p:cNvPr>
            <p:cNvSpPr/>
            <p:nvPr/>
          </p:nvSpPr>
          <p:spPr>
            <a:xfrm>
              <a:off x="7909061" y="3857114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3C7C791-EFAD-0250-5EDE-01D547E114A1}"/>
                </a:ext>
              </a:extLst>
            </p:cNvPr>
            <p:cNvSpPr/>
            <p:nvPr/>
          </p:nvSpPr>
          <p:spPr>
            <a:xfrm>
              <a:off x="8061461" y="4009514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A378EF3-287A-BAB4-57E0-60D58E60873A}"/>
                </a:ext>
              </a:extLst>
            </p:cNvPr>
            <p:cNvSpPr/>
            <p:nvPr/>
          </p:nvSpPr>
          <p:spPr>
            <a:xfrm>
              <a:off x="8056550" y="4293096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A23324D-E856-2B2E-3BB6-7D224683FEBC}"/>
                </a:ext>
              </a:extLst>
            </p:cNvPr>
            <p:cNvSpPr/>
            <p:nvPr/>
          </p:nvSpPr>
          <p:spPr>
            <a:xfrm>
              <a:off x="7892876" y="5018873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B7AB9B2-7524-4673-826B-DB91AF6DD4BB}"/>
                </a:ext>
              </a:extLst>
            </p:cNvPr>
            <p:cNvSpPr/>
            <p:nvPr/>
          </p:nvSpPr>
          <p:spPr>
            <a:xfrm>
              <a:off x="8045276" y="5171273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1AE7B51-1E7F-B858-12B2-157BF29BA240}"/>
                </a:ext>
              </a:extLst>
            </p:cNvPr>
            <p:cNvSpPr/>
            <p:nvPr/>
          </p:nvSpPr>
          <p:spPr>
            <a:xfrm>
              <a:off x="8040365" y="5430461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BDB7979-1CB9-F55D-FC7A-EF776992A685}"/>
                </a:ext>
              </a:extLst>
            </p:cNvPr>
            <p:cNvSpPr/>
            <p:nvPr/>
          </p:nvSpPr>
          <p:spPr>
            <a:xfrm>
              <a:off x="8040365" y="5667420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E11C0916-79FF-57F1-D5BB-555EE791BED1}"/>
                </a:ext>
              </a:extLst>
            </p:cNvPr>
            <p:cNvSpPr/>
            <p:nvPr/>
          </p:nvSpPr>
          <p:spPr>
            <a:xfrm>
              <a:off x="9386160" y="3909249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347A2A5-87B5-7F09-B7C2-A503407F7DC5}"/>
                </a:ext>
              </a:extLst>
            </p:cNvPr>
            <p:cNvSpPr/>
            <p:nvPr/>
          </p:nvSpPr>
          <p:spPr>
            <a:xfrm>
              <a:off x="9538560" y="4061649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6B4D10-2441-1A89-3826-FB469D30F3C6}"/>
                </a:ext>
              </a:extLst>
            </p:cNvPr>
            <p:cNvSpPr/>
            <p:nvPr/>
          </p:nvSpPr>
          <p:spPr>
            <a:xfrm>
              <a:off x="9533649" y="4335527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ED338C1-4CBA-0183-527A-042C6BE6E352}"/>
                </a:ext>
              </a:extLst>
            </p:cNvPr>
            <p:cNvSpPr/>
            <p:nvPr/>
          </p:nvSpPr>
          <p:spPr>
            <a:xfrm>
              <a:off x="6953250" y="4081918"/>
              <a:ext cx="1038225" cy="475513"/>
            </a:xfrm>
            <a:custGeom>
              <a:avLst/>
              <a:gdLst>
                <a:gd name="connsiteX0" fmla="*/ 0 w 1038225"/>
                <a:gd name="connsiteY0" fmla="*/ 451982 h 475513"/>
                <a:gd name="connsiteX1" fmla="*/ 371475 w 1038225"/>
                <a:gd name="connsiteY1" fmla="*/ 432932 h 475513"/>
                <a:gd name="connsiteX2" fmla="*/ 704850 w 1038225"/>
                <a:gd name="connsiteY2" fmla="*/ 61457 h 475513"/>
                <a:gd name="connsiteX3" fmla="*/ 1038225 w 1038225"/>
                <a:gd name="connsiteY3" fmla="*/ 4307 h 475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25" h="475513">
                  <a:moveTo>
                    <a:pt x="0" y="451982"/>
                  </a:moveTo>
                  <a:cubicBezTo>
                    <a:pt x="127000" y="475001"/>
                    <a:pt x="254000" y="498020"/>
                    <a:pt x="371475" y="432932"/>
                  </a:cubicBezTo>
                  <a:cubicBezTo>
                    <a:pt x="488950" y="367844"/>
                    <a:pt x="593725" y="132894"/>
                    <a:pt x="704850" y="61457"/>
                  </a:cubicBezTo>
                  <a:cubicBezTo>
                    <a:pt x="815975" y="-9980"/>
                    <a:pt x="927100" y="-2837"/>
                    <a:pt x="1038225" y="4307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5871A60-84F4-525C-0D25-E3F3DCD1847B}"/>
                </a:ext>
              </a:extLst>
            </p:cNvPr>
            <p:cNvSpPr/>
            <p:nvPr/>
          </p:nvSpPr>
          <p:spPr>
            <a:xfrm>
              <a:off x="8705850" y="4048125"/>
              <a:ext cx="819150" cy="66675"/>
            </a:xfrm>
            <a:custGeom>
              <a:avLst/>
              <a:gdLst>
                <a:gd name="connsiteX0" fmla="*/ 0 w 819150"/>
                <a:gd name="connsiteY0" fmla="*/ 0 h 66675"/>
                <a:gd name="connsiteX1" fmla="*/ 819150 w 819150"/>
                <a:gd name="connsiteY1" fmla="*/ 66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9150" h="66675">
                  <a:moveTo>
                    <a:pt x="0" y="0"/>
                  </a:moveTo>
                  <a:lnTo>
                    <a:pt x="819150" y="66675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688F5B9-8E07-6328-A29B-3BA74D6CDB67}"/>
                </a:ext>
              </a:extLst>
            </p:cNvPr>
            <p:cNvSpPr/>
            <p:nvPr/>
          </p:nvSpPr>
          <p:spPr>
            <a:xfrm>
              <a:off x="10172700" y="4105275"/>
              <a:ext cx="323960" cy="285750"/>
            </a:xfrm>
            <a:custGeom>
              <a:avLst/>
              <a:gdLst>
                <a:gd name="connsiteX0" fmla="*/ 0 w 323960"/>
                <a:gd name="connsiteY0" fmla="*/ 0 h 285750"/>
                <a:gd name="connsiteX1" fmla="*/ 323850 w 323960"/>
                <a:gd name="connsiteY1" fmla="*/ 104775 h 285750"/>
                <a:gd name="connsiteX2" fmla="*/ 28575 w 323960"/>
                <a:gd name="connsiteY2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960" h="285750">
                  <a:moveTo>
                    <a:pt x="0" y="0"/>
                  </a:moveTo>
                  <a:cubicBezTo>
                    <a:pt x="159544" y="28575"/>
                    <a:pt x="319088" y="57150"/>
                    <a:pt x="323850" y="104775"/>
                  </a:cubicBezTo>
                  <a:cubicBezTo>
                    <a:pt x="328612" y="152400"/>
                    <a:pt x="178593" y="219075"/>
                    <a:pt x="28575" y="28575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0072576-04BC-012D-DFF3-96A544604C07}"/>
                </a:ext>
              </a:extLst>
            </p:cNvPr>
            <p:cNvSpPr/>
            <p:nvPr/>
          </p:nvSpPr>
          <p:spPr>
            <a:xfrm>
              <a:off x="6960097" y="4371975"/>
              <a:ext cx="1021854" cy="283368"/>
            </a:xfrm>
            <a:custGeom>
              <a:avLst/>
              <a:gdLst>
                <a:gd name="connsiteX0" fmla="*/ 0 w 1019175"/>
                <a:gd name="connsiteY0" fmla="*/ 238125 h 292850"/>
                <a:gd name="connsiteX1" fmla="*/ 371475 w 1019175"/>
                <a:gd name="connsiteY1" fmla="*/ 276225 h 292850"/>
                <a:gd name="connsiteX2" fmla="*/ 1019175 w 1019175"/>
                <a:gd name="connsiteY2" fmla="*/ 0 h 292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9175" h="292850">
                  <a:moveTo>
                    <a:pt x="0" y="238125"/>
                  </a:moveTo>
                  <a:cubicBezTo>
                    <a:pt x="100806" y="277018"/>
                    <a:pt x="201613" y="315912"/>
                    <a:pt x="371475" y="276225"/>
                  </a:cubicBezTo>
                  <a:cubicBezTo>
                    <a:pt x="541337" y="236538"/>
                    <a:pt x="780256" y="118269"/>
                    <a:pt x="1019175" y="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64FA25-7168-032C-9974-BA5C8D556350}"/>
                </a:ext>
              </a:extLst>
            </p:cNvPr>
            <p:cNvSpPr/>
            <p:nvPr/>
          </p:nvSpPr>
          <p:spPr>
            <a:xfrm>
              <a:off x="6886575" y="4619728"/>
              <a:ext cx="391049" cy="187735"/>
            </a:xfrm>
            <a:custGeom>
              <a:avLst/>
              <a:gdLst>
                <a:gd name="connsiteX0" fmla="*/ 0 w 391049"/>
                <a:gd name="connsiteY0" fmla="*/ 0 h 149738"/>
                <a:gd name="connsiteX1" fmla="*/ 390525 w 391049"/>
                <a:gd name="connsiteY1" fmla="*/ 133350 h 149738"/>
                <a:gd name="connsiteX2" fmla="*/ 66675 w 391049"/>
                <a:gd name="connsiteY2" fmla="*/ 142875 h 1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1049" h="149738">
                  <a:moveTo>
                    <a:pt x="0" y="0"/>
                  </a:moveTo>
                  <a:cubicBezTo>
                    <a:pt x="189706" y="54769"/>
                    <a:pt x="379413" y="109538"/>
                    <a:pt x="390525" y="133350"/>
                  </a:cubicBezTo>
                  <a:cubicBezTo>
                    <a:pt x="401638" y="157163"/>
                    <a:pt x="234156" y="150019"/>
                    <a:pt x="66675" y="142875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6160FE2-E085-C9F1-3A63-77F07DEEB684}"/>
                </a:ext>
              </a:extLst>
            </p:cNvPr>
            <p:cNvSpPr/>
            <p:nvPr/>
          </p:nvSpPr>
          <p:spPr>
            <a:xfrm>
              <a:off x="6962775" y="4905375"/>
              <a:ext cx="1000125" cy="304800"/>
            </a:xfrm>
            <a:custGeom>
              <a:avLst/>
              <a:gdLst>
                <a:gd name="connsiteX0" fmla="*/ 0 w 1000125"/>
                <a:gd name="connsiteY0" fmla="*/ 0 h 304800"/>
                <a:gd name="connsiteX1" fmla="*/ 542925 w 1000125"/>
                <a:gd name="connsiteY1" fmla="*/ 200025 h 304800"/>
                <a:gd name="connsiteX2" fmla="*/ 1000125 w 1000125"/>
                <a:gd name="connsiteY2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125" h="304800">
                  <a:moveTo>
                    <a:pt x="0" y="0"/>
                  </a:moveTo>
                  <a:cubicBezTo>
                    <a:pt x="188119" y="74612"/>
                    <a:pt x="376238" y="149225"/>
                    <a:pt x="542925" y="200025"/>
                  </a:cubicBezTo>
                  <a:cubicBezTo>
                    <a:pt x="709612" y="250825"/>
                    <a:pt x="854868" y="277812"/>
                    <a:pt x="1000125" y="30480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FDB9D71-AFA4-CA2B-25B3-A05155949CDB}"/>
                </a:ext>
              </a:extLst>
            </p:cNvPr>
            <p:cNvSpPr/>
            <p:nvPr/>
          </p:nvSpPr>
          <p:spPr>
            <a:xfrm>
              <a:off x="8648700" y="5248275"/>
              <a:ext cx="229567" cy="247650"/>
            </a:xfrm>
            <a:custGeom>
              <a:avLst/>
              <a:gdLst>
                <a:gd name="connsiteX0" fmla="*/ 66675 w 229567"/>
                <a:gd name="connsiteY0" fmla="*/ 0 h 247650"/>
                <a:gd name="connsiteX1" fmla="*/ 228600 w 229567"/>
                <a:gd name="connsiteY1" fmla="*/ 190500 h 247650"/>
                <a:gd name="connsiteX2" fmla="*/ 0 w 229567"/>
                <a:gd name="connsiteY2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9567" h="247650">
                  <a:moveTo>
                    <a:pt x="66675" y="0"/>
                  </a:moveTo>
                  <a:cubicBezTo>
                    <a:pt x="153193" y="74612"/>
                    <a:pt x="239712" y="149225"/>
                    <a:pt x="228600" y="190500"/>
                  </a:cubicBezTo>
                  <a:cubicBezTo>
                    <a:pt x="217488" y="231775"/>
                    <a:pt x="30162" y="241300"/>
                    <a:pt x="0" y="24765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BF187BE-F2F6-3F90-9749-9D23AE6577CE}"/>
                </a:ext>
              </a:extLst>
            </p:cNvPr>
            <p:cNvSpPr/>
            <p:nvPr/>
          </p:nvSpPr>
          <p:spPr>
            <a:xfrm>
              <a:off x="8667750" y="5181601"/>
              <a:ext cx="505022" cy="485820"/>
            </a:xfrm>
            <a:custGeom>
              <a:avLst/>
              <a:gdLst>
                <a:gd name="connsiteX0" fmla="*/ 47625 w 505022"/>
                <a:gd name="connsiteY0" fmla="*/ 0 h 581025"/>
                <a:gd name="connsiteX1" fmla="*/ 504825 w 505022"/>
                <a:gd name="connsiteY1" fmla="*/ 152400 h 581025"/>
                <a:gd name="connsiteX2" fmla="*/ 0 w 505022"/>
                <a:gd name="connsiteY2" fmla="*/ 581025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5022" h="581025">
                  <a:moveTo>
                    <a:pt x="47625" y="0"/>
                  </a:moveTo>
                  <a:cubicBezTo>
                    <a:pt x="280194" y="27781"/>
                    <a:pt x="512763" y="55563"/>
                    <a:pt x="504825" y="152400"/>
                  </a:cubicBezTo>
                  <a:cubicBezTo>
                    <a:pt x="496888" y="249238"/>
                    <a:pt x="76200" y="503237"/>
                    <a:pt x="0" y="581025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19C2FE6-A390-9B58-13FF-868657D884F1}"/>
                </a:ext>
              </a:extLst>
            </p:cNvPr>
            <p:cNvSpPr/>
            <p:nvPr/>
          </p:nvSpPr>
          <p:spPr>
            <a:xfrm>
              <a:off x="5728472" y="3584684"/>
              <a:ext cx="5060574" cy="2591623"/>
            </a:xfrm>
            <a:custGeom>
              <a:avLst/>
              <a:gdLst>
                <a:gd name="connsiteX0" fmla="*/ 377053 w 5060574"/>
                <a:gd name="connsiteY0" fmla="*/ 406291 h 2591623"/>
                <a:gd name="connsiteX1" fmla="*/ 5578 w 5060574"/>
                <a:gd name="connsiteY1" fmla="*/ 749191 h 2591623"/>
                <a:gd name="connsiteX2" fmla="*/ 253228 w 5060574"/>
                <a:gd name="connsiteY2" fmla="*/ 1958866 h 2591623"/>
                <a:gd name="connsiteX3" fmla="*/ 1453378 w 5060574"/>
                <a:gd name="connsiteY3" fmla="*/ 2492266 h 2591623"/>
                <a:gd name="connsiteX4" fmla="*/ 3501253 w 5060574"/>
                <a:gd name="connsiteY4" fmla="*/ 2435116 h 2591623"/>
                <a:gd name="connsiteX5" fmla="*/ 5015728 w 5060574"/>
                <a:gd name="connsiteY5" fmla="*/ 939691 h 2591623"/>
                <a:gd name="connsiteX6" fmla="*/ 4444228 w 5060574"/>
                <a:gd name="connsiteY6" fmla="*/ 44341 h 2591623"/>
                <a:gd name="connsiteX7" fmla="*/ 2272528 w 5060574"/>
                <a:gd name="connsiteY7" fmla="*/ 139591 h 2591623"/>
                <a:gd name="connsiteX8" fmla="*/ 1253353 w 5060574"/>
                <a:gd name="connsiteY8" fmla="*/ 168166 h 2591623"/>
                <a:gd name="connsiteX9" fmla="*/ 377053 w 5060574"/>
                <a:gd name="connsiteY9" fmla="*/ 406291 h 2591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60574" h="2591623">
                  <a:moveTo>
                    <a:pt x="377053" y="406291"/>
                  </a:moveTo>
                  <a:cubicBezTo>
                    <a:pt x="169091" y="503128"/>
                    <a:pt x="26216" y="490428"/>
                    <a:pt x="5578" y="749191"/>
                  </a:cubicBezTo>
                  <a:cubicBezTo>
                    <a:pt x="-15060" y="1007954"/>
                    <a:pt x="11928" y="1668354"/>
                    <a:pt x="253228" y="1958866"/>
                  </a:cubicBezTo>
                  <a:cubicBezTo>
                    <a:pt x="494528" y="2249378"/>
                    <a:pt x="912041" y="2412891"/>
                    <a:pt x="1453378" y="2492266"/>
                  </a:cubicBezTo>
                  <a:cubicBezTo>
                    <a:pt x="1994715" y="2571641"/>
                    <a:pt x="2907528" y="2693879"/>
                    <a:pt x="3501253" y="2435116"/>
                  </a:cubicBezTo>
                  <a:cubicBezTo>
                    <a:pt x="4094978" y="2176354"/>
                    <a:pt x="4858566" y="1338153"/>
                    <a:pt x="5015728" y="939691"/>
                  </a:cubicBezTo>
                  <a:cubicBezTo>
                    <a:pt x="5172890" y="541229"/>
                    <a:pt x="4901428" y="177691"/>
                    <a:pt x="4444228" y="44341"/>
                  </a:cubicBezTo>
                  <a:cubicBezTo>
                    <a:pt x="3987028" y="-89009"/>
                    <a:pt x="2804341" y="118953"/>
                    <a:pt x="2272528" y="139591"/>
                  </a:cubicBezTo>
                  <a:cubicBezTo>
                    <a:pt x="1740716" y="160228"/>
                    <a:pt x="1569265" y="122129"/>
                    <a:pt x="1253353" y="168166"/>
                  </a:cubicBezTo>
                  <a:cubicBezTo>
                    <a:pt x="937441" y="214203"/>
                    <a:pt x="585015" y="309454"/>
                    <a:pt x="377053" y="406291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27F7AA-412F-27AE-1610-3E9BF6B7FA00}"/>
                </a:ext>
              </a:extLst>
            </p:cNvPr>
            <p:cNvSpPr txBox="1"/>
            <p:nvPr/>
          </p:nvSpPr>
          <p:spPr>
            <a:xfrm rot="21018858">
              <a:off x="6099818" y="3469753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  <a:latin typeface="Segoe Print" panose="02000600000000000000" pitchFamily="2" charset="0"/>
                </a:rPr>
                <a:t>Unit</a:t>
              </a:r>
              <a:endParaRPr lang="en-GB" dirty="0">
                <a:solidFill>
                  <a:srgbClr val="FF0000"/>
                </a:solidFill>
                <a:latin typeface="Segoe Print" panose="02000600000000000000" pitchFamily="2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37D68171-0A13-8F0A-A2F2-D63FBCB3D4A3}"/>
                </a:ext>
              </a:extLst>
            </p:cNvPr>
            <p:cNvSpPr/>
            <p:nvPr/>
          </p:nvSpPr>
          <p:spPr>
            <a:xfrm>
              <a:off x="4519707" y="4214324"/>
              <a:ext cx="772719" cy="513669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Test</a:t>
              </a:r>
              <a:endParaRPr lang="en-GB" dirty="0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DCCABF6-2060-00F9-7E34-E085CAF10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7386" y="4626186"/>
              <a:ext cx="873760" cy="677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ADEE468-630E-E719-0C93-10C14BC4659A}"/>
              </a:ext>
            </a:extLst>
          </p:cNvPr>
          <p:cNvGrpSpPr/>
          <p:nvPr/>
        </p:nvGrpSpPr>
        <p:grpSpPr>
          <a:xfrm>
            <a:off x="702887" y="3983260"/>
            <a:ext cx="4099405" cy="2792572"/>
            <a:chOff x="702887" y="3983260"/>
            <a:chExt cx="4099405" cy="279257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2350109-5A10-1554-174F-9A02368BAD72}"/>
                </a:ext>
              </a:extLst>
            </p:cNvPr>
            <p:cNvSpPr/>
            <p:nvPr/>
          </p:nvSpPr>
          <p:spPr>
            <a:xfrm>
              <a:off x="702887" y="3983260"/>
              <a:ext cx="948185" cy="630311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Test</a:t>
              </a:r>
              <a:endParaRPr lang="en-GB" dirty="0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E725A31B-9A2C-3225-DD8C-D0B3A8F7D372}"/>
                </a:ext>
              </a:extLst>
            </p:cNvPr>
            <p:cNvSpPr/>
            <p:nvPr/>
          </p:nvSpPr>
          <p:spPr>
            <a:xfrm>
              <a:off x="2608084" y="4613571"/>
              <a:ext cx="2194208" cy="355623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Presentation</a:t>
              </a:r>
              <a:endParaRPr lang="da-DK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D62D707-2F3D-0A4C-A7EB-CA7CC42BC3BE}"/>
                </a:ext>
              </a:extLst>
            </p:cNvPr>
            <p:cNvSpPr/>
            <p:nvPr/>
          </p:nvSpPr>
          <p:spPr>
            <a:xfrm>
              <a:off x="2608084" y="5155664"/>
              <a:ext cx="2194208" cy="35562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  <a:endParaRPr lang="da-DK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3E946725-6B22-BF93-C1D5-BC2DC89BDC86}"/>
                </a:ext>
              </a:extLst>
            </p:cNvPr>
            <p:cNvSpPr/>
            <p:nvPr/>
          </p:nvSpPr>
          <p:spPr>
            <a:xfrm>
              <a:off x="2608084" y="5670232"/>
              <a:ext cx="2194208" cy="355623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Persistence</a:t>
              </a:r>
              <a:endParaRPr lang="da-DK" dirty="0"/>
            </a:p>
          </p:txBody>
        </p:sp>
        <p:sp>
          <p:nvSpPr>
            <p:cNvPr id="52" name="Rectangle: Folded Corner 51">
              <a:extLst>
                <a:ext uri="{FF2B5EF4-FFF2-40B4-BE49-F238E27FC236}">
                  <a16:creationId xmlns:a16="http://schemas.microsoft.com/office/drawing/2014/main" id="{A47271ED-33DC-B585-E3CE-0E391367B1A6}"/>
                </a:ext>
              </a:extLst>
            </p:cNvPr>
            <p:cNvSpPr/>
            <p:nvPr/>
          </p:nvSpPr>
          <p:spPr>
            <a:xfrm rot="16200000">
              <a:off x="3380082" y="6161102"/>
              <a:ext cx="666602" cy="562857"/>
            </a:xfrm>
            <a:prstGeom prst="foldedCorner">
              <a:avLst>
                <a:gd name="adj" fmla="val 37493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D4EC6555-6236-0F96-851E-1B5E2AA2DE4C}"/>
                </a:ext>
              </a:extLst>
            </p:cNvPr>
            <p:cNvCxnSpPr>
              <a:cxnSpLocks/>
            </p:cNvCxnSpPr>
            <p:nvPr/>
          </p:nvCxnSpPr>
          <p:spPr>
            <a:xfrm>
              <a:off x="1651072" y="4298415"/>
              <a:ext cx="907144" cy="44637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0FA0F27-CFEA-5A0C-F1A9-F865012F288F}"/>
              </a:ext>
            </a:extLst>
          </p:cNvPr>
          <p:cNvSpPr/>
          <p:nvPr/>
        </p:nvSpPr>
        <p:spPr>
          <a:xfrm>
            <a:off x="2707821" y="4287660"/>
            <a:ext cx="844110" cy="2119406"/>
          </a:xfrm>
          <a:custGeom>
            <a:avLst/>
            <a:gdLst>
              <a:gd name="csX0" fmla="*/ 149013 w 687904"/>
              <a:gd name="csY0" fmla="*/ 453813 h 1727200"/>
              <a:gd name="csX1" fmla="*/ 155787 w 687904"/>
              <a:gd name="csY1" fmla="*/ 765386 h 1727200"/>
              <a:gd name="csX2" fmla="*/ 460587 w 687904"/>
              <a:gd name="csY2" fmla="*/ 690880 h 1727200"/>
              <a:gd name="csX3" fmla="*/ 575733 w 687904"/>
              <a:gd name="csY3" fmla="*/ 894080 h 1727200"/>
              <a:gd name="csX4" fmla="*/ 331893 w 687904"/>
              <a:gd name="csY4" fmla="*/ 887306 h 1727200"/>
              <a:gd name="csX5" fmla="*/ 108373 w 687904"/>
              <a:gd name="csY5" fmla="*/ 941493 h 1727200"/>
              <a:gd name="csX6" fmla="*/ 189653 w 687904"/>
              <a:gd name="csY6" fmla="*/ 1198880 h 1727200"/>
              <a:gd name="csX7" fmla="*/ 480907 w 687904"/>
              <a:gd name="csY7" fmla="*/ 1727200 h 1727200"/>
              <a:gd name="csX8" fmla="*/ 352213 w 687904"/>
              <a:gd name="csY8" fmla="*/ 1198880 h 1727200"/>
              <a:gd name="csX9" fmla="*/ 568960 w 687904"/>
              <a:gd name="csY9" fmla="*/ 1503680 h 1727200"/>
              <a:gd name="csX10" fmla="*/ 602827 w 687904"/>
              <a:gd name="csY10" fmla="*/ 1219200 h 1727200"/>
              <a:gd name="csX11" fmla="*/ 684107 w 687904"/>
              <a:gd name="csY11" fmla="*/ 927946 h 1727200"/>
              <a:gd name="csX12" fmla="*/ 467360 w 687904"/>
              <a:gd name="csY12" fmla="*/ 616373 h 1727200"/>
              <a:gd name="csX13" fmla="*/ 176107 w 687904"/>
              <a:gd name="csY13" fmla="*/ 711200 h 1727200"/>
              <a:gd name="csX14" fmla="*/ 250613 w 687904"/>
              <a:gd name="csY14" fmla="*/ 419946 h 1727200"/>
              <a:gd name="csX15" fmla="*/ 453813 w 687904"/>
              <a:gd name="csY15" fmla="*/ 589280 h 1727200"/>
              <a:gd name="csX16" fmla="*/ 474133 w 687904"/>
              <a:gd name="csY16" fmla="*/ 216746 h 1727200"/>
              <a:gd name="csX17" fmla="*/ 0 w 687904"/>
              <a:gd name="csY17" fmla="*/ 0 h 172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87904" h="1727200">
                <a:moveTo>
                  <a:pt x="149013" y="453813"/>
                </a:moveTo>
                <a:cubicBezTo>
                  <a:pt x="126435" y="589844"/>
                  <a:pt x="103858" y="725875"/>
                  <a:pt x="155787" y="765386"/>
                </a:cubicBezTo>
                <a:cubicBezTo>
                  <a:pt x="207716" y="804897"/>
                  <a:pt x="390596" y="669431"/>
                  <a:pt x="460587" y="690880"/>
                </a:cubicBezTo>
                <a:cubicBezTo>
                  <a:pt x="530578" y="712329"/>
                  <a:pt x="597182" y="861342"/>
                  <a:pt x="575733" y="894080"/>
                </a:cubicBezTo>
                <a:cubicBezTo>
                  <a:pt x="554284" y="926818"/>
                  <a:pt x="409786" y="879404"/>
                  <a:pt x="331893" y="887306"/>
                </a:cubicBezTo>
                <a:cubicBezTo>
                  <a:pt x="254000" y="895208"/>
                  <a:pt x="132080" y="889564"/>
                  <a:pt x="108373" y="941493"/>
                </a:cubicBezTo>
                <a:cubicBezTo>
                  <a:pt x="84666" y="993422"/>
                  <a:pt x="127564" y="1067929"/>
                  <a:pt x="189653" y="1198880"/>
                </a:cubicBezTo>
                <a:cubicBezTo>
                  <a:pt x="251742" y="1329831"/>
                  <a:pt x="453814" y="1727200"/>
                  <a:pt x="480907" y="1727200"/>
                </a:cubicBezTo>
                <a:cubicBezTo>
                  <a:pt x="508000" y="1727200"/>
                  <a:pt x="337537" y="1236133"/>
                  <a:pt x="352213" y="1198880"/>
                </a:cubicBezTo>
                <a:cubicBezTo>
                  <a:pt x="366889" y="1161627"/>
                  <a:pt x="527191" y="1500293"/>
                  <a:pt x="568960" y="1503680"/>
                </a:cubicBezTo>
                <a:cubicBezTo>
                  <a:pt x="610729" y="1507067"/>
                  <a:pt x="583636" y="1315156"/>
                  <a:pt x="602827" y="1219200"/>
                </a:cubicBezTo>
                <a:cubicBezTo>
                  <a:pt x="622018" y="1123244"/>
                  <a:pt x="706685" y="1028417"/>
                  <a:pt x="684107" y="927946"/>
                </a:cubicBezTo>
                <a:cubicBezTo>
                  <a:pt x="661529" y="827475"/>
                  <a:pt x="552027" y="652497"/>
                  <a:pt x="467360" y="616373"/>
                </a:cubicBezTo>
                <a:cubicBezTo>
                  <a:pt x="382693" y="580249"/>
                  <a:pt x="212232" y="743938"/>
                  <a:pt x="176107" y="711200"/>
                </a:cubicBezTo>
                <a:cubicBezTo>
                  <a:pt x="139982" y="678462"/>
                  <a:pt x="204329" y="440266"/>
                  <a:pt x="250613" y="419946"/>
                </a:cubicBezTo>
                <a:cubicBezTo>
                  <a:pt x="296897" y="399626"/>
                  <a:pt x="416560" y="623147"/>
                  <a:pt x="453813" y="589280"/>
                </a:cubicBezTo>
                <a:cubicBezTo>
                  <a:pt x="491066" y="555413"/>
                  <a:pt x="549769" y="314959"/>
                  <a:pt x="474133" y="216746"/>
                </a:cubicBezTo>
                <a:cubicBezTo>
                  <a:pt x="398498" y="118533"/>
                  <a:pt x="199249" y="59266"/>
                  <a:pt x="0" y="0"/>
                </a:cubicBezTo>
              </a:path>
            </a:pathLst>
          </a:custGeom>
          <a:ln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EF4BFB-CE62-6C99-B5B7-BCB1490A795A}"/>
              </a:ext>
            </a:extLst>
          </p:cNvPr>
          <p:cNvSpPr txBox="1"/>
          <p:nvPr/>
        </p:nvSpPr>
        <p:spPr>
          <a:xfrm>
            <a:off x="5451441" y="4231959"/>
            <a:ext cx="125226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166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C17649BF-7DFE-E550-AD31-F92434134B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5483" y="4309744"/>
            <a:ext cx="2478796" cy="272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7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494E9-1104-529E-C764-0F72E62C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a unit 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457E5C-99C8-E5AF-0DD2-CF6395843D82}"/>
              </a:ext>
            </a:extLst>
          </p:cNvPr>
          <p:cNvSpPr/>
          <p:nvPr/>
        </p:nvSpPr>
        <p:spPr>
          <a:xfrm>
            <a:off x="1281501" y="918638"/>
            <a:ext cx="96289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3600" dirty="0">
                <a:solidFill>
                  <a:schemeClr val="bg1"/>
                </a:solidFill>
              </a:rPr>
              <a:t>1. </a:t>
            </a:r>
          </a:p>
          <a:p>
            <a:pPr algn="ctr"/>
            <a:r>
              <a:rPr lang="da-DK" sz="3600" dirty="0" err="1">
                <a:solidFill>
                  <a:schemeClr val="bg1"/>
                </a:solidFill>
              </a:rPr>
              <a:t>Verifies</a:t>
            </a:r>
            <a:r>
              <a:rPr lang="da-DK" sz="3600" dirty="0">
                <a:solidFill>
                  <a:schemeClr val="bg1"/>
                </a:solidFill>
              </a:rPr>
              <a:t> a small ”</a:t>
            </a:r>
            <a:r>
              <a:rPr lang="da-DK" sz="3600" dirty="0" err="1">
                <a:solidFill>
                  <a:schemeClr val="bg1"/>
                </a:solidFill>
              </a:rPr>
              <a:t>piece</a:t>
            </a:r>
            <a:r>
              <a:rPr lang="da-DK" sz="3600" dirty="0">
                <a:solidFill>
                  <a:schemeClr val="bg1"/>
                </a:solidFill>
              </a:rPr>
              <a:t>” of </a:t>
            </a:r>
            <a:r>
              <a:rPr lang="da-DK" sz="3600" dirty="0" err="1">
                <a:solidFill>
                  <a:schemeClr val="bg1"/>
                </a:solidFill>
              </a:rPr>
              <a:t>code</a:t>
            </a:r>
            <a:r>
              <a:rPr lang="da-DK" sz="3600" dirty="0">
                <a:solidFill>
                  <a:schemeClr val="bg1"/>
                </a:solidFill>
              </a:rPr>
              <a:t> (the </a:t>
            </a:r>
            <a:r>
              <a:rPr lang="da-DK" sz="3600" i="1" dirty="0">
                <a:solidFill>
                  <a:schemeClr val="bg1"/>
                </a:solidFill>
              </a:rPr>
              <a:t>unit</a:t>
            </a:r>
            <a:r>
              <a:rPr lang="da-DK" sz="3600" dirty="0">
                <a:solidFill>
                  <a:schemeClr val="bg1"/>
                </a:solidFill>
              </a:rPr>
              <a:t>) of </a:t>
            </a:r>
            <a:r>
              <a:rPr lang="da-DK" sz="3600" dirty="0" err="1">
                <a:solidFill>
                  <a:schemeClr val="bg1"/>
                </a:solidFill>
              </a:rPr>
              <a:t>cohesive</a:t>
            </a:r>
            <a:r>
              <a:rPr lang="da-DK" sz="3600" dirty="0">
                <a:solidFill>
                  <a:schemeClr val="bg1"/>
                </a:solidFill>
              </a:rPr>
              <a:t> </a:t>
            </a:r>
            <a:r>
              <a:rPr lang="da-DK" sz="3600" dirty="0" err="1">
                <a:solidFill>
                  <a:schemeClr val="bg1"/>
                </a:solidFill>
              </a:rPr>
              <a:t>behaviour</a:t>
            </a:r>
            <a:r>
              <a:rPr lang="da-DK" sz="3600" dirty="0">
                <a:solidFill>
                  <a:schemeClr val="bg1"/>
                </a:solidFill>
              </a:rPr>
              <a:t>.</a:t>
            </a:r>
            <a:endParaRPr lang="en-GB" sz="36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F92FAC-34BA-1B83-CF07-E82FDB3FA948}"/>
              </a:ext>
            </a:extLst>
          </p:cNvPr>
          <p:cNvGrpSpPr/>
          <p:nvPr/>
        </p:nvGrpSpPr>
        <p:grpSpPr>
          <a:xfrm>
            <a:off x="702888" y="3079608"/>
            <a:ext cx="3166218" cy="2143599"/>
            <a:chOff x="702888" y="1054666"/>
            <a:chExt cx="3166218" cy="214359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68EF78D-D360-77F3-BCF3-8B104EEBF5B5}"/>
                </a:ext>
              </a:extLst>
            </p:cNvPr>
            <p:cNvSpPr/>
            <p:nvPr/>
          </p:nvSpPr>
          <p:spPr>
            <a:xfrm>
              <a:off x="2495600" y="1726003"/>
              <a:ext cx="864096" cy="904707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06124-F619-BEEE-7FCA-759928620DF6}"/>
                </a:ext>
              </a:extLst>
            </p:cNvPr>
            <p:cNvSpPr/>
            <p:nvPr/>
          </p:nvSpPr>
          <p:spPr>
            <a:xfrm>
              <a:off x="2648000" y="1878403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5BC2F8F-89B5-CFA3-3C0C-1A9A81206868}"/>
                </a:ext>
              </a:extLst>
            </p:cNvPr>
            <p:cNvSpPr/>
            <p:nvPr/>
          </p:nvSpPr>
          <p:spPr>
            <a:xfrm>
              <a:off x="2643089" y="2137591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978D6A4-E494-2D12-135C-B57E43D8B688}"/>
                </a:ext>
              </a:extLst>
            </p:cNvPr>
            <p:cNvSpPr/>
            <p:nvPr/>
          </p:nvSpPr>
          <p:spPr>
            <a:xfrm>
              <a:off x="2643089" y="2374550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EDA4E3E-8AA6-59C6-99CA-488F54B64BBC}"/>
                </a:ext>
              </a:extLst>
            </p:cNvPr>
            <p:cNvCxnSpPr/>
            <p:nvPr/>
          </p:nvCxnSpPr>
          <p:spPr>
            <a:xfrm>
              <a:off x="1667508" y="1886604"/>
              <a:ext cx="93610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A58DE68-40CC-6DDC-2D4F-1DBBA6E36DE0}"/>
                </a:ext>
              </a:extLst>
            </p:cNvPr>
            <p:cNvSpPr/>
            <p:nvPr/>
          </p:nvSpPr>
          <p:spPr>
            <a:xfrm>
              <a:off x="2005752" y="1401686"/>
              <a:ext cx="1863354" cy="1796579"/>
            </a:xfrm>
            <a:custGeom>
              <a:avLst/>
              <a:gdLst>
                <a:gd name="connsiteX0" fmla="*/ 870798 w 1863354"/>
                <a:gd name="connsiteY0" fmla="*/ 22196 h 1796579"/>
                <a:gd name="connsiteX1" fmla="*/ 1623273 w 1863354"/>
                <a:gd name="connsiteY1" fmla="*/ 165071 h 1796579"/>
                <a:gd name="connsiteX2" fmla="*/ 1794723 w 1863354"/>
                <a:gd name="connsiteY2" fmla="*/ 1222346 h 1796579"/>
                <a:gd name="connsiteX3" fmla="*/ 585048 w 1863354"/>
                <a:gd name="connsiteY3" fmla="*/ 1793846 h 1796579"/>
                <a:gd name="connsiteX4" fmla="*/ 4023 w 1863354"/>
                <a:gd name="connsiteY4" fmla="*/ 1003271 h 1796579"/>
                <a:gd name="connsiteX5" fmla="*/ 356448 w 1863354"/>
                <a:gd name="connsiteY5" fmla="*/ 107921 h 1796579"/>
                <a:gd name="connsiteX6" fmla="*/ 870798 w 1863354"/>
                <a:gd name="connsiteY6" fmla="*/ 22196 h 179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3354" h="1796579">
                  <a:moveTo>
                    <a:pt x="870798" y="22196"/>
                  </a:moveTo>
                  <a:cubicBezTo>
                    <a:pt x="1081936" y="31721"/>
                    <a:pt x="1469286" y="-34954"/>
                    <a:pt x="1623273" y="165071"/>
                  </a:cubicBezTo>
                  <a:cubicBezTo>
                    <a:pt x="1777260" y="365096"/>
                    <a:pt x="1967760" y="950884"/>
                    <a:pt x="1794723" y="1222346"/>
                  </a:cubicBezTo>
                  <a:cubicBezTo>
                    <a:pt x="1621686" y="1493808"/>
                    <a:pt x="883498" y="1830358"/>
                    <a:pt x="585048" y="1793846"/>
                  </a:cubicBezTo>
                  <a:cubicBezTo>
                    <a:pt x="286598" y="1757334"/>
                    <a:pt x="42123" y="1284258"/>
                    <a:pt x="4023" y="1003271"/>
                  </a:cubicBezTo>
                  <a:cubicBezTo>
                    <a:pt x="-34077" y="722284"/>
                    <a:pt x="207223" y="271433"/>
                    <a:pt x="356448" y="107921"/>
                  </a:cubicBezTo>
                  <a:cubicBezTo>
                    <a:pt x="505673" y="-55591"/>
                    <a:pt x="659660" y="12671"/>
                    <a:pt x="870798" y="22196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8A9F67-AF98-512A-0363-ACDCEBD39202}"/>
                </a:ext>
              </a:extLst>
            </p:cNvPr>
            <p:cNvSpPr txBox="1"/>
            <p:nvPr/>
          </p:nvSpPr>
          <p:spPr>
            <a:xfrm rot="21018858">
              <a:off x="2149192" y="1054666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  <a:latin typeface="Segoe Print" panose="02000600000000000000" pitchFamily="2" charset="0"/>
                </a:rPr>
                <a:t>Unit</a:t>
              </a:r>
              <a:endParaRPr lang="en-GB" dirty="0">
                <a:solidFill>
                  <a:srgbClr val="FF0000"/>
                </a:solidFill>
                <a:latin typeface="Segoe Print" panose="02000600000000000000" pitchFamily="2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3B0279-D987-293F-14D5-C8A2D36F87B3}"/>
                </a:ext>
              </a:extLst>
            </p:cNvPr>
            <p:cNvSpPr/>
            <p:nvPr/>
          </p:nvSpPr>
          <p:spPr>
            <a:xfrm>
              <a:off x="702888" y="1641692"/>
              <a:ext cx="772719" cy="513669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Test</a:t>
              </a:r>
              <a:endParaRPr lang="en-GB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4B44132-D514-99A5-4D37-813BD4AC50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6240" y="1998136"/>
              <a:ext cx="907627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0DB2B6-880A-3B4F-D0C3-FB0AB7F238C7}"/>
              </a:ext>
            </a:extLst>
          </p:cNvPr>
          <p:cNvGrpSpPr/>
          <p:nvPr/>
        </p:nvGrpSpPr>
        <p:grpSpPr>
          <a:xfrm>
            <a:off x="5508614" y="2907566"/>
            <a:ext cx="6269339" cy="2706554"/>
            <a:chOff x="4519707" y="3469753"/>
            <a:chExt cx="6269339" cy="27065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BC7B4EF-A4A5-E73F-667A-730429079A39}"/>
                </a:ext>
              </a:extLst>
            </p:cNvPr>
            <p:cNvSpPr/>
            <p:nvPr/>
          </p:nvSpPr>
          <p:spPr>
            <a:xfrm>
              <a:off x="6168008" y="4309467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CD05D03-68B7-527B-69FB-95D3280B4D23}"/>
                </a:ext>
              </a:extLst>
            </p:cNvPr>
            <p:cNvSpPr/>
            <p:nvPr/>
          </p:nvSpPr>
          <p:spPr>
            <a:xfrm>
              <a:off x="6320408" y="4461867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28D51E1-629A-60FC-B89D-C3443F5246F7}"/>
                </a:ext>
              </a:extLst>
            </p:cNvPr>
            <p:cNvSpPr/>
            <p:nvPr/>
          </p:nvSpPr>
          <p:spPr>
            <a:xfrm>
              <a:off x="6315497" y="4721055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CF12576-EBA8-E339-72E3-BD0F3395D5ED}"/>
                </a:ext>
              </a:extLst>
            </p:cNvPr>
            <p:cNvSpPr/>
            <p:nvPr/>
          </p:nvSpPr>
          <p:spPr>
            <a:xfrm>
              <a:off x="6315497" y="4958014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C8897CF-EFE8-9569-A9F5-78CDD7B1C9C2}"/>
                </a:ext>
              </a:extLst>
            </p:cNvPr>
            <p:cNvCxnSpPr/>
            <p:nvPr/>
          </p:nvCxnSpPr>
          <p:spPr>
            <a:xfrm>
              <a:off x="5339916" y="4517479"/>
              <a:ext cx="93610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0B51C8C-AB3E-D592-AC7E-F57207C35E12}"/>
                </a:ext>
              </a:extLst>
            </p:cNvPr>
            <p:cNvSpPr/>
            <p:nvPr/>
          </p:nvSpPr>
          <p:spPr>
            <a:xfrm>
              <a:off x="7909061" y="3857114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64A8818-6AB3-D7AE-BCD5-9FF6B5D86B8F}"/>
                </a:ext>
              </a:extLst>
            </p:cNvPr>
            <p:cNvSpPr/>
            <p:nvPr/>
          </p:nvSpPr>
          <p:spPr>
            <a:xfrm>
              <a:off x="8061461" y="4009514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103DC49-E7C2-C7B2-B6D9-88FA75D3A75B}"/>
                </a:ext>
              </a:extLst>
            </p:cNvPr>
            <p:cNvSpPr/>
            <p:nvPr/>
          </p:nvSpPr>
          <p:spPr>
            <a:xfrm>
              <a:off x="8056550" y="4293096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F7EB664E-949B-03ED-BD53-24F85D0A7B10}"/>
                </a:ext>
              </a:extLst>
            </p:cNvPr>
            <p:cNvSpPr/>
            <p:nvPr/>
          </p:nvSpPr>
          <p:spPr>
            <a:xfrm>
              <a:off x="7892876" y="5018873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E6F9A8A-9E94-6205-C614-75447C601DDB}"/>
                </a:ext>
              </a:extLst>
            </p:cNvPr>
            <p:cNvSpPr/>
            <p:nvPr/>
          </p:nvSpPr>
          <p:spPr>
            <a:xfrm>
              <a:off x="8045276" y="5171273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02E454-FB98-C9AC-7E89-AE5A4221B754}"/>
                </a:ext>
              </a:extLst>
            </p:cNvPr>
            <p:cNvSpPr/>
            <p:nvPr/>
          </p:nvSpPr>
          <p:spPr>
            <a:xfrm>
              <a:off x="8040365" y="5430461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4C1CE70-C6E5-DD6C-BE3F-D5101A6D44DC}"/>
                </a:ext>
              </a:extLst>
            </p:cNvPr>
            <p:cNvSpPr/>
            <p:nvPr/>
          </p:nvSpPr>
          <p:spPr>
            <a:xfrm>
              <a:off x="8040365" y="5667420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E309521-A677-A4B9-F428-24793A1382CF}"/>
                </a:ext>
              </a:extLst>
            </p:cNvPr>
            <p:cNvSpPr/>
            <p:nvPr/>
          </p:nvSpPr>
          <p:spPr>
            <a:xfrm>
              <a:off x="9386160" y="3909249"/>
              <a:ext cx="864096" cy="904705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D95D77A-41BB-7C67-0F9F-653507C185A6}"/>
                </a:ext>
              </a:extLst>
            </p:cNvPr>
            <p:cNvSpPr/>
            <p:nvPr/>
          </p:nvSpPr>
          <p:spPr>
            <a:xfrm>
              <a:off x="9538560" y="4061649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3E006117-1388-F535-53CF-5B5FEB6726B9}"/>
                </a:ext>
              </a:extLst>
            </p:cNvPr>
            <p:cNvSpPr/>
            <p:nvPr/>
          </p:nvSpPr>
          <p:spPr>
            <a:xfrm>
              <a:off x="9533649" y="4335527"/>
              <a:ext cx="567680" cy="135632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FBA7189-5AC1-2CA4-A68E-7A7BC3376AFB}"/>
                </a:ext>
              </a:extLst>
            </p:cNvPr>
            <p:cNvSpPr/>
            <p:nvPr/>
          </p:nvSpPr>
          <p:spPr>
            <a:xfrm>
              <a:off x="6953250" y="4081918"/>
              <a:ext cx="1038225" cy="475513"/>
            </a:xfrm>
            <a:custGeom>
              <a:avLst/>
              <a:gdLst>
                <a:gd name="connsiteX0" fmla="*/ 0 w 1038225"/>
                <a:gd name="connsiteY0" fmla="*/ 451982 h 475513"/>
                <a:gd name="connsiteX1" fmla="*/ 371475 w 1038225"/>
                <a:gd name="connsiteY1" fmla="*/ 432932 h 475513"/>
                <a:gd name="connsiteX2" fmla="*/ 704850 w 1038225"/>
                <a:gd name="connsiteY2" fmla="*/ 61457 h 475513"/>
                <a:gd name="connsiteX3" fmla="*/ 1038225 w 1038225"/>
                <a:gd name="connsiteY3" fmla="*/ 4307 h 475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225" h="475513">
                  <a:moveTo>
                    <a:pt x="0" y="451982"/>
                  </a:moveTo>
                  <a:cubicBezTo>
                    <a:pt x="127000" y="475001"/>
                    <a:pt x="254000" y="498020"/>
                    <a:pt x="371475" y="432932"/>
                  </a:cubicBezTo>
                  <a:cubicBezTo>
                    <a:pt x="488950" y="367844"/>
                    <a:pt x="593725" y="132894"/>
                    <a:pt x="704850" y="61457"/>
                  </a:cubicBezTo>
                  <a:cubicBezTo>
                    <a:pt x="815975" y="-9980"/>
                    <a:pt x="927100" y="-2837"/>
                    <a:pt x="1038225" y="4307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4E0CC60-960C-737B-35B5-6FCD4F153F30}"/>
                </a:ext>
              </a:extLst>
            </p:cNvPr>
            <p:cNvSpPr/>
            <p:nvPr/>
          </p:nvSpPr>
          <p:spPr>
            <a:xfrm>
              <a:off x="8705850" y="4048125"/>
              <a:ext cx="819150" cy="66675"/>
            </a:xfrm>
            <a:custGeom>
              <a:avLst/>
              <a:gdLst>
                <a:gd name="connsiteX0" fmla="*/ 0 w 819150"/>
                <a:gd name="connsiteY0" fmla="*/ 0 h 66675"/>
                <a:gd name="connsiteX1" fmla="*/ 819150 w 819150"/>
                <a:gd name="connsiteY1" fmla="*/ 66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19150" h="66675">
                  <a:moveTo>
                    <a:pt x="0" y="0"/>
                  </a:moveTo>
                  <a:lnTo>
                    <a:pt x="819150" y="66675"/>
                  </a:ln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88A4986-3B9F-0D8A-C15C-197295065ED0}"/>
                </a:ext>
              </a:extLst>
            </p:cNvPr>
            <p:cNvSpPr/>
            <p:nvPr/>
          </p:nvSpPr>
          <p:spPr>
            <a:xfrm>
              <a:off x="10172700" y="4105275"/>
              <a:ext cx="323960" cy="285750"/>
            </a:xfrm>
            <a:custGeom>
              <a:avLst/>
              <a:gdLst>
                <a:gd name="connsiteX0" fmla="*/ 0 w 323960"/>
                <a:gd name="connsiteY0" fmla="*/ 0 h 285750"/>
                <a:gd name="connsiteX1" fmla="*/ 323850 w 323960"/>
                <a:gd name="connsiteY1" fmla="*/ 104775 h 285750"/>
                <a:gd name="connsiteX2" fmla="*/ 28575 w 323960"/>
                <a:gd name="connsiteY2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3960" h="285750">
                  <a:moveTo>
                    <a:pt x="0" y="0"/>
                  </a:moveTo>
                  <a:cubicBezTo>
                    <a:pt x="159544" y="28575"/>
                    <a:pt x="319088" y="57150"/>
                    <a:pt x="323850" y="104775"/>
                  </a:cubicBezTo>
                  <a:cubicBezTo>
                    <a:pt x="328612" y="152400"/>
                    <a:pt x="178593" y="219075"/>
                    <a:pt x="28575" y="28575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BD08498-8DDF-E00C-29D6-AF41BB25D1EE}"/>
                </a:ext>
              </a:extLst>
            </p:cNvPr>
            <p:cNvSpPr/>
            <p:nvPr/>
          </p:nvSpPr>
          <p:spPr>
            <a:xfrm>
              <a:off x="6960097" y="4371975"/>
              <a:ext cx="1021854" cy="283368"/>
            </a:xfrm>
            <a:custGeom>
              <a:avLst/>
              <a:gdLst>
                <a:gd name="connsiteX0" fmla="*/ 0 w 1019175"/>
                <a:gd name="connsiteY0" fmla="*/ 238125 h 292850"/>
                <a:gd name="connsiteX1" fmla="*/ 371475 w 1019175"/>
                <a:gd name="connsiteY1" fmla="*/ 276225 h 292850"/>
                <a:gd name="connsiteX2" fmla="*/ 1019175 w 1019175"/>
                <a:gd name="connsiteY2" fmla="*/ 0 h 292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9175" h="292850">
                  <a:moveTo>
                    <a:pt x="0" y="238125"/>
                  </a:moveTo>
                  <a:cubicBezTo>
                    <a:pt x="100806" y="277018"/>
                    <a:pt x="201613" y="315912"/>
                    <a:pt x="371475" y="276225"/>
                  </a:cubicBezTo>
                  <a:cubicBezTo>
                    <a:pt x="541337" y="236538"/>
                    <a:pt x="780256" y="118269"/>
                    <a:pt x="1019175" y="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639928-1A62-F8D0-1C55-CB0A5FB1E35E}"/>
                </a:ext>
              </a:extLst>
            </p:cNvPr>
            <p:cNvSpPr/>
            <p:nvPr/>
          </p:nvSpPr>
          <p:spPr>
            <a:xfrm>
              <a:off x="6886575" y="4619728"/>
              <a:ext cx="391049" cy="187735"/>
            </a:xfrm>
            <a:custGeom>
              <a:avLst/>
              <a:gdLst>
                <a:gd name="connsiteX0" fmla="*/ 0 w 391049"/>
                <a:gd name="connsiteY0" fmla="*/ 0 h 149738"/>
                <a:gd name="connsiteX1" fmla="*/ 390525 w 391049"/>
                <a:gd name="connsiteY1" fmla="*/ 133350 h 149738"/>
                <a:gd name="connsiteX2" fmla="*/ 66675 w 391049"/>
                <a:gd name="connsiteY2" fmla="*/ 142875 h 14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1049" h="149738">
                  <a:moveTo>
                    <a:pt x="0" y="0"/>
                  </a:moveTo>
                  <a:cubicBezTo>
                    <a:pt x="189706" y="54769"/>
                    <a:pt x="379413" y="109538"/>
                    <a:pt x="390525" y="133350"/>
                  </a:cubicBezTo>
                  <a:cubicBezTo>
                    <a:pt x="401638" y="157163"/>
                    <a:pt x="234156" y="150019"/>
                    <a:pt x="66675" y="142875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B59F20-5A39-0A99-6C8F-7F55FFC94519}"/>
                </a:ext>
              </a:extLst>
            </p:cNvPr>
            <p:cNvSpPr/>
            <p:nvPr/>
          </p:nvSpPr>
          <p:spPr>
            <a:xfrm>
              <a:off x="6962775" y="4905375"/>
              <a:ext cx="1000125" cy="304800"/>
            </a:xfrm>
            <a:custGeom>
              <a:avLst/>
              <a:gdLst>
                <a:gd name="connsiteX0" fmla="*/ 0 w 1000125"/>
                <a:gd name="connsiteY0" fmla="*/ 0 h 304800"/>
                <a:gd name="connsiteX1" fmla="*/ 542925 w 1000125"/>
                <a:gd name="connsiteY1" fmla="*/ 200025 h 304800"/>
                <a:gd name="connsiteX2" fmla="*/ 1000125 w 1000125"/>
                <a:gd name="connsiteY2" fmla="*/ 30480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125" h="304800">
                  <a:moveTo>
                    <a:pt x="0" y="0"/>
                  </a:moveTo>
                  <a:cubicBezTo>
                    <a:pt x="188119" y="74612"/>
                    <a:pt x="376238" y="149225"/>
                    <a:pt x="542925" y="200025"/>
                  </a:cubicBezTo>
                  <a:cubicBezTo>
                    <a:pt x="709612" y="250825"/>
                    <a:pt x="854868" y="277812"/>
                    <a:pt x="1000125" y="30480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BE1679F-9447-FE1D-13EB-70D779C19609}"/>
                </a:ext>
              </a:extLst>
            </p:cNvPr>
            <p:cNvSpPr/>
            <p:nvPr/>
          </p:nvSpPr>
          <p:spPr>
            <a:xfrm>
              <a:off x="8648700" y="5248275"/>
              <a:ext cx="229567" cy="247650"/>
            </a:xfrm>
            <a:custGeom>
              <a:avLst/>
              <a:gdLst>
                <a:gd name="connsiteX0" fmla="*/ 66675 w 229567"/>
                <a:gd name="connsiteY0" fmla="*/ 0 h 247650"/>
                <a:gd name="connsiteX1" fmla="*/ 228600 w 229567"/>
                <a:gd name="connsiteY1" fmla="*/ 190500 h 247650"/>
                <a:gd name="connsiteX2" fmla="*/ 0 w 229567"/>
                <a:gd name="connsiteY2" fmla="*/ 24765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9567" h="247650">
                  <a:moveTo>
                    <a:pt x="66675" y="0"/>
                  </a:moveTo>
                  <a:cubicBezTo>
                    <a:pt x="153193" y="74612"/>
                    <a:pt x="239712" y="149225"/>
                    <a:pt x="228600" y="190500"/>
                  </a:cubicBezTo>
                  <a:cubicBezTo>
                    <a:pt x="217488" y="231775"/>
                    <a:pt x="30162" y="241300"/>
                    <a:pt x="0" y="247650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8AF20C7-6540-5300-7609-1842973DD33F}"/>
                </a:ext>
              </a:extLst>
            </p:cNvPr>
            <p:cNvSpPr/>
            <p:nvPr/>
          </p:nvSpPr>
          <p:spPr>
            <a:xfrm>
              <a:off x="8667750" y="5181601"/>
              <a:ext cx="505022" cy="485820"/>
            </a:xfrm>
            <a:custGeom>
              <a:avLst/>
              <a:gdLst>
                <a:gd name="connsiteX0" fmla="*/ 47625 w 505022"/>
                <a:gd name="connsiteY0" fmla="*/ 0 h 581025"/>
                <a:gd name="connsiteX1" fmla="*/ 504825 w 505022"/>
                <a:gd name="connsiteY1" fmla="*/ 152400 h 581025"/>
                <a:gd name="connsiteX2" fmla="*/ 0 w 505022"/>
                <a:gd name="connsiteY2" fmla="*/ 581025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5022" h="581025">
                  <a:moveTo>
                    <a:pt x="47625" y="0"/>
                  </a:moveTo>
                  <a:cubicBezTo>
                    <a:pt x="280194" y="27781"/>
                    <a:pt x="512763" y="55563"/>
                    <a:pt x="504825" y="152400"/>
                  </a:cubicBezTo>
                  <a:cubicBezTo>
                    <a:pt x="496888" y="249238"/>
                    <a:pt x="76200" y="503237"/>
                    <a:pt x="0" y="581025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BB1ED14-7A3F-73A2-A17D-7D67BE94F21C}"/>
                </a:ext>
              </a:extLst>
            </p:cNvPr>
            <p:cNvSpPr/>
            <p:nvPr/>
          </p:nvSpPr>
          <p:spPr>
            <a:xfrm>
              <a:off x="5728472" y="3584684"/>
              <a:ext cx="5060574" cy="2591623"/>
            </a:xfrm>
            <a:custGeom>
              <a:avLst/>
              <a:gdLst>
                <a:gd name="connsiteX0" fmla="*/ 377053 w 5060574"/>
                <a:gd name="connsiteY0" fmla="*/ 406291 h 2591623"/>
                <a:gd name="connsiteX1" fmla="*/ 5578 w 5060574"/>
                <a:gd name="connsiteY1" fmla="*/ 749191 h 2591623"/>
                <a:gd name="connsiteX2" fmla="*/ 253228 w 5060574"/>
                <a:gd name="connsiteY2" fmla="*/ 1958866 h 2591623"/>
                <a:gd name="connsiteX3" fmla="*/ 1453378 w 5060574"/>
                <a:gd name="connsiteY3" fmla="*/ 2492266 h 2591623"/>
                <a:gd name="connsiteX4" fmla="*/ 3501253 w 5060574"/>
                <a:gd name="connsiteY4" fmla="*/ 2435116 h 2591623"/>
                <a:gd name="connsiteX5" fmla="*/ 5015728 w 5060574"/>
                <a:gd name="connsiteY5" fmla="*/ 939691 h 2591623"/>
                <a:gd name="connsiteX6" fmla="*/ 4444228 w 5060574"/>
                <a:gd name="connsiteY6" fmla="*/ 44341 h 2591623"/>
                <a:gd name="connsiteX7" fmla="*/ 2272528 w 5060574"/>
                <a:gd name="connsiteY7" fmla="*/ 139591 h 2591623"/>
                <a:gd name="connsiteX8" fmla="*/ 1253353 w 5060574"/>
                <a:gd name="connsiteY8" fmla="*/ 168166 h 2591623"/>
                <a:gd name="connsiteX9" fmla="*/ 377053 w 5060574"/>
                <a:gd name="connsiteY9" fmla="*/ 406291 h 2591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60574" h="2591623">
                  <a:moveTo>
                    <a:pt x="377053" y="406291"/>
                  </a:moveTo>
                  <a:cubicBezTo>
                    <a:pt x="169091" y="503128"/>
                    <a:pt x="26216" y="490428"/>
                    <a:pt x="5578" y="749191"/>
                  </a:cubicBezTo>
                  <a:cubicBezTo>
                    <a:pt x="-15060" y="1007954"/>
                    <a:pt x="11928" y="1668354"/>
                    <a:pt x="253228" y="1958866"/>
                  </a:cubicBezTo>
                  <a:cubicBezTo>
                    <a:pt x="494528" y="2249378"/>
                    <a:pt x="912041" y="2412891"/>
                    <a:pt x="1453378" y="2492266"/>
                  </a:cubicBezTo>
                  <a:cubicBezTo>
                    <a:pt x="1994715" y="2571641"/>
                    <a:pt x="2907528" y="2693879"/>
                    <a:pt x="3501253" y="2435116"/>
                  </a:cubicBezTo>
                  <a:cubicBezTo>
                    <a:pt x="4094978" y="2176354"/>
                    <a:pt x="4858566" y="1338153"/>
                    <a:pt x="5015728" y="939691"/>
                  </a:cubicBezTo>
                  <a:cubicBezTo>
                    <a:pt x="5172890" y="541229"/>
                    <a:pt x="4901428" y="177691"/>
                    <a:pt x="4444228" y="44341"/>
                  </a:cubicBezTo>
                  <a:cubicBezTo>
                    <a:pt x="3987028" y="-89009"/>
                    <a:pt x="2804341" y="118953"/>
                    <a:pt x="2272528" y="139591"/>
                  </a:cubicBezTo>
                  <a:cubicBezTo>
                    <a:pt x="1740716" y="160228"/>
                    <a:pt x="1569265" y="122129"/>
                    <a:pt x="1253353" y="168166"/>
                  </a:cubicBezTo>
                  <a:cubicBezTo>
                    <a:pt x="937441" y="214203"/>
                    <a:pt x="585015" y="309454"/>
                    <a:pt x="377053" y="406291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D54170-5B28-63C9-2839-F4D2E335E631}"/>
                </a:ext>
              </a:extLst>
            </p:cNvPr>
            <p:cNvSpPr txBox="1"/>
            <p:nvPr/>
          </p:nvSpPr>
          <p:spPr>
            <a:xfrm rot="21018858">
              <a:off x="6099818" y="3469753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  <a:latin typeface="Segoe Print" panose="02000600000000000000" pitchFamily="2" charset="0"/>
                </a:rPr>
                <a:t>Unit</a:t>
              </a:r>
              <a:endParaRPr lang="en-GB" dirty="0">
                <a:solidFill>
                  <a:srgbClr val="FF0000"/>
                </a:solidFill>
                <a:latin typeface="Segoe Print" panose="02000600000000000000" pitchFamily="2" charset="0"/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C08DC63A-C030-E00F-506A-69E585FB6CD6}"/>
                </a:ext>
              </a:extLst>
            </p:cNvPr>
            <p:cNvSpPr/>
            <p:nvPr/>
          </p:nvSpPr>
          <p:spPr>
            <a:xfrm>
              <a:off x="4519707" y="4214324"/>
              <a:ext cx="772719" cy="513669"/>
            </a:xfrm>
            <a:prstGeom prst="round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/>
                <a:t>Test</a:t>
              </a:r>
              <a:endParaRPr lang="en-GB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F54F853-96AE-7D80-C34C-EEE1048602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7386" y="4626186"/>
              <a:ext cx="873760" cy="677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4774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E1912-F108-59B1-64E5-3607535F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C494-96BA-B4DB-6B94-CD5338A4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a unit 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012E1-FBBB-8643-9766-36E81BA99146}"/>
              </a:ext>
            </a:extLst>
          </p:cNvPr>
          <p:cNvSpPr/>
          <p:nvPr/>
        </p:nvSpPr>
        <p:spPr>
          <a:xfrm rot="1076118">
            <a:off x="8453935" y="1156939"/>
            <a:ext cx="225713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Don’t</a:t>
            </a:r>
            <a:r>
              <a:rPr lang="da-DK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da-DK" sz="2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reach</a:t>
            </a:r>
            <a:r>
              <a:rPr lang="da-DK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 out of the system</a:t>
            </a:r>
          </a:p>
        </p:txBody>
      </p:sp>
      <p:pic>
        <p:nvPicPr>
          <p:cNvPr id="3076" name="Picture 4" descr="Graphic - Free seo and web icons">
            <a:extLst>
              <a:ext uri="{FF2B5EF4-FFF2-40B4-BE49-F238E27FC236}">
                <a16:creationId xmlns:a16="http://schemas.microsoft.com/office/drawing/2014/main" id="{13E27665-D2A3-06C1-BFA0-CF4A02596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073" y="2862841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D4BE485-0F8E-FE2D-AF00-1EC557DE06E3}"/>
              </a:ext>
            </a:extLst>
          </p:cNvPr>
          <p:cNvGrpSpPr/>
          <p:nvPr/>
        </p:nvGrpSpPr>
        <p:grpSpPr>
          <a:xfrm>
            <a:off x="873463" y="2862841"/>
            <a:ext cx="2424684" cy="1800000"/>
            <a:chOff x="136313" y="3312160"/>
            <a:chExt cx="2424684" cy="202057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9D419B2-C389-9ED1-81EA-919E409AC68B}"/>
                </a:ext>
              </a:extLst>
            </p:cNvPr>
            <p:cNvSpPr/>
            <p:nvPr/>
          </p:nvSpPr>
          <p:spPr>
            <a:xfrm>
              <a:off x="494453" y="3752849"/>
              <a:ext cx="1713654" cy="41952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3078" name="Picture 6" descr="Free Vectors | Folder icon 3">
              <a:extLst>
                <a:ext uri="{FF2B5EF4-FFF2-40B4-BE49-F238E27FC236}">
                  <a16:creationId xmlns:a16="http://schemas.microsoft.com/office/drawing/2014/main" id="{A3DEB495-946D-BD36-E5E6-F9CF24AB5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13" y="3312160"/>
              <a:ext cx="2424684" cy="2020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80" name="Picture 8" descr="database icon. vector icon for your website, mobile, presentation, and logo  design. 26753163 Vector Art at Vecteezy">
            <a:extLst>
              <a:ext uri="{FF2B5EF4-FFF2-40B4-BE49-F238E27FC236}">
                <a16:creationId xmlns:a16="http://schemas.microsoft.com/office/drawing/2014/main" id="{3EBDFF71-0FA0-5569-1B7E-71A33C42F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610" y="2862841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Api - Free ui icons">
            <a:extLst>
              <a:ext uri="{FF2B5EF4-FFF2-40B4-BE49-F238E27FC236}">
                <a16:creationId xmlns:a16="http://schemas.microsoft.com/office/drawing/2014/main" id="{7BD46497-72F1-0901-7E43-F72492B02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536" y="2862841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967C44-54CF-5178-A3BB-35D7C537619D}"/>
              </a:ext>
            </a:extLst>
          </p:cNvPr>
          <p:cNvSpPr txBox="1"/>
          <p:nvPr/>
        </p:nvSpPr>
        <p:spPr>
          <a:xfrm>
            <a:off x="4387850" y="826604"/>
            <a:ext cx="35433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3600" dirty="0">
                <a:solidFill>
                  <a:schemeClr val="bg1"/>
                </a:solidFill>
              </a:rPr>
              <a:t>2. </a:t>
            </a:r>
          </a:p>
          <a:p>
            <a:pPr algn="ctr"/>
            <a:r>
              <a:rPr lang="da-DK" sz="3600" dirty="0" err="1">
                <a:solidFill>
                  <a:schemeClr val="bg1"/>
                </a:solidFill>
              </a:rPr>
              <a:t>Does</a:t>
            </a:r>
            <a:r>
              <a:rPr lang="da-DK" sz="3600" dirty="0">
                <a:solidFill>
                  <a:schemeClr val="bg1"/>
                </a:solidFill>
              </a:rPr>
              <a:t> it in an </a:t>
            </a:r>
            <a:r>
              <a:rPr lang="da-DK" sz="3600" dirty="0" err="1">
                <a:solidFill>
                  <a:schemeClr val="bg1"/>
                </a:solidFill>
              </a:rPr>
              <a:t>isolated</a:t>
            </a:r>
            <a:r>
              <a:rPr lang="da-DK" sz="3600" dirty="0">
                <a:solidFill>
                  <a:schemeClr val="bg1"/>
                </a:solidFill>
              </a:rPr>
              <a:t> manner</a:t>
            </a:r>
          </a:p>
        </p:txBody>
      </p:sp>
      <p:pic>
        <p:nvPicPr>
          <p:cNvPr id="3084" name="Picture 12" descr="Harddisk - Free computer icons">
            <a:extLst>
              <a:ext uri="{FF2B5EF4-FFF2-40B4-BE49-F238E27FC236}">
                <a16:creationId xmlns:a16="http://schemas.microsoft.com/office/drawing/2014/main" id="{65ED76BF-C248-7762-B373-B6E0A120E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400" y="4932285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lock - Free time and date icons">
            <a:extLst>
              <a:ext uri="{FF2B5EF4-FFF2-40B4-BE49-F238E27FC236}">
                <a16:creationId xmlns:a16="http://schemas.microsoft.com/office/drawing/2014/main" id="{20F47EDE-B2FE-58A1-D730-1C0F37590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800" y="4932285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Page 10 | Dice roll blue Images - Free Download on Freepik">
            <a:extLst>
              <a:ext uri="{FF2B5EF4-FFF2-40B4-BE49-F238E27FC236}">
                <a16:creationId xmlns:a16="http://schemas.microsoft.com/office/drawing/2014/main" id="{6754D069-258B-0325-FEC1-4613C1813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200" y="4932285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network Vector Icons free download in SVG, PNG Format">
            <a:extLst>
              <a:ext uri="{FF2B5EF4-FFF2-40B4-BE49-F238E27FC236}">
                <a16:creationId xmlns:a16="http://schemas.microsoft.com/office/drawing/2014/main" id="{D5BCC080-AEF3-D130-9818-CBF75FC59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3600" y="4932285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40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EF5D22-04DA-25A2-F37B-BE3010901636}"/>
              </a:ext>
            </a:extLst>
          </p:cNvPr>
          <p:cNvSpPr txBox="1"/>
          <p:nvPr/>
        </p:nvSpPr>
        <p:spPr>
          <a:xfrm>
            <a:off x="1569720" y="2274838"/>
            <a:ext cx="9052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Unit Test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  <a:r>
              <a:rPr lang="en-US" sz="2400" dirty="0">
                <a:solidFill>
                  <a:schemeClr val="bg1"/>
                </a:solidFill>
              </a:rPr>
              <a:t> A fast, automated check of a single path of logic.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It is </a:t>
            </a:r>
            <a:r>
              <a:rPr lang="en-US" sz="2400" b="1" dirty="0">
                <a:solidFill>
                  <a:srgbClr val="FFC000"/>
                </a:solidFill>
              </a:rPr>
              <a:t>isolated</a:t>
            </a:r>
            <a:r>
              <a:rPr lang="en-US" sz="2400" dirty="0">
                <a:solidFill>
                  <a:schemeClr val="bg1"/>
                </a:solidFill>
              </a:rPr>
              <a:t>, meaning it doesn't touch the "outside world" (databases, files, or networks) and it </a:t>
            </a:r>
            <a:r>
              <a:rPr lang="en-US" sz="2400" i="1" dirty="0">
                <a:solidFill>
                  <a:schemeClr val="bg1"/>
                </a:solidFill>
              </a:rPr>
              <a:t>doesn't care about other tests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If it fails, you know exactly which function is broken.</a:t>
            </a:r>
            <a:endParaRPr lang="da-DK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704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520B0-D256-1385-390D-89B783AD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04D3-FF60-7A9B-43F2-83B6820CC83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74E01-2273-0BDE-5081-61EE68D4E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V-model</a:t>
            </a:r>
          </a:p>
          <a:p>
            <a:r>
              <a:rPr lang="en-US" dirty="0"/>
              <a:t>What is a unit test</a:t>
            </a:r>
          </a:p>
          <a:p>
            <a:r>
              <a:rPr lang="en-US" dirty="0"/>
              <a:t>What is JUnit6</a:t>
            </a:r>
          </a:p>
          <a:p>
            <a:r>
              <a:rPr lang="en-US" dirty="0"/>
              <a:t>What is a good unit test?</a:t>
            </a:r>
          </a:p>
          <a:p>
            <a:pPr lvl="1"/>
            <a:r>
              <a:rPr lang="en-US" dirty="0"/>
              <a:t>F.I.R.S.T.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AAA</a:t>
            </a:r>
          </a:p>
          <a:p>
            <a:pPr lvl="1"/>
            <a:r>
              <a:rPr lang="en-US" dirty="0"/>
              <a:t>Black/white box testing</a:t>
            </a:r>
          </a:p>
          <a:p>
            <a:r>
              <a:rPr lang="en-US" dirty="0"/>
              <a:t>Testing strategies</a:t>
            </a:r>
          </a:p>
          <a:p>
            <a:pPr lvl="1"/>
            <a:r>
              <a:rPr lang="en-US" dirty="0"/>
              <a:t>ZOMBIES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Equivalence partitioning</a:t>
            </a:r>
          </a:p>
          <a:p>
            <a:r>
              <a:rPr lang="en-US" dirty="0"/>
              <a:t>How to test logic</a:t>
            </a:r>
          </a:p>
          <a:p>
            <a:pPr lvl="1"/>
            <a:r>
              <a:rPr lang="en-US" dirty="0"/>
              <a:t>Service classes</a:t>
            </a:r>
          </a:p>
          <a:p>
            <a:pPr lvl="1"/>
            <a:r>
              <a:rPr lang="en-US" dirty="0"/>
              <a:t>Mocking dependencies</a:t>
            </a:r>
          </a:p>
          <a:p>
            <a:r>
              <a:rPr lang="en-US" dirty="0"/>
              <a:t>Assignment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57479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D07F-5C53-32A9-63ED-BDE7E8D6C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B3A2-C644-B64D-8BF9-90C3DBB9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Automated?</a:t>
            </a:r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E3548-16A8-3F32-15FB-E665D89827B6}"/>
              </a:ext>
            </a:extLst>
          </p:cNvPr>
          <p:cNvSpPr txBox="1"/>
          <p:nvPr/>
        </p:nvSpPr>
        <p:spPr>
          <a:xfrm>
            <a:off x="441960" y="1083438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main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[]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args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)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inputA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3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inputB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4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expected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7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</a:p>
          <a:p>
            <a:pPr>
              <a:buNone/>
            </a:pP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result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Calculator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add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inputA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inputB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message =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expected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==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result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</a:t>
            </a:r>
          </a:p>
          <a:p>
            <a:pPr>
              <a:buNone/>
            </a:pPr>
            <a:r>
              <a:rPr lang="da-DK" sz="2400" dirty="0">
                <a:solidFill>
                  <a:srgbClr val="BDBDBD"/>
                </a:solidFill>
                <a:latin typeface="JetBrains Mono"/>
              </a:rPr>
              <a:t>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?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"Success" </a:t>
            </a:r>
          </a:p>
          <a:p>
            <a:pPr>
              <a:buNone/>
            </a:pPr>
            <a:r>
              <a:rPr lang="da-DK" sz="2400" dirty="0">
                <a:solidFill>
                  <a:srgbClr val="C9A26D"/>
                </a:solidFill>
                <a:latin typeface="JetBrains Mono"/>
              </a:rPr>
              <a:t>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: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400" dirty="0" err="1">
                <a:solidFill>
                  <a:srgbClr val="C9A26D"/>
                </a:solidFill>
                <a:effectLst/>
                <a:latin typeface="JetBrains Mono"/>
              </a:rPr>
              <a:t>Failure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System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out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println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(message);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2047C6-5FA5-9B66-E5FE-FDB4F987798B}"/>
              </a:ext>
            </a:extLst>
          </p:cNvPr>
          <p:cNvSpPr txBox="1">
            <a:spLocks/>
          </p:cNvSpPr>
          <p:nvPr/>
        </p:nvSpPr>
        <p:spPr>
          <a:xfrm>
            <a:off x="6734925" y="1682604"/>
            <a:ext cx="4870335" cy="4009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</a:t>
            </a:r>
          </a:p>
          <a:p>
            <a:r>
              <a:rPr lang="en-US" dirty="0"/>
              <a:t>Either</a:t>
            </a:r>
          </a:p>
          <a:p>
            <a:r>
              <a:rPr lang="en-US" dirty="0"/>
              <a:t>Verifying many things in one main method</a:t>
            </a:r>
            <a:r>
              <a:rPr lang="da-DK" dirty="0"/>
              <a:t>, </a:t>
            </a:r>
            <a:r>
              <a:rPr lang="da-DK" dirty="0" err="1"/>
              <a:t>sequentially</a:t>
            </a:r>
            <a:endParaRPr lang="da-DK" dirty="0"/>
          </a:p>
          <a:p>
            <a:r>
              <a:rPr lang="en-US" dirty="0"/>
              <a:t>Or</a:t>
            </a:r>
          </a:p>
          <a:p>
            <a:r>
              <a:rPr lang="en-US" dirty="0"/>
              <a:t>Many main methods</a:t>
            </a:r>
          </a:p>
          <a:p>
            <a:endParaRPr lang="en-US" dirty="0"/>
          </a:p>
          <a:p>
            <a:r>
              <a:rPr lang="en-US" dirty="0"/>
              <a:t>Neither is good</a:t>
            </a:r>
          </a:p>
        </p:txBody>
      </p:sp>
    </p:spTree>
    <p:extLst>
      <p:ext uri="{BB962C8B-B14F-4D97-AF65-F5344CB8AC3E}">
        <p14:creationId xmlns:p14="http://schemas.microsoft.com/office/powerpoint/2010/main" val="1458591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98B8-1418-18AB-9D00-C01F4F5F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JUnit 6.0.0 Ships with Java 17 Baseline, Cancellation API, and Kotlin  suspend Support - InfoQ">
            <a:extLst>
              <a:ext uri="{FF2B5EF4-FFF2-40B4-BE49-F238E27FC236}">
                <a16:creationId xmlns:a16="http://schemas.microsoft.com/office/drawing/2014/main" id="{C135AB56-2D54-D2FA-9DE8-376CF4DDBD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7" t="9492" b="20794"/>
          <a:stretch>
            <a:fillRect/>
          </a:stretch>
        </p:blipFill>
        <p:spPr bwMode="auto">
          <a:xfrm>
            <a:off x="-1" y="2263141"/>
            <a:ext cx="12207823" cy="489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JUnit 6.0.0 Ships with Java 17 Baseline, Cancellation API, and Kotlin  suspend Support - InfoQ">
            <a:extLst>
              <a:ext uri="{FF2B5EF4-FFF2-40B4-BE49-F238E27FC236}">
                <a16:creationId xmlns:a16="http://schemas.microsoft.com/office/drawing/2014/main" id="{79846439-B86B-CE46-2EFD-04B2480CA8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7" t="-1" b="88599"/>
          <a:stretch>
            <a:fillRect/>
          </a:stretch>
        </p:blipFill>
        <p:spPr bwMode="auto">
          <a:xfrm>
            <a:off x="0" y="632460"/>
            <a:ext cx="12207823" cy="163068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6">
                  <a:satMod val="110000"/>
                  <a:lumMod val="100000"/>
                  <a:shade val="100000"/>
                  <a:alpha val="2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  <a:alpha val="25000"/>
                </a:schemeClr>
              </a:gs>
            </a:gsLst>
            <a:lin ang="16200000" scaled="1"/>
            <a:tileRect/>
          </a:gra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25EBF8-FD07-2657-7942-F27B2CF316CB}"/>
              </a:ext>
            </a:extLst>
          </p:cNvPr>
          <p:cNvSpPr/>
          <p:nvPr/>
        </p:nvSpPr>
        <p:spPr>
          <a:xfrm>
            <a:off x="-358140" y="487680"/>
            <a:ext cx="12809220" cy="2794000"/>
          </a:xfrm>
          <a:prstGeom prst="rect">
            <a:avLst/>
          </a:prstGeom>
          <a:gradFill>
            <a:gsLst>
              <a:gs pos="85000">
                <a:schemeClr val="tx1">
                  <a:lumMod val="85000"/>
                  <a:lumOff val="15000"/>
                </a:schemeClr>
              </a:gs>
              <a:gs pos="12000">
                <a:schemeClr val="tx1">
                  <a:lumMod val="85000"/>
                  <a:lumOff val="15000"/>
                  <a:alpha val="0"/>
                </a:schemeClr>
              </a:gs>
              <a:gs pos="54000">
                <a:schemeClr val="tx1">
                  <a:lumMod val="85000"/>
                  <a:lumOff val="15000"/>
                  <a:alpha val="76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87B560-25FA-C8A1-969F-F33AE608E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614997"/>
            <a:ext cx="9144000" cy="2387600"/>
          </a:xfrm>
        </p:spPr>
        <p:txBody>
          <a:bodyPr>
            <a:normAutofit/>
          </a:bodyPr>
          <a:lstStyle/>
          <a:p>
            <a:r>
              <a:rPr lang="da-DK" sz="11500" dirty="0" err="1"/>
              <a:t>What</a:t>
            </a:r>
            <a:r>
              <a:rPr lang="da-DK" sz="11500" dirty="0"/>
              <a:t> is </a:t>
            </a:r>
            <a:r>
              <a:rPr lang="da-DK" sz="11500" dirty="0" err="1"/>
              <a:t>JUnit</a:t>
            </a:r>
            <a:r>
              <a:rPr lang="da-DK" sz="115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0350881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85D66-D92A-7285-B224-252BFCF9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JUnit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2F1CB-ABA2-E2D0-2C84-4A7658CD7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4725555" cy="5325649"/>
          </a:xfrm>
        </p:spPr>
        <p:txBody>
          <a:bodyPr/>
          <a:lstStyle/>
          <a:p>
            <a:r>
              <a:rPr lang="da-DK" dirty="0"/>
              <a:t>A </a:t>
            </a:r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tool</a:t>
            </a:r>
            <a:endParaRPr lang="da-DK" dirty="0"/>
          </a:p>
          <a:p>
            <a:r>
              <a:rPr lang="da-DK" dirty="0"/>
              <a:t>It </a:t>
            </a:r>
            <a:r>
              <a:rPr lang="da-DK" dirty="0" err="1"/>
              <a:t>allows</a:t>
            </a:r>
            <a:r>
              <a:rPr lang="da-DK" dirty="0"/>
              <a:t> </a:t>
            </a:r>
            <a:r>
              <a:rPr lang="da-DK" dirty="0" err="1"/>
              <a:t>us</a:t>
            </a:r>
            <a:r>
              <a:rPr lang="da-DK" dirty="0"/>
              <a:t> to </a:t>
            </a:r>
            <a:r>
              <a:rPr lang="da-DK" dirty="0" err="1"/>
              <a:t>write</a:t>
            </a:r>
            <a:r>
              <a:rPr lang="da-DK" dirty="0"/>
              <a:t> small test </a:t>
            </a:r>
            <a:r>
              <a:rPr lang="da-DK" dirty="0" err="1"/>
              <a:t>methods</a:t>
            </a:r>
            <a:endParaRPr lang="da-DK" dirty="0"/>
          </a:p>
          <a:p>
            <a:r>
              <a:rPr lang="da-DK" dirty="0"/>
              <a:t>Bunch of fancy </a:t>
            </a:r>
            <a:r>
              <a:rPr lang="da-DK" dirty="0" err="1"/>
              <a:t>tooling</a:t>
            </a:r>
            <a:endParaRPr lang="da-DK" dirty="0"/>
          </a:p>
          <a:p>
            <a:endParaRPr lang="da-DK" dirty="0"/>
          </a:p>
          <a:p>
            <a:r>
              <a:rPr lang="da-DK" b="1" dirty="0"/>
              <a:t>Read the learning </a:t>
            </a:r>
            <a:r>
              <a:rPr lang="da-DK" b="1" dirty="0" err="1"/>
              <a:t>path</a:t>
            </a:r>
            <a:endParaRPr lang="da-DK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646AA-C04A-A6D9-035E-7B09C28722B8}"/>
              </a:ext>
            </a:extLst>
          </p:cNvPr>
          <p:cNvSpPr txBox="1"/>
          <p:nvPr/>
        </p:nvSpPr>
        <p:spPr>
          <a:xfrm>
            <a:off x="5996940" y="85617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en-US" sz="2000" dirty="0" err="1">
                <a:solidFill>
                  <a:srgbClr val="C191FF"/>
                </a:solidFill>
                <a:effectLst/>
                <a:latin typeface="JetBrains Mono"/>
              </a:rPr>
              <a:t>CalculatorTest</a:t>
            </a:r>
            <a:br>
              <a:rPr lang="en-US" sz="20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en-US" sz="20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en-US" sz="20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2000" dirty="0">
                <a:solidFill>
                  <a:srgbClr val="6C95EB"/>
                </a:solidFill>
                <a:effectLst/>
                <a:latin typeface="JetBrains Mono"/>
              </a:rPr>
              <a:t>void </a:t>
            </a:r>
            <a:r>
              <a:rPr lang="en-US" sz="2000" dirty="0" err="1">
                <a:solidFill>
                  <a:srgbClr val="39CC9B"/>
                </a:solidFill>
                <a:effectLst/>
                <a:latin typeface="JetBrains Mono"/>
              </a:rPr>
              <a:t>shouldAddTwoNumbers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en-US" sz="2000" dirty="0">
                <a:solidFill>
                  <a:srgbClr val="6C95EB"/>
                </a:solidFill>
                <a:effectLst/>
                <a:latin typeface="JetBrains Mono"/>
              </a:rPr>
              <a:t>int 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result = </a:t>
            </a:r>
            <a:r>
              <a:rPr lang="en-US" sz="2000" dirty="0" err="1">
                <a:solidFill>
                  <a:srgbClr val="C191FF"/>
                </a:solidFill>
                <a:effectLst/>
                <a:latin typeface="JetBrains Mono"/>
              </a:rPr>
              <a:t>Calculator</a:t>
            </a:r>
            <a:r>
              <a:rPr lang="en-US" sz="20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en-US" sz="2000" i="1" dirty="0" err="1">
                <a:solidFill>
                  <a:srgbClr val="D0D0D0"/>
                </a:solidFill>
                <a:effectLst/>
                <a:latin typeface="JetBrains Mono"/>
              </a:rPr>
              <a:t>add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ED94C0"/>
                </a:solidFill>
                <a:effectLst/>
                <a:latin typeface="JetBrains Mono"/>
              </a:rPr>
              <a:t>2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en-US" sz="2000" dirty="0">
                <a:solidFill>
                  <a:srgbClr val="ED94C0"/>
                </a:solidFill>
                <a:effectLst/>
                <a:latin typeface="JetBrains Mono"/>
              </a:rPr>
              <a:t>2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en-US" sz="2000" i="1" dirty="0" err="1">
                <a:solidFill>
                  <a:srgbClr val="D0D0D0"/>
                </a:solidFill>
                <a:effectLst/>
                <a:latin typeface="JetBrains Mono"/>
              </a:rPr>
              <a:t>assertEquals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ED94C0"/>
                </a:solidFill>
                <a:effectLst/>
                <a:latin typeface="JetBrains Mono"/>
              </a:rPr>
              <a:t>4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, result);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en-US" sz="2000" dirty="0">
              <a:solidFill>
                <a:srgbClr val="D0D0D0"/>
              </a:solidFill>
              <a:effectLst/>
              <a:latin typeface="JetBrains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784A5-F0D5-7813-E898-6EA155DD5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0" y="3826622"/>
            <a:ext cx="4210638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46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39C0-0FD9-963F-8D9D-4B8F632D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0DEE-AD13-75BE-7BB4-30DDC5CA8B3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E2494-004D-8C2D-6592-F61B5A291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V-model</a:t>
            </a:r>
          </a:p>
          <a:p>
            <a:r>
              <a:rPr lang="en-US" dirty="0"/>
              <a:t>What is a unit test</a:t>
            </a:r>
          </a:p>
          <a:p>
            <a:r>
              <a:rPr lang="en-US" dirty="0"/>
              <a:t>What is JUnit6</a:t>
            </a:r>
          </a:p>
          <a:p>
            <a:r>
              <a:rPr lang="en-US" dirty="0"/>
              <a:t>What is a good unit test?</a:t>
            </a:r>
          </a:p>
          <a:p>
            <a:pPr lvl="1"/>
            <a:r>
              <a:rPr lang="en-US" dirty="0"/>
              <a:t>F.I.R.S.T.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AAA</a:t>
            </a:r>
          </a:p>
          <a:p>
            <a:pPr lvl="1"/>
            <a:r>
              <a:rPr lang="en-US" dirty="0"/>
              <a:t>Black/white box testing</a:t>
            </a:r>
          </a:p>
          <a:p>
            <a:r>
              <a:rPr lang="en-US" dirty="0"/>
              <a:t>Testing strategies</a:t>
            </a:r>
          </a:p>
          <a:p>
            <a:pPr lvl="1"/>
            <a:r>
              <a:rPr lang="en-US" dirty="0"/>
              <a:t>ZOMBIES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Equivalence partitioning</a:t>
            </a:r>
          </a:p>
          <a:p>
            <a:r>
              <a:rPr lang="en-US" dirty="0"/>
              <a:t>How to test logic</a:t>
            </a:r>
          </a:p>
          <a:p>
            <a:pPr lvl="1"/>
            <a:r>
              <a:rPr lang="en-US" dirty="0"/>
              <a:t>Service classes</a:t>
            </a:r>
          </a:p>
          <a:p>
            <a:pPr lvl="1"/>
            <a:r>
              <a:rPr lang="en-US" dirty="0"/>
              <a:t>Mocking dependencies</a:t>
            </a:r>
          </a:p>
          <a:p>
            <a:r>
              <a:rPr lang="en-US" dirty="0"/>
              <a:t>Assignment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40789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4F830-5378-0AC8-FD34-90862EAD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Good job - Free gestures icons">
            <a:extLst>
              <a:ext uri="{FF2B5EF4-FFF2-40B4-BE49-F238E27FC236}">
                <a16:creationId xmlns:a16="http://schemas.microsoft.com/office/drawing/2014/main" id="{C24A3E14-A53D-75A6-EC7A-F1F25DCED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46" r="9089" b="11332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323541-0189-599E-14D1-9AE8B098F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da-DK" sz="4800"/>
              <a:t>What is a </a:t>
            </a:r>
            <a:r>
              <a:rPr lang="da-DK" sz="4800" i="1"/>
              <a:t>good </a:t>
            </a:r>
            <a:r>
              <a:rPr lang="da-DK" sz="4800"/>
              <a:t>unit test?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C299128-B7FF-0BE9-100D-139040E6A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da-DK" sz="2000"/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41147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1C5E-888F-0CAF-CA87-3A9A596A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a </a:t>
            </a:r>
            <a:r>
              <a:rPr lang="da-DK" dirty="0" err="1"/>
              <a:t>good</a:t>
            </a:r>
            <a:r>
              <a:rPr lang="da-DK" dirty="0"/>
              <a:t> unit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C32DEF-598B-8B36-7E7D-24EDC931F4D7}"/>
              </a:ext>
            </a:extLst>
          </p:cNvPr>
          <p:cNvSpPr txBox="1"/>
          <p:nvPr/>
        </p:nvSpPr>
        <p:spPr>
          <a:xfrm>
            <a:off x="4023360" y="2151728"/>
            <a:ext cx="41452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6C95EB"/>
                </a:solidFill>
                <a:effectLst/>
                <a:latin typeface="JetBrains Mono"/>
              </a:rPr>
              <a:t>public class </a:t>
            </a:r>
            <a:r>
              <a:rPr lang="en-US" sz="2000" dirty="0" err="1">
                <a:solidFill>
                  <a:srgbClr val="C191FF"/>
                </a:solidFill>
                <a:effectLst/>
                <a:latin typeface="JetBrains Mono"/>
              </a:rPr>
              <a:t>CalculatorTest</a:t>
            </a:r>
            <a:br>
              <a:rPr lang="en-US" sz="2000" dirty="0">
                <a:solidFill>
                  <a:srgbClr val="C191FF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en-US" sz="2000" dirty="0"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lang="en-US" sz="2000" dirty="0">
                <a:solidFill>
                  <a:srgbClr val="BBB529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BB529"/>
                </a:solidFill>
                <a:effectLst/>
                <a:latin typeface="JetBrains Mono"/>
              </a:rPr>
              <a:t>    </a:t>
            </a:r>
            <a:r>
              <a:rPr lang="en-US" sz="2000" dirty="0">
                <a:solidFill>
                  <a:srgbClr val="6C95EB"/>
                </a:solidFill>
                <a:effectLst/>
                <a:latin typeface="JetBrains Mono"/>
              </a:rPr>
              <a:t>void </a:t>
            </a:r>
            <a:r>
              <a:rPr lang="en-US" sz="2000" dirty="0">
                <a:solidFill>
                  <a:srgbClr val="39CC9B"/>
                </a:solidFill>
                <a:latin typeface="JetBrains Mono"/>
              </a:rPr>
              <a:t>whatever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()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{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    </a:t>
            </a:r>
            <a:r>
              <a:rPr lang="en-US" sz="2000" dirty="0">
                <a:solidFill>
                  <a:srgbClr val="6C95EB"/>
                </a:solidFill>
                <a:effectLst/>
                <a:latin typeface="JetBrains Mono"/>
              </a:rPr>
              <a:t>int 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result = </a:t>
            </a:r>
            <a:r>
              <a:rPr lang="en-US" sz="2000" dirty="0" err="1">
                <a:solidFill>
                  <a:srgbClr val="C191FF"/>
                </a:solidFill>
                <a:effectLst/>
                <a:latin typeface="JetBrains Mono"/>
              </a:rPr>
              <a:t>Calculator</a:t>
            </a:r>
            <a:r>
              <a:rPr lang="en-US" sz="20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en-US" sz="2000" i="1" dirty="0" err="1">
                <a:solidFill>
                  <a:srgbClr val="D0D0D0"/>
                </a:solidFill>
                <a:effectLst/>
                <a:latin typeface="JetBrains Mono"/>
              </a:rPr>
              <a:t>add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ED94C0"/>
                </a:solidFill>
                <a:effectLst/>
                <a:latin typeface="JetBrains Mono"/>
              </a:rPr>
              <a:t>2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,</a:t>
            </a:r>
            <a:r>
              <a:rPr lang="en-US" sz="2000" dirty="0">
                <a:solidFill>
                  <a:srgbClr val="ED94C0"/>
                </a:solidFill>
                <a:effectLst/>
                <a:latin typeface="JetBrains Mono"/>
              </a:rPr>
              <a:t>2</a:t>
            </a: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    }</a:t>
            </a:r>
            <a:b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en-US" sz="20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683311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303F0E-8EBD-3289-D42C-A7ADCA8BC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50620" y="1122363"/>
            <a:ext cx="9144000" cy="2387600"/>
          </a:xfrm>
        </p:spPr>
        <p:txBody>
          <a:bodyPr>
            <a:normAutofit/>
          </a:bodyPr>
          <a:lstStyle/>
          <a:p>
            <a:r>
              <a:rPr lang="da-DK" sz="13800" dirty="0"/>
              <a:t>F.I.R.S.T.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198ED3-0851-E5E7-00FD-BE4446341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50620" y="3602038"/>
            <a:ext cx="9144000" cy="1655762"/>
          </a:xfrm>
        </p:spPr>
        <p:txBody>
          <a:bodyPr/>
          <a:lstStyle/>
          <a:p>
            <a:r>
              <a:rPr lang="da-DK" dirty="0" err="1"/>
              <a:t>Principle</a:t>
            </a:r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69502-3870-BD3B-8299-56320820C722}"/>
              </a:ext>
            </a:extLst>
          </p:cNvPr>
          <p:cNvSpPr txBox="1"/>
          <p:nvPr/>
        </p:nvSpPr>
        <p:spPr>
          <a:xfrm>
            <a:off x="91440" y="104894"/>
            <a:ext cx="257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What</a:t>
            </a:r>
            <a:r>
              <a:rPr lang="da-DK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is a </a:t>
            </a:r>
            <a:r>
              <a:rPr lang="da-DK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good</a:t>
            </a:r>
            <a:r>
              <a:rPr lang="da-DK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unit test</a:t>
            </a:r>
          </a:p>
        </p:txBody>
      </p:sp>
      <p:pic>
        <p:nvPicPr>
          <p:cNvPr id="8196" name="Picture 4" descr="first place clipart #3134153 | Clipart Library">
            <a:extLst>
              <a:ext uri="{FF2B5EF4-FFF2-40B4-BE49-F238E27FC236}">
                <a16:creationId xmlns:a16="http://schemas.microsoft.com/office/drawing/2014/main" id="{27655D4B-A2FD-A7BC-EAF1-C186AE709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638" y="701040"/>
            <a:ext cx="5289797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87945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FAD6D77-CD16-B41B-7361-64BA17F7B9E0}"/>
              </a:ext>
            </a:extLst>
          </p:cNvPr>
          <p:cNvGrpSpPr/>
          <p:nvPr/>
        </p:nvGrpSpPr>
        <p:grpSpPr>
          <a:xfrm>
            <a:off x="673462" y="244746"/>
            <a:ext cx="11297558" cy="1080000"/>
            <a:chOff x="673462" y="0"/>
            <a:chExt cx="11297558" cy="1080000"/>
          </a:xfrm>
        </p:grpSpPr>
        <p:pic>
          <p:nvPicPr>
            <p:cNvPr id="5122" name="Picture 2" descr="Fast time - Free time and date icons">
              <a:extLst>
                <a:ext uri="{FF2B5EF4-FFF2-40B4-BE49-F238E27FC236}">
                  <a16:creationId xmlns:a16="http://schemas.microsoft.com/office/drawing/2014/main" id="{5CBCE592-F313-7B7C-D26B-7E5F08427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462" y="0"/>
              <a:ext cx="108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AD4552-4006-C5CF-051D-4BF35657BCF5}"/>
                </a:ext>
              </a:extLst>
            </p:cNvPr>
            <p:cNvSpPr txBox="1"/>
            <p:nvPr/>
          </p:nvSpPr>
          <p:spPr>
            <a:xfrm>
              <a:off x="2517146" y="156670"/>
              <a:ext cx="945387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Fast</a:t>
              </a:r>
              <a:r>
                <a:rPr lang="en-US" sz="2400" dirty="0">
                  <a:solidFill>
                    <a:schemeClr val="bg1"/>
                  </a:solidFill>
                </a:rPr>
                <a:t>: 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Tests should run in milliseconds so developers actually run them.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A73F637-206A-236E-B70C-64A60B4FCAB2}"/>
              </a:ext>
            </a:extLst>
          </p:cNvPr>
          <p:cNvGrpSpPr/>
          <p:nvPr/>
        </p:nvGrpSpPr>
        <p:grpSpPr>
          <a:xfrm>
            <a:off x="637609" y="1516893"/>
            <a:ext cx="11333411" cy="1202637"/>
            <a:chOff x="637609" y="1335835"/>
            <a:chExt cx="11333411" cy="120263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BF3181D-315E-2990-9E6C-6395CC7B944B}"/>
                </a:ext>
              </a:extLst>
            </p:cNvPr>
            <p:cNvGrpSpPr/>
            <p:nvPr/>
          </p:nvGrpSpPr>
          <p:grpSpPr>
            <a:xfrm>
              <a:off x="637609" y="1388434"/>
              <a:ext cx="1329050" cy="1150038"/>
              <a:chOff x="2947668" y="447675"/>
              <a:chExt cx="2183128" cy="2364452"/>
            </a:xfrm>
          </p:grpSpPr>
          <p:pic>
            <p:nvPicPr>
              <p:cNvPr id="5124" name="Picture 4" descr="Social isolation icon vector image can be used for bullying in society |  Premium Vector">
                <a:extLst>
                  <a:ext uri="{FF2B5EF4-FFF2-40B4-BE49-F238E27FC236}">
                    <a16:creationId xmlns:a16="http://schemas.microsoft.com/office/drawing/2014/main" id="{68E6046C-5360-8743-F95C-72AEDCF27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47668" y="447675"/>
                <a:ext cx="1091566" cy="10915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" name="Picture 4" descr="Social isolation icon vector image can be used for bullying in society |  Premium Vector">
                <a:extLst>
                  <a:ext uri="{FF2B5EF4-FFF2-40B4-BE49-F238E27FC236}">
                    <a16:creationId xmlns:a16="http://schemas.microsoft.com/office/drawing/2014/main" id="{0E8585C2-ED02-EE69-B3B4-446D468A85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2068" y="628996"/>
                <a:ext cx="1091566" cy="10915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4" descr="Social isolation icon vector image can be used for bullying in society |  Premium Vector">
                <a:extLst>
                  <a:ext uri="{FF2B5EF4-FFF2-40B4-BE49-F238E27FC236}">
                    <a16:creationId xmlns:a16="http://schemas.microsoft.com/office/drawing/2014/main" id="{5CF1611D-2AD0-BB71-7201-6708A8218B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7013" y="1518878"/>
                <a:ext cx="1091566" cy="10915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5" descr="Social isolation icon vector image can be used for bullying in society |  Premium Vector">
                <a:extLst>
                  <a:ext uri="{FF2B5EF4-FFF2-40B4-BE49-F238E27FC236}">
                    <a16:creationId xmlns:a16="http://schemas.microsoft.com/office/drawing/2014/main" id="{6FFAECC4-20DA-55E0-AF38-E37EAEF6BA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9232" y="1720561"/>
                <a:ext cx="1091564" cy="10915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E6F164-78EB-F9A8-B705-C4A423415071}"/>
                </a:ext>
              </a:extLst>
            </p:cNvPr>
            <p:cNvSpPr txBox="1"/>
            <p:nvPr/>
          </p:nvSpPr>
          <p:spPr>
            <a:xfrm>
              <a:off x="2517146" y="1335835"/>
              <a:ext cx="945387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Independent/Isolated</a:t>
              </a:r>
              <a:r>
                <a:rPr lang="en-US" sz="2400" dirty="0">
                  <a:solidFill>
                    <a:schemeClr val="bg1"/>
                  </a:solidFill>
                </a:rPr>
                <a:t>: 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One test should not depend on the output of another. Tests can be run in any order.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034859-65B4-1CEF-47F0-B20F9DFDA866}"/>
              </a:ext>
            </a:extLst>
          </p:cNvPr>
          <p:cNvGrpSpPr/>
          <p:nvPr/>
        </p:nvGrpSpPr>
        <p:grpSpPr>
          <a:xfrm>
            <a:off x="673462" y="2866180"/>
            <a:ext cx="11297558" cy="1080000"/>
            <a:chOff x="673462" y="2709000"/>
            <a:chExt cx="11297558" cy="1080000"/>
          </a:xfrm>
        </p:grpSpPr>
        <p:pic>
          <p:nvPicPr>
            <p:cNvPr id="5126" name="Picture 6" descr="Repeat - Free arrows icons">
              <a:extLst>
                <a:ext uri="{FF2B5EF4-FFF2-40B4-BE49-F238E27FC236}">
                  <a16:creationId xmlns:a16="http://schemas.microsoft.com/office/drawing/2014/main" id="{27D54085-BCE9-44CC-321C-43DC3D1A86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462" y="2709000"/>
              <a:ext cx="108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7721A8-04BA-4B28-3744-E137D796ECD4}"/>
                </a:ext>
              </a:extLst>
            </p:cNvPr>
            <p:cNvSpPr txBox="1"/>
            <p:nvPr/>
          </p:nvSpPr>
          <p:spPr>
            <a:xfrm>
              <a:off x="2517146" y="2787334"/>
              <a:ext cx="945387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Repeatable</a:t>
              </a:r>
              <a:r>
                <a:rPr lang="en-US" sz="2400" dirty="0">
                  <a:solidFill>
                    <a:schemeClr val="bg1"/>
                  </a:solidFill>
                </a:rPr>
                <a:t>: 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Results must be the same every time, regardless of the environment.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8387D2-B9DB-15F0-E457-6CC6ADF6ACDC}"/>
              </a:ext>
            </a:extLst>
          </p:cNvPr>
          <p:cNvGrpSpPr/>
          <p:nvPr/>
        </p:nvGrpSpPr>
        <p:grpSpPr>
          <a:xfrm>
            <a:off x="615224" y="4120316"/>
            <a:ext cx="11355796" cy="1080000"/>
            <a:chOff x="615224" y="5327672"/>
            <a:chExt cx="11355796" cy="10800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385AD8-A25A-36AF-71A2-D60688F7C771}"/>
                </a:ext>
              </a:extLst>
            </p:cNvPr>
            <p:cNvSpPr txBox="1"/>
            <p:nvPr/>
          </p:nvSpPr>
          <p:spPr>
            <a:xfrm>
              <a:off x="2517146" y="5515672"/>
              <a:ext cx="945387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Self-Validating</a:t>
              </a:r>
              <a:r>
                <a:rPr lang="en-US" sz="2400" dirty="0">
                  <a:solidFill>
                    <a:schemeClr val="bg1"/>
                  </a:solidFill>
                </a:rPr>
                <a:t>: 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The test should have a clear pass/fail result (no manual log checking).</a:t>
              </a:r>
            </a:p>
          </p:txBody>
        </p:sp>
        <p:pic>
          <p:nvPicPr>
            <p:cNvPr id="5128" name="Picture 8" descr="4,118 Self Esteem Icon Royalty-Free Images, Stock Photos &amp; Pictures |  Shutterstock">
              <a:extLst>
                <a:ext uri="{FF2B5EF4-FFF2-40B4-BE49-F238E27FC236}">
                  <a16:creationId xmlns:a16="http://schemas.microsoft.com/office/drawing/2014/main" id="{B050832D-DF21-83A0-AABE-25BF62747E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57" b="18000"/>
            <a:stretch>
              <a:fillRect/>
            </a:stretch>
          </p:blipFill>
          <p:spPr bwMode="auto">
            <a:xfrm>
              <a:off x="615224" y="5327672"/>
              <a:ext cx="1371094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C544B6-FC02-D434-122F-C98EB40D36C8}"/>
              </a:ext>
            </a:extLst>
          </p:cNvPr>
          <p:cNvGrpSpPr/>
          <p:nvPr/>
        </p:nvGrpSpPr>
        <p:grpSpPr>
          <a:xfrm>
            <a:off x="854550" y="5515674"/>
            <a:ext cx="11116470" cy="1097580"/>
            <a:chOff x="854550" y="4230092"/>
            <a:chExt cx="11116470" cy="1097580"/>
          </a:xfrm>
        </p:grpSpPr>
        <p:pic>
          <p:nvPicPr>
            <p:cNvPr id="5132" name="Picture 12" descr="Search result icon simple element from seo icons – Royalty-Free Vector |  VectorStock">
              <a:extLst>
                <a:ext uri="{FF2B5EF4-FFF2-40B4-BE49-F238E27FC236}">
                  <a16:creationId xmlns:a16="http://schemas.microsoft.com/office/drawing/2014/main" id="{8321CF21-5EC1-9183-F1D9-F938E2ACC5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445"/>
            <a:stretch>
              <a:fillRect/>
            </a:stretch>
          </p:blipFill>
          <p:spPr bwMode="auto">
            <a:xfrm>
              <a:off x="854550" y="4230092"/>
              <a:ext cx="1023354" cy="1097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EA85F8-C3B0-CAC8-EA0B-CA8734B10D0C}"/>
                </a:ext>
              </a:extLst>
            </p:cNvPr>
            <p:cNvSpPr txBox="1"/>
            <p:nvPr/>
          </p:nvSpPr>
          <p:spPr>
            <a:xfrm>
              <a:off x="2517146" y="4230092"/>
              <a:ext cx="945387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Thorough/Timely</a:t>
              </a:r>
              <a:r>
                <a:rPr lang="en-US" sz="2400" dirty="0">
                  <a:solidFill>
                    <a:schemeClr val="bg1"/>
                  </a:solidFill>
                </a:rPr>
                <a:t>: 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Cover edge cases, and ideally be written alongside the code (TDD).</a:t>
              </a:r>
              <a:endParaRPr lang="da-DK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736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22720-20CF-629B-3A17-259940FC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5ED32E-60E1-894E-CC1C-4C6671CD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50520" y="292830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a-DK" sz="13800" dirty="0" err="1"/>
              <a:t>Naming</a:t>
            </a:r>
            <a:br>
              <a:rPr lang="da-DK" sz="13800" dirty="0"/>
            </a:br>
            <a:r>
              <a:rPr lang="da-DK" sz="13800" dirty="0" err="1"/>
              <a:t>conventions</a:t>
            </a:r>
            <a:endParaRPr lang="da-DK" sz="13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0470B-8422-6851-8EA7-58A7AF7D6FA3}"/>
              </a:ext>
            </a:extLst>
          </p:cNvPr>
          <p:cNvSpPr txBox="1"/>
          <p:nvPr/>
        </p:nvSpPr>
        <p:spPr>
          <a:xfrm>
            <a:off x="91440" y="104894"/>
            <a:ext cx="257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What</a:t>
            </a:r>
            <a:r>
              <a:rPr lang="da-DK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is a </a:t>
            </a:r>
            <a:r>
              <a:rPr lang="da-DK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good</a:t>
            </a:r>
            <a:r>
              <a:rPr lang="da-DK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unit test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3DE1A43-271D-C3BA-44A1-CBE7259C655C}"/>
              </a:ext>
            </a:extLst>
          </p:cNvPr>
          <p:cNvGrpSpPr/>
          <p:nvPr/>
        </p:nvGrpSpPr>
        <p:grpSpPr>
          <a:xfrm>
            <a:off x="9213850" y="1185326"/>
            <a:ext cx="2978150" cy="4487348"/>
            <a:chOff x="9180830" y="2019300"/>
            <a:chExt cx="2255520" cy="33985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D9E7329-3BA7-9774-6DD2-1D57CFCA7A3D}"/>
                </a:ext>
              </a:extLst>
            </p:cNvPr>
            <p:cNvSpPr/>
            <p:nvPr/>
          </p:nvSpPr>
          <p:spPr>
            <a:xfrm>
              <a:off x="9936480" y="4142121"/>
              <a:ext cx="922020" cy="78039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87C1D5-6289-E527-418E-CA9BC411C617}"/>
                </a:ext>
              </a:extLst>
            </p:cNvPr>
            <p:cNvSpPr/>
            <p:nvPr/>
          </p:nvSpPr>
          <p:spPr>
            <a:xfrm>
              <a:off x="9725474" y="2571595"/>
              <a:ext cx="1446127" cy="10884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7172" name="Picture 4" descr="Little kid holding name tag and feel happy | Premium Vector">
              <a:extLst>
                <a:ext uri="{FF2B5EF4-FFF2-40B4-BE49-F238E27FC236}">
                  <a16:creationId xmlns:a16="http://schemas.microsoft.com/office/drawing/2014/main" id="{F0E24B11-2BBE-D3FC-1D01-B394F05B9F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143" t="21502" r="27143" b="21502"/>
            <a:stretch>
              <a:fillRect/>
            </a:stretch>
          </p:blipFill>
          <p:spPr bwMode="auto">
            <a:xfrm>
              <a:off x="9180830" y="2019300"/>
              <a:ext cx="2255520" cy="3398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853778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016F-34DD-8D88-7543-78F53490B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Naming</a:t>
            </a:r>
            <a:r>
              <a:rPr lang="da-DK" dirty="0"/>
              <a:t> </a:t>
            </a:r>
            <a:r>
              <a:rPr lang="da-DK" dirty="0" err="1"/>
              <a:t>conventions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73C47-1A85-2B48-01CC-EC6A2029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11813310" cy="2979751"/>
          </a:xfrm>
        </p:spPr>
        <p:txBody>
          <a:bodyPr/>
          <a:lstStyle/>
          <a:p>
            <a:r>
              <a:rPr lang="da-DK" dirty="0"/>
              <a:t>The </a:t>
            </a:r>
            <a:r>
              <a:rPr lang="da-DK" dirty="0" err="1"/>
              <a:t>name</a:t>
            </a:r>
            <a:r>
              <a:rPr lang="da-DK" dirty="0"/>
              <a:t> of the test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clearly</a:t>
            </a:r>
            <a:r>
              <a:rPr lang="da-DK" dirty="0"/>
              <a:t> </a:t>
            </a:r>
            <a:r>
              <a:rPr lang="da-DK" dirty="0" err="1"/>
              <a:t>indicate</a:t>
            </a:r>
            <a:r>
              <a:rPr lang="da-DK" dirty="0"/>
              <a:t>:</a:t>
            </a:r>
          </a:p>
          <a:p>
            <a:pPr lvl="1"/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being</a:t>
            </a:r>
            <a:r>
              <a:rPr lang="da-DK" dirty="0"/>
              <a:t> </a:t>
            </a:r>
            <a:r>
              <a:rPr lang="da-DK" dirty="0" err="1"/>
              <a:t>tested</a:t>
            </a:r>
            <a:endParaRPr lang="da-DK" dirty="0"/>
          </a:p>
          <a:p>
            <a:pPr lvl="1"/>
            <a:r>
              <a:rPr lang="da-DK" dirty="0" err="1"/>
              <a:t>What</a:t>
            </a:r>
            <a:r>
              <a:rPr lang="da-DK" dirty="0"/>
              <a:t> the situation is</a:t>
            </a:r>
          </a:p>
          <a:p>
            <a:pPr lvl="1"/>
            <a:r>
              <a:rPr lang="da-DK" dirty="0" err="1"/>
              <a:t>What</a:t>
            </a:r>
            <a:r>
              <a:rPr lang="da-DK" dirty="0"/>
              <a:t> the </a:t>
            </a:r>
            <a:r>
              <a:rPr lang="da-DK" dirty="0" err="1"/>
              <a:t>expected</a:t>
            </a:r>
            <a:r>
              <a:rPr lang="da-DK" dirty="0"/>
              <a:t> </a:t>
            </a:r>
            <a:r>
              <a:rPr lang="da-DK" dirty="0" err="1"/>
              <a:t>outcome</a:t>
            </a:r>
            <a:r>
              <a:rPr lang="da-DK" dirty="0"/>
              <a:t> is</a:t>
            </a:r>
          </a:p>
          <a:p>
            <a:pPr lvl="1"/>
            <a:endParaRPr lang="da-DK" dirty="0"/>
          </a:p>
          <a:p>
            <a:pPr lvl="1"/>
            <a:endParaRPr lang="da-DK" dirty="0"/>
          </a:p>
          <a:p>
            <a:r>
              <a:rPr lang="da-DK" dirty="0"/>
              <a:t>Clear </a:t>
            </a:r>
            <a:r>
              <a:rPr lang="da-DK" dirty="0" err="1"/>
              <a:t>naming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make</a:t>
            </a:r>
            <a:r>
              <a:rPr lang="da-DK" dirty="0"/>
              <a:t> </a:t>
            </a:r>
            <a:r>
              <a:rPr lang="da-DK" dirty="0" err="1"/>
              <a:t>everything</a:t>
            </a:r>
            <a:r>
              <a:rPr lang="da-DK" dirty="0"/>
              <a:t> </a:t>
            </a:r>
            <a:r>
              <a:rPr lang="da-DK" dirty="0" err="1"/>
              <a:t>easier</a:t>
            </a:r>
            <a:endParaRPr lang="da-DK" dirty="0"/>
          </a:p>
          <a:p>
            <a:pPr lvl="1"/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2D0D1-D593-D7CE-CE9C-149370C1C8F8}"/>
              </a:ext>
            </a:extLst>
          </p:cNvPr>
          <p:cNvSpPr txBox="1"/>
          <p:nvPr/>
        </p:nvSpPr>
        <p:spPr>
          <a:xfrm>
            <a:off x="91440" y="104894"/>
            <a:ext cx="257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What</a:t>
            </a:r>
            <a:r>
              <a:rPr lang="da-DK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is a </a:t>
            </a:r>
            <a:r>
              <a:rPr lang="da-DK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good</a:t>
            </a:r>
            <a:r>
              <a:rPr lang="da-DK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unit test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D62FE5-16EC-ED83-53EC-6E7E6F748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958575"/>
              </p:ext>
            </p:extLst>
          </p:nvPr>
        </p:nvGraphicFramePr>
        <p:xfrm>
          <a:off x="388620" y="4506533"/>
          <a:ext cx="11414760" cy="1828800"/>
        </p:xfrm>
        <a:graphic>
          <a:graphicData uri="http://schemas.openxmlformats.org/drawingml/2006/table">
            <a:tbl>
              <a:tblPr/>
              <a:tblGrid>
                <a:gridCol w="2186940">
                  <a:extLst>
                    <a:ext uri="{9D8B030D-6E8A-4147-A177-3AD203B41FA5}">
                      <a16:colId xmlns:a16="http://schemas.microsoft.com/office/drawing/2014/main" val="1397391037"/>
                    </a:ext>
                  </a:extLst>
                </a:gridCol>
                <a:gridCol w="4549140">
                  <a:extLst>
                    <a:ext uri="{9D8B030D-6E8A-4147-A177-3AD203B41FA5}">
                      <a16:colId xmlns:a16="http://schemas.microsoft.com/office/drawing/2014/main" val="1444790652"/>
                    </a:ext>
                  </a:extLst>
                </a:gridCol>
                <a:gridCol w="4678680">
                  <a:extLst>
                    <a:ext uri="{9D8B030D-6E8A-4147-A177-3AD203B41FA5}">
                      <a16:colId xmlns:a16="http://schemas.microsoft.com/office/drawing/2014/main" val="3432311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Bad Name (Lazy)</a:t>
                      </a:r>
                      <a:endParaRPr lang="da-DK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 dirty="0" err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Better</a:t>
                      </a:r>
                      <a:r>
                        <a:rPr lang="da-DK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da-DK" b="1" dirty="0" err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Name</a:t>
                      </a:r>
                      <a:r>
                        <a:rPr lang="da-DK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 (Professional)</a:t>
                      </a:r>
                      <a:endParaRPr lang="da-DK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 dirty="0" err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Why</a:t>
                      </a:r>
                      <a:r>
                        <a:rPr lang="da-DK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da-DK" b="1" dirty="0" err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it's</a:t>
                      </a:r>
                      <a:r>
                        <a:rPr lang="da-DK" b="1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da-DK" b="1" dirty="0" err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Google Sans Text"/>
                        </a:rPr>
                        <a:t>better</a:t>
                      </a:r>
                      <a:endParaRPr lang="da-DK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27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test_add()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add_twoPositiveNumbers_returnsSum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Specifies the input and the result.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009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test_user()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user_invalidAge_isNotSaved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Explains the "Scenario" being blocked.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36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test_api()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fetchData_networkError_returnsNull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Tells you exactly what "Isolation" was mocked.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53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test_logic_final()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discount_goldMember_applies20Percent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It's descriptive and avoids "vague-booking."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213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E31E3A0-D912-5531-6C5B-BD064E2DFA31}"/>
              </a:ext>
            </a:extLst>
          </p:cNvPr>
          <p:cNvSpPr txBox="1"/>
          <p:nvPr/>
        </p:nvSpPr>
        <p:spPr>
          <a:xfrm>
            <a:off x="8747760" y="2468880"/>
            <a:ext cx="356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See learning </a:t>
            </a:r>
            <a:r>
              <a:rPr lang="da-DK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path</a:t>
            </a:r>
            <a:r>
              <a:rPr lang="da-DK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da-DK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about</a:t>
            </a:r>
            <a:r>
              <a:rPr lang="da-DK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da-DK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naming</a:t>
            </a:r>
            <a:r>
              <a:rPr lang="da-DK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da-DK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conventions</a:t>
            </a:r>
            <a:endParaRPr lang="da-DK" dirty="0">
              <a:solidFill>
                <a:schemeClr val="accent2">
                  <a:lumMod val="60000"/>
                  <a:lumOff val="40000"/>
                </a:schemeClr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2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F4AC54-1A24-C3AA-D24A-B982E02BEAE5}"/>
              </a:ext>
            </a:extLst>
          </p:cNvPr>
          <p:cNvSpPr txBox="1"/>
          <p:nvPr/>
        </p:nvSpPr>
        <p:spPr>
          <a:xfrm>
            <a:off x="6433608" y="5106977"/>
            <a:ext cx="17842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4000" dirty="0">
                <a:solidFill>
                  <a:schemeClr val="bg1"/>
                </a:solidFill>
              </a:rPr>
              <a:t>Pattern</a:t>
            </a:r>
          </a:p>
        </p:txBody>
      </p:sp>
      <p:pic>
        <p:nvPicPr>
          <p:cNvPr id="9220" name="Picture 4" descr="AAA Logo, symbol, meaning, history, PNG, brand">
            <a:extLst>
              <a:ext uri="{FF2B5EF4-FFF2-40B4-BE49-F238E27FC236}">
                <a16:creationId xmlns:a16="http://schemas.microsoft.com/office/drawing/2014/main" id="{EB8D3FB3-1598-B6BD-A36D-F47BB6E2B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48037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7DCC-C6BE-77C9-4958-213E0FCA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C05011-BED1-440B-3060-FA25B67CF285}"/>
              </a:ext>
            </a:extLst>
          </p:cNvPr>
          <p:cNvSpPr/>
          <p:nvPr/>
        </p:nvSpPr>
        <p:spPr>
          <a:xfrm>
            <a:off x="6507480" y="2545080"/>
            <a:ext cx="5684520" cy="1318260"/>
          </a:xfrm>
          <a:prstGeom prst="rect">
            <a:avLst/>
          </a:prstGeom>
          <a:gradFill>
            <a:gsLst>
              <a:gs pos="0">
                <a:schemeClr val="accent6">
                  <a:satMod val="103000"/>
                  <a:lumMod val="102000"/>
                  <a:tint val="94000"/>
                  <a:alpha val="25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  <a:alpha val="25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  <a:alpha val="25000"/>
                </a:schemeClr>
              </a:gs>
            </a:gsLst>
          </a:gra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620F7-3246-6602-EBCB-F626E7965C70}"/>
              </a:ext>
            </a:extLst>
          </p:cNvPr>
          <p:cNvSpPr/>
          <p:nvPr/>
        </p:nvSpPr>
        <p:spPr>
          <a:xfrm>
            <a:off x="6507480" y="3853639"/>
            <a:ext cx="5684520" cy="771701"/>
          </a:xfrm>
          <a:prstGeom prst="rect">
            <a:avLst/>
          </a:prstGeom>
          <a:gradFill>
            <a:gsLst>
              <a:gs pos="0">
                <a:schemeClr val="accent4">
                  <a:satMod val="103000"/>
                  <a:lumMod val="102000"/>
                  <a:tint val="94000"/>
                  <a:alpha val="25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  <a:alpha val="25000"/>
                </a:schemeClr>
              </a:gs>
              <a:gs pos="100000">
                <a:schemeClr val="accent4">
                  <a:lumMod val="99000"/>
                  <a:satMod val="120000"/>
                  <a:shade val="78000"/>
                  <a:alpha val="25000"/>
                </a:schemeClr>
              </a:gs>
            </a:gsLst>
          </a:gra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7F8F1-6398-FE29-4874-BFF1A6061431}"/>
              </a:ext>
            </a:extLst>
          </p:cNvPr>
          <p:cNvSpPr/>
          <p:nvPr/>
        </p:nvSpPr>
        <p:spPr>
          <a:xfrm>
            <a:off x="6507480" y="4625340"/>
            <a:ext cx="5684520" cy="1592580"/>
          </a:xfrm>
          <a:prstGeom prst="rect">
            <a:avLst/>
          </a:prstGeom>
          <a:gradFill>
            <a:gsLst>
              <a:gs pos="0">
                <a:schemeClr val="accent2">
                  <a:satMod val="103000"/>
                  <a:lumMod val="102000"/>
                  <a:tint val="94000"/>
                  <a:alpha val="25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  <a:alpha val="25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  <a:alpha val="25000"/>
                </a:schemeClr>
              </a:gs>
            </a:gsLst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5C0B0-4DB6-0BF3-06B5-FEC1DF45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AAA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9281E-1196-4397-AEAB-A7E65618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096949"/>
            <a:ext cx="6318135" cy="4137991"/>
          </a:xfrm>
        </p:spPr>
        <p:txBody>
          <a:bodyPr/>
          <a:lstStyle/>
          <a:p>
            <a:r>
              <a:rPr lang="en-US" dirty="0"/>
              <a:t>A unit test commonly has three parts:</a:t>
            </a:r>
          </a:p>
          <a:p>
            <a:pPr lvl="1"/>
            <a:r>
              <a:rPr lang="en-US" dirty="0"/>
              <a:t>Arrange (setup)</a:t>
            </a:r>
          </a:p>
          <a:p>
            <a:pPr lvl="1"/>
            <a:r>
              <a:rPr lang="en-US" dirty="0"/>
              <a:t>Act (execute)</a:t>
            </a:r>
          </a:p>
          <a:p>
            <a:pPr lvl="1"/>
            <a:r>
              <a:rPr lang="en-US" dirty="0"/>
              <a:t>Assert (verify)</a:t>
            </a:r>
          </a:p>
          <a:p>
            <a:pPr lvl="1"/>
            <a:endParaRPr lang="en-US" dirty="0"/>
          </a:p>
          <a:p>
            <a:r>
              <a:rPr lang="en-US" b="1" dirty="0"/>
              <a:t>Read the learning path for more information</a:t>
            </a:r>
            <a:endParaRPr lang="da-DK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78805-0D5B-0D27-14EB-AFA8EF4794AB}"/>
              </a:ext>
            </a:extLst>
          </p:cNvPr>
          <p:cNvSpPr txBox="1"/>
          <p:nvPr/>
        </p:nvSpPr>
        <p:spPr>
          <a:xfrm>
            <a:off x="6446520" y="1769238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public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static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void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main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[]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args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)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{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inputA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3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inputB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4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expected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>
                <a:solidFill>
                  <a:srgbClr val="ED94C0"/>
                </a:solidFill>
                <a:effectLst/>
                <a:latin typeface="JetBrains Mono"/>
              </a:rPr>
              <a:t>7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</a:p>
          <a:p>
            <a:pPr>
              <a:buNone/>
            </a:pPr>
            <a:r>
              <a:rPr lang="da-DK" sz="2400" dirty="0">
                <a:solidFill>
                  <a:srgbClr val="BDBDBD"/>
                </a:solidFill>
                <a:latin typeface="JetBrains Mono"/>
              </a:rPr>
              <a:t>    </a:t>
            </a:r>
            <a:r>
              <a:rPr lang="da-DK" sz="2400" dirty="0" err="1">
                <a:solidFill>
                  <a:srgbClr val="6C95EB"/>
                </a:solidFill>
                <a:effectLst/>
                <a:latin typeface="JetBrains Mono"/>
              </a:rPr>
              <a:t>int</a:t>
            </a:r>
            <a:r>
              <a:rPr lang="da-DK" sz="2400" dirty="0">
                <a:solidFill>
                  <a:srgbClr val="6C95EB"/>
                </a:solidFill>
                <a:effectLst/>
                <a:latin typeface="JetBrains Mono"/>
              </a:rPr>
              <a:t>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result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Calculator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i="1" dirty="0" err="1">
                <a:solidFill>
                  <a:srgbClr val="D0D0D0"/>
                </a:solidFill>
                <a:effectLst/>
                <a:latin typeface="JetBrains Mono"/>
              </a:rPr>
              <a:t>add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inputA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,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inputB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String</a:t>
            </a:r>
            <a:r>
              <a:rPr lang="da-DK" sz="2400" dirty="0">
                <a:solidFill>
                  <a:srgbClr val="C191FF"/>
                </a:solidFill>
                <a:effectLst/>
                <a:latin typeface="JetBrains Mono"/>
              </a:rPr>
              <a:t> 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message =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expected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== 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result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</a:t>
            </a:r>
          </a:p>
          <a:p>
            <a:pPr>
              <a:buNone/>
            </a:pPr>
            <a:r>
              <a:rPr lang="da-DK" sz="2400" dirty="0">
                <a:solidFill>
                  <a:srgbClr val="BDBDBD"/>
                </a:solidFill>
                <a:latin typeface="JetBrains Mono"/>
              </a:rPr>
              <a:t>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?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"Success" </a:t>
            </a:r>
          </a:p>
          <a:p>
            <a:pPr>
              <a:buNone/>
            </a:pPr>
            <a:r>
              <a:rPr lang="da-DK" sz="2400" dirty="0">
                <a:solidFill>
                  <a:srgbClr val="C9A26D"/>
                </a:solidFill>
                <a:latin typeface="JetBrains Mono"/>
              </a:rPr>
              <a:t>			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: 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400" dirty="0" err="1">
                <a:solidFill>
                  <a:srgbClr val="C9A26D"/>
                </a:solidFill>
                <a:effectLst/>
                <a:latin typeface="JetBrains Mono"/>
              </a:rPr>
              <a:t>Failure</a:t>
            </a:r>
            <a:r>
              <a:rPr lang="da-DK" sz="2400" dirty="0">
                <a:solidFill>
                  <a:srgbClr val="C9A26D"/>
                </a:solidFill>
                <a:effectLst/>
                <a:latin typeface="JetBrains Mono"/>
              </a:rPr>
              <a:t>"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    </a:t>
            </a:r>
            <a:r>
              <a:rPr lang="da-DK" sz="2400" dirty="0" err="1">
                <a:solidFill>
                  <a:srgbClr val="C191FF"/>
                </a:solidFill>
                <a:effectLst/>
                <a:latin typeface="JetBrains Mono"/>
              </a:rPr>
              <a:t>System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66C3CC"/>
                </a:solidFill>
                <a:effectLst/>
                <a:latin typeface="JetBrains Mono"/>
              </a:rPr>
              <a:t>out</a:t>
            </a:r>
            <a:r>
              <a:rPr lang="da-DK" sz="2400" dirty="0" err="1">
                <a:solidFill>
                  <a:srgbClr val="BDBDBD"/>
                </a:solidFill>
                <a:effectLst/>
                <a:latin typeface="JetBrains Mono"/>
              </a:rPr>
              <a:t>.</a:t>
            </a:r>
            <a:r>
              <a:rPr lang="da-DK" sz="2400" dirty="0" err="1">
                <a:solidFill>
                  <a:srgbClr val="39CC9B"/>
                </a:solidFill>
                <a:effectLst/>
                <a:latin typeface="JetBrains Mono"/>
              </a:rPr>
              <a:t>println</a:t>
            </a: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(message);</a:t>
            </a:r>
            <a:b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</a:br>
            <a:r>
              <a:rPr lang="da-DK" sz="2400" dirty="0">
                <a:solidFill>
                  <a:srgbClr val="BDBDBD"/>
                </a:solidFill>
                <a:effectLst/>
                <a:latin typeface="JetBrains Mono"/>
              </a:rPr>
              <a:t>}</a:t>
            </a:r>
            <a:endParaRPr lang="da-DK" sz="2400" dirty="0">
              <a:solidFill>
                <a:srgbClr val="D0D0D0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22121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12BD44-63C1-E941-FB5A-749AF61CD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1977"/>
            <a:ext cx="9144000" cy="2387600"/>
          </a:xfrm>
        </p:spPr>
        <p:txBody>
          <a:bodyPr/>
          <a:lstStyle/>
          <a:p>
            <a:r>
              <a:rPr lang="da-DK" dirty="0"/>
              <a:t>Black </a:t>
            </a:r>
            <a:r>
              <a:rPr lang="da-DK" dirty="0" err="1"/>
              <a:t>box</a:t>
            </a:r>
            <a:r>
              <a:rPr lang="da-DK" dirty="0"/>
              <a:t> </a:t>
            </a:r>
            <a:r>
              <a:rPr lang="da-DK" dirty="0" err="1"/>
              <a:t>vs</a:t>
            </a:r>
            <a:r>
              <a:rPr lang="da-DK" dirty="0"/>
              <a:t> White </a:t>
            </a:r>
            <a:r>
              <a:rPr lang="da-DK" dirty="0" err="1"/>
              <a:t>box</a:t>
            </a:r>
            <a:endParaRPr lang="da-DK" dirty="0"/>
          </a:p>
        </p:txBody>
      </p:sp>
      <p:sp>
        <p:nvSpPr>
          <p:cNvPr id="6" name="!!_Rectangle 10">
            <a:extLst>
              <a:ext uri="{FF2B5EF4-FFF2-40B4-BE49-F238E27FC236}">
                <a16:creationId xmlns:a16="http://schemas.microsoft.com/office/drawing/2014/main" id="{B8D39E12-4873-4BA7-2616-3EBC03953A18}"/>
              </a:ext>
            </a:extLst>
          </p:cNvPr>
          <p:cNvSpPr/>
          <p:nvPr/>
        </p:nvSpPr>
        <p:spPr>
          <a:xfrm>
            <a:off x="2624000" y="1472699"/>
            <a:ext cx="2160001" cy="2160001"/>
          </a:xfrm>
          <a:prstGeom prst="rect">
            <a:avLst/>
          </a:prstGeom>
          <a:solidFill>
            <a:srgbClr val="3C4048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!!_Rectangle 11">
            <a:extLst>
              <a:ext uri="{FF2B5EF4-FFF2-40B4-BE49-F238E27FC236}">
                <a16:creationId xmlns:a16="http://schemas.microsoft.com/office/drawing/2014/main" id="{AF147A45-B1C2-AB04-7FB4-380254A719E3}"/>
              </a:ext>
            </a:extLst>
          </p:cNvPr>
          <p:cNvSpPr/>
          <p:nvPr/>
        </p:nvSpPr>
        <p:spPr>
          <a:xfrm>
            <a:off x="7407999" y="1472699"/>
            <a:ext cx="2160001" cy="2160001"/>
          </a:xfrm>
          <a:prstGeom prst="rect">
            <a:avLst/>
          </a:prstGeom>
          <a:solidFill>
            <a:srgbClr val="B8C0C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2578613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6FB7-2CAE-B020-B601-FAB39F355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Black </a:t>
            </a:r>
            <a:r>
              <a:rPr lang="da-DK" dirty="0" err="1"/>
              <a:t>box</a:t>
            </a:r>
            <a:r>
              <a:rPr lang="da-DK" dirty="0"/>
              <a:t> </a:t>
            </a:r>
            <a:r>
              <a:rPr lang="da-DK" dirty="0" err="1"/>
              <a:t>vs</a:t>
            </a:r>
            <a:r>
              <a:rPr lang="da-DK" dirty="0"/>
              <a:t> White </a:t>
            </a:r>
            <a:r>
              <a:rPr lang="da-DK" dirty="0" err="1"/>
              <a:t>box</a:t>
            </a:r>
            <a:endParaRPr lang="da-DK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Dark Gray Cube">
                <a:extLst>
                  <a:ext uri="{FF2B5EF4-FFF2-40B4-BE49-F238E27FC236}">
                    <a16:creationId xmlns:a16="http://schemas.microsoft.com/office/drawing/2014/main" id="{FE603666-F065-E700-3594-81C0DDF7FF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52543849"/>
                  </p:ext>
                </p:extLst>
              </p:nvPr>
            </p:nvGraphicFramePr>
            <p:xfrm>
              <a:off x="2624000" y="1472699"/>
              <a:ext cx="2160000" cy="216000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160000" cy="2160001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15477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Dark Gray Cube">
                <a:extLst>
                  <a:ext uri="{FF2B5EF4-FFF2-40B4-BE49-F238E27FC236}">
                    <a16:creationId xmlns:a16="http://schemas.microsoft.com/office/drawing/2014/main" id="{FE603666-F065-E700-3594-81C0DDF7FF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4000" y="1472699"/>
                <a:ext cx="2160000" cy="21600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 descr="Light Gray Cube">
                <a:extLst>
                  <a:ext uri="{FF2B5EF4-FFF2-40B4-BE49-F238E27FC236}">
                    <a16:creationId xmlns:a16="http://schemas.microsoft.com/office/drawing/2014/main" id="{6679C9E2-4B6C-1B3D-A306-2667EDA0F8B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11565634"/>
                  </p:ext>
                </p:extLst>
              </p:nvPr>
            </p:nvGraphicFramePr>
            <p:xfrm>
              <a:off x="7408000" y="1472699"/>
              <a:ext cx="2160000" cy="2160001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160000" cy="2160001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0529" d="1000000"/>
                    <am3d:preTrans dx="0" dy="-17999995" dz="586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15477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 descr="Light Gray Cube">
                <a:extLst>
                  <a:ext uri="{FF2B5EF4-FFF2-40B4-BE49-F238E27FC236}">
                    <a16:creationId xmlns:a16="http://schemas.microsoft.com/office/drawing/2014/main" id="{6679C9E2-4B6C-1B3D-A306-2667EDA0F8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8000" y="1472699"/>
                <a:ext cx="2160000" cy="2160001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5DFBE01-5AF7-F638-E16F-691A160CE8EB}"/>
              </a:ext>
            </a:extLst>
          </p:cNvPr>
          <p:cNvSpPr txBox="1"/>
          <p:nvPr/>
        </p:nvSpPr>
        <p:spPr>
          <a:xfrm>
            <a:off x="959197" y="3962399"/>
            <a:ext cx="4629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Black Box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Define tests based on specified </a:t>
            </a:r>
            <a:r>
              <a:rPr lang="en-US" dirty="0" err="1">
                <a:solidFill>
                  <a:schemeClr val="bg1"/>
                </a:solidFill>
              </a:rPr>
              <a:t>behaviour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looking at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Give input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verify output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7AA11-F2F6-8DC3-1123-DA39AFBCC8C6}"/>
              </a:ext>
            </a:extLst>
          </p:cNvPr>
          <p:cNvSpPr txBox="1"/>
          <p:nvPr/>
        </p:nvSpPr>
        <p:spPr>
          <a:xfrm>
            <a:off x="6547738" y="3962400"/>
            <a:ext cx="46850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White </a:t>
            </a:r>
            <a:r>
              <a:rPr lang="en-US" b="1" dirty="0">
                <a:solidFill>
                  <a:schemeClr val="bg1"/>
                </a:solidFill>
              </a:rPr>
              <a:t>Box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Define tests based implementation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Looking at code can give extra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Ensure all paths through code is covered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EA196-CCF8-28CB-9BFC-45ECAEDE213A}"/>
              </a:ext>
            </a:extLst>
          </p:cNvPr>
          <p:cNvSpPr txBox="1"/>
          <p:nvPr/>
        </p:nvSpPr>
        <p:spPr>
          <a:xfrm>
            <a:off x="3598362" y="5875020"/>
            <a:ext cx="4995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C000"/>
                </a:solidFill>
                <a:latin typeface="Segoe Print" panose="02000600000000000000" pitchFamily="2" charset="0"/>
              </a:rPr>
              <a:t>Read the learning path</a:t>
            </a:r>
            <a:endParaRPr lang="da-DK" sz="3200" dirty="0">
              <a:solidFill>
                <a:srgbClr val="FFC000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21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37" presetClass="emph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7" presetClass="emph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7944-2119-26EA-1673-A7FC1DFC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25E7-C814-D11C-1254-989FCAC176E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97BA-8EE7-F3CC-0EEF-5E7DC3E73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V-model</a:t>
            </a:r>
          </a:p>
          <a:p>
            <a:r>
              <a:rPr lang="en-US" dirty="0"/>
              <a:t>What is a unit test</a:t>
            </a:r>
          </a:p>
          <a:p>
            <a:r>
              <a:rPr lang="en-US" dirty="0"/>
              <a:t>What is JUnit6</a:t>
            </a:r>
          </a:p>
          <a:p>
            <a:r>
              <a:rPr lang="en-US" dirty="0"/>
              <a:t>What is a good unit test?</a:t>
            </a:r>
          </a:p>
          <a:p>
            <a:pPr lvl="1"/>
            <a:r>
              <a:rPr lang="en-US" dirty="0"/>
              <a:t>F.I.R.S.T.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AAA</a:t>
            </a:r>
          </a:p>
          <a:p>
            <a:pPr lvl="1"/>
            <a:r>
              <a:rPr lang="en-US" dirty="0"/>
              <a:t>Black/white box testing</a:t>
            </a:r>
          </a:p>
          <a:p>
            <a:r>
              <a:rPr lang="en-US" dirty="0"/>
              <a:t>Testing strategies</a:t>
            </a:r>
          </a:p>
          <a:p>
            <a:pPr lvl="1"/>
            <a:r>
              <a:rPr lang="en-US" dirty="0"/>
              <a:t>ZOMBIES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Equivalence partitioning</a:t>
            </a:r>
          </a:p>
          <a:p>
            <a:r>
              <a:rPr lang="en-US" dirty="0"/>
              <a:t>How to test logic</a:t>
            </a:r>
          </a:p>
          <a:p>
            <a:pPr lvl="1"/>
            <a:r>
              <a:rPr lang="en-US" dirty="0"/>
              <a:t>Service classes</a:t>
            </a:r>
          </a:p>
          <a:p>
            <a:pPr lvl="1"/>
            <a:r>
              <a:rPr lang="en-US" dirty="0"/>
              <a:t>Mocking dependencies</a:t>
            </a:r>
          </a:p>
          <a:p>
            <a:r>
              <a:rPr lang="en-US" dirty="0"/>
              <a:t>Assignment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20933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170F2-BE38-917B-13B1-A70E6FB3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47,800+ Strategy Clipart Stock Illustrations, Royalty-Free Vector Graphics  &amp; Clip Art - iStock">
            <a:extLst>
              <a:ext uri="{FF2B5EF4-FFF2-40B4-BE49-F238E27FC236}">
                <a16:creationId xmlns:a16="http://schemas.microsoft.com/office/drawing/2014/main" id="{174D9836-5A41-46A2-CE0C-09D1039FA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2"/>
          <a:stretch>
            <a:fillRect/>
          </a:stretch>
        </p:blipFill>
        <p:spPr bwMode="auto">
          <a:xfrm>
            <a:off x="-365759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5999" y="0"/>
            <a:ext cx="60959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8B363F-8B24-2FF8-679C-1100459C7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1900693"/>
          </a:xfrm>
          <a:noFill/>
        </p:spPr>
        <p:txBody>
          <a:bodyPr>
            <a:normAutofit/>
          </a:bodyPr>
          <a:lstStyle/>
          <a:p>
            <a:pPr algn="r"/>
            <a:r>
              <a:rPr lang="da-DK" sz="5200" dirty="0" err="1">
                <a:solidFill>
                  <a:schemeClr val="tx1"/>
                </a:solidFill>
              </a:rPr>
              <a:t>Testing</a:t>
            </a:r>
            <a:r>
              <a:rPr lang="da-DK" sz="5200" dirty="0">
                <a:solidFill>
                  <a:schemeClr val="tx1"/>
                </a:solidFill>
              </a:rPr>
              <a:t> </a:t>
            </a:r>
            <a:r>
              <a:rPr lang="da-DK" sz="5200" dirty="0" err="1">
                <a:solidFill>
                  <a:schemeClr val="tx1"/>
                </a:solidFill>
              </a:rPr>
              <a:t>strategies</a:t>
            </a:r>
            <a:endParaRPr lang="da-DK" sz="5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770010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B366-1C90-1070-11BD-42D5915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</a:t>
            </a:r>
            <a:r>
              <a:rPr lang="da-DK" dirty="0" err="1"/>
              <a:t>strategies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46644-B506-0EF6-B0F5-83F4B1CDD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design test cases to cover as </a:t>
            </a:r>
            <a:r>
              <a:rPr lang="da-DK" dirty="0" err="1"/>
              <a:t>much</a:t>
            </a:r>
            <a:r>
              <a:rPr lang="da-DK" dirty="0"/>
              <a:t> of the </a:t>
            </a:r>
            <a:r>
              <a:rPr lang="da-DK" dirty="0" err="1"/>
              <a:t>code</a:t>
            </a:r>
            <a:r>
              <a:rPr lang="da-DK" dirty="0"/>
              <a:t>/</a:t>
            </a:r>
            <a:r>
              <a:rPr lang="da-DK" dirty="0" err="1"/>
              <a:t>behaviour</a:t>
            </a:r>
            <a:r>
              <a:rPr lang="da-DK" dirty="0"/>
              <a:t> as </a:t>
            </a:r>
            <a:r>
              <a:rPr lang="da-DK" dirty="0" err="1"/>
              <a:t>possible</a:t>
            </a:r>
            <a:r>
              <a:rPr lang="da-DK" dirty="0"/>
              <a:t>.</a:t>
            </a:r>
          </a:p>
          <a:p>
            <a:r>
              <a:rPr lang="da-DK" dirty="0" err="1"/>
              <a:t>Several</a:t>
            </a:r>
            <a:r>
              <a:rPr lang="da-DK" dirty="0"/>
              <a:t> </a:t>
            </a:r>
            <a:r>
              <a:rPr lang="da-DK" dirty="0" err="1"/>
              <a:t>theories</a:t>
            </a:r>
            <a:r>
              <a:rPr lang="da-DK" dirty="0"/>
              <a:t> </a:t>
            </a:r>
            <a:r>
              <a:rPr lang="da-DK" dirty="0" err="1"/>
              <a:t>help</a:t>
            </a:r>
            <a:r>
              <a:rPr lang="da-DK" dirty="0"/>
              <a:t> </a:t>
            </a:r>
            <a:r>
              <a:rPr lang="da-DK" dirty="0" err="1"/>
              <a:t>us</a:t>
            </a:r>
            <a:r>
              <a:rPr lang="da-DK" dirty="0"/>
              <a:t> </a:t>
            </a:r>
            <a:r>
              <a:rPr lang="da-DK" dirty="0" err="1"/>
              <a:t>define</a:t>
            </a:r>
            <a:r>
              <a:rPr lang="da-DK" dirty="0"/>
              <a:t> </a:t>
            </a:r>
            <a:r>
              <a:rPr lang="da-DK" dirty="0" err="1"/>
              <a:t>these</a:t>
            </a:r>
            <a:r>
              <a:rPr lang="da-DK" dirty="0"/>
              <a:t> </a:t>
            </a:r>
            <a:r>
              <a:rPr lang="da-DK" dirty="0" err="1"/>
              <a:t>strategies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ZOMBIES</a:t>
            </a:r>
          </a:p>
          <a:p>
            <a:pPr lvl="1"/>
            <a:r>
              <a:rPr lang="da-DK" dirty="0" err="1"/>
              <a:t>Boundary</a:t>
            </a:r>
            <a:r>
              <a:rPr lang="da-DK" dirty="0"/>
              <a:t> Value Analysis</a:t>
            </a:r>
          </a:p>
          <a:p>
            <a:pPr lvl="1"/>
            <a:r>
              <a:rPr lang="da-DK" dirty="0" err="1"/>
              <a:t>Equivalence</a:t>
            </a:r>
            <a:r>
              <a:rPr lang="da-DK" dirty="0"/>
              <a:t> </a:t>
            </a:r>
            <a:r>
              <a:rPr lang="da-DK" dirty="0" err="1"/>
              <a:t>partitioning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53438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58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2DDD2-2469-0B21-79C3-75EF7EDA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9,200+ Zombie Clipart Stock Illustrations, Royalty-Free Vector Graphics &amp; Clip  Art - iStock">
            <a:extLst>
              <a:ext uri="{FF2B5EF4-FFF2-40B4-BE49-F238E27FC236}">
                <a16:creationId xmlns:a16="http://schemas.microsoft.com/office/drawing/2014/main" id="{5B90988D-0E59-27A3-500B-3E981C1F2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9805"/>
            <a:ext cx="12192000" cy="55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A2B63918-FF4F-813E-5068-3D094EB0E44A}"/>
              </a:ext>
            </a:extLst>
          </p:cNvPr>
          <p:cNvSpPr txBox="1">
            <a:spLocks/>
          </p:cNvSpPr>
          <p:nvPr/>
        </p:nvSpPr>
        <p:spPr>
          <a:xfrm>
            <a:off x="1524000" y="-30511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6600" dirty="0"/>
              <a:t>ZOMBIES</a:t>
            </a:r>
          </a:p>
        </p:txBody>
      </p:sp>
    </p:spTree>
    <p:extLst>
      <p:ext uri="{BB962C8B-B14F-4D97-AF65-F5344CB8AC3E}">
        <p14:creationId xmlns:p14="http://schemas.microsoft.com/office/powerpoint/2010/main" val="2262734509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1285-E22F-587D-DB29-72C47ADB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ZOMBIES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34ED-6185-2B55-6869-156D23449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895" y="586409"/>
            <a:ext cx="3841635" cy="594691"/>
          </a:xfrm>
        </p:spPr>
        <p:txBody>
          <a:bodyPr/>
          <a:lstStyle/>
          <a:p>
            <a:r>
              <a:rPr lang="da-DK" dirty="0" err="1"/>
              <a:t>Which</a:t>
            </a:r>
            <a:r>
              <a:rPr lang="da-DK" dirty="0"/>
              <a:t> cases to cover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A6848C-7DD6-A534-0773-D875453241EB}"/>
              </a:ext>
            </a:extLst>
          </p:cNvPr>
          <p:cNvSpPr txBox="1">
            <a:spLocks/>
          </p:cNvSpPr>
          <p:nvPr/>
        </p:nvSpPr>
        <p:spPr>
          <a:xfrm>
            <a:off x="7051425" y="586409"/>
            <a:ext cx="3535680" cy="594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How to design tests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F318B2-65AB-7766-8DE6-8ED6F78F63ED}"/>
              </a:ext>
            </a:extLst>
          </p:cNvPr>
          <p:cNvGrpSpPr/>
          <p:nvPr/>
        </p:nvGrpSpPr>
        <p:grpSpPr>
          <a:xfrm>
            <a:off x="394283" y="1334919"/>
            <a:ext cx="11403433" cy="726085"/>
            <a:chOff x="394283" y="1334919"/>
            <a:chExt cx="11403433" cy="72608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CB84EE8-B117-350B-3838-F535F91793B0}"/>
                </a:ext>
              </a:extLst>
            </p:cNvPr>
            <p:cNvSpPr/>
            <p:nvPr/>
          </p:nvSpPr>
          <p:spPr>
            <a:xfrm>
              <a:off x="4499518" y="1407528"/>
              <a:ext cx="7298198" cy="580869"/>
            </a:xfrm>
            <a:custGeom>
              <a:avLst/>
              <a:gdLst>
                <a:gd name="csX0" fmla="*/ 96813 w 580868"/>
                <a:gd name="csY0" fmla="*/ 0 h 7298197"/>
                <a:gd name="csX1" fmla="*/ 484055 w 580868"/>
                <a:gd name="csY1" fmla="*/ 0 h 7298197"/>
                <a:gd name="csX2" fmla="*/ 580868 w 580868"/>
                <a:gd name="csY2" fmla="*/ 96813 h 7298197"/>
                <a:gd name="csX3" fmla="*/ 580868 w 580868"/>
                <a:gd name="csY3" fmla="*/ 7298197 h 7298197"/>
                <a:gd name="csX4" fmla="*/ 580868 w 580868"/>
                <a:gd name="csY4" fmla="*/ 7298197 h 7298197"/>
                <a:gd name="csX5" fmla="*/ 0 w 580868"/>
                <a:gd name="csY5" fmla="*/ 7298197 h 7298197"/>
                <a:gd name="csX6" fmla="*/ 0 w 580868"/>
                <a:gd name="csY6" fmla="*/ 7298197 h 7298197"/>
                <a:gd name="csX7" fmla="*/ 0 w 580868"/>
                <a:gd name="csY7" fmla="*/ 96813 h 7298197"/>
                <a:gd name="csX8" fmla="*/ 96813 w 580868"/>
                <a:gd name="csY8" fmla="*/ 0 h 7298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0868" h="7298197">
                  <a:moveTo>
                    <a:pt x="580868" y="1216391"/>
                  </a:moveTo>
                  <a:lnTo>
                    <a:pt x="580868" y="6081806"/>
                  </a:lnTo>
                  <a:cubicBezTo>
                    <a:pt x="580868" y="6753592"/>
                    <a:pt x="577418" y="7298191"/>
                    <a:pt x="573163" y="7298191"/>
                  </a:cubicBezTo>
                  <a:lnTo>
                    <a:pt x="0" y="7298191"/>
                  </a:lnTo>
                  <a:lnTo>
                    <a:pt x="0" y="7298191"/>
                  </a:lnTo>
                  <a:lnTo>
                    <a:pt x="0" y="6"/>
                  </a:lnTo>
                  <a:lnTo>
                    <a:pt x="0" y="6"/>
                  </a:lnTo>
                  <a:lnTo>
                    <a:pt x="573163" y="6"/>
                  </a:lnTo>
                  <a:cubicBezTo>
                    <a:pt x="577418" y="6"/>
                    <a:pt x="580868" y="544605"/>
                    <a:pt x="580868" y="1216391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8836" rIns="89316" bIns="58837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Consider NULL or 0 or “” or “nothing”, whatever that is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04D212-1543-F5F8-F35C-CE1528C1E523}"/>
                </a:ext>
              </a:extLst>
            </p:cNvPr>
            <p:cNvSpPr/>
            <p:nvPr/>
          </p:nvSpPr>
          <p:spPr>
            <a:xfrm>
              <a:off x="394283" y="1334919"/>
              <a:ext cx="4105236" cy="726085"/>
            </a:xfrm>
            <a:custGeom>
              <a:avLst/>
              <a:gdLst>
                <a:gd name="csX0" fmla="*/ 0 w 4105236"/>
                <a:gd name="csY0" fmla="*/ 121017 h 726085"/>
                <a:gd name="csX1" fmla="*/ 121017 w 4105236"/>
                <a:gd name="csY1" fmla="*/ 0 h 726085"/>
                <a:gd name="csX2" fmla="*/ 3984219 w 4105236"/>
                <a:gd name="csY2" fmla="*/ 0 h 726085"/>
                <a:gd name="csX3" fmla="*/ 4105236 w 4105236"/>
                <a:gd name="csY3" fmla="*/ 121017 h 726085"/>
                <a:gd name="csX4" fmla="*/ 4105236 w 4105236"/>
                <a:gd name="csY4" fmla="*/ 605068 h 726085"/>
                <a:gd name="csX5" fmla="*/ 3984219 w 4105236"/>
                <a:gd name="csY5" fmla="*/ 726085 h 726085"/>
                <a:gd name="csX6" fmla="*/ 121017 w 4105236"/>
                <a:gd name="csY6" fmla="*/ 726085 h 726085"/>
                <a:gd name="csX7" fmla="*/ 0 w 4105236"/>
                <a:gd name="csY7" fmla="*/ 605068 h 726085"/>
                <a:gd name="csX8" fmla="*/ 0 w 4105236"/>
                <a:gd name="csY8" fmla="*/ 121017 h 726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05236" h="726085">
                  <a:moveTo>
                    <a:pt x="0" y="121017"/>
                  </a:moveTo>
                  <a:cubicBezTo>
                    <a:pt x="0" y="54181"/>
                    <a:pt x="54181" y="0"/>
                    <a:pt x="121017" y="0"/>
                  </a:cubicBezTo>
                  <a:lnTo>
                    <a:pt x="3984219" y="0"/>
                  </a:lnTo>
                  <a:cubicBezTo>
                    <a:pt x="4051055" y="0"/>
                    <a:pt x="4105236" y="54181"/>
                    <a:pt x="4105236" y="121017"/>
                  </a:cubicBezTo>
                  <a:lnTo>
                    <a:pt x="4105236" y="605068"/>
                  </a:lnTo>
                  <a:cubicBezTo>
                    <a:pt x="4105236" y="671904"/>
                    <a:pt x="4051055" y="726085"/>
                    <a:pt x="3984219" y="726085"/>
                  </a:cubicBezTo>
                  <a:lnTo>
                    <a:pt x="121017" y="726085"/>
                  </a:lnTo>
                  <a:cubicBezTo>
                    <a:pt x="54181" y="726085"/>
                    <a:pt x="0" y="671904"/>
                    <a:pt x="0" y="605068"/>
                  </a:cubicBezTo>
                  <a:lnTo>
                    <a:pt x="0" y="12101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645" tIns="73545" rIns="111645" bIns="73545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Z</a:t>
              </a:r>
              <a:r>
                <a:rPr lang="en-US" sz="2000" b="1" kern="1200" dirty="0"/>
                <a:t>    </a:t>
              </a:r>
              <a:r>
                <a:rPr lang="en-US" sz="2000" kern="1200" dirty="0" err="1"/>
                <a:t>ero</a:t>
              </a:r>
              <a:endParaRPr lang="en-US" sz="2000" kern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62D239-8720-32CC-4638-36C3B4C64E47}"/>
              </a:ext>
            </a:extLst>
          </p:cNvPr>
          <p:cNvGrpSpPr/>
          <p:nvPr/>
        </p:nvGrpSpPr>
        <p:grpSpPr>
          <a:xfrm>
            <a:off x="394283" y="2097310"/>
            <a:ext cx="11403433" cy="726085"/>
            <a:chOff x="394283" y="2097310"/>
            <a:chExt cx="11403433" cy="72608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DC60A8-5B36-04A8-472C-A070A1EA05B5}"/>
                </a:ext>
              </a:extLst>
            </p:cNvPr>
            <p:cNvSpPr/>
            <p:nvPr/>
          </p:nvSpPr>
          <p:spPr>
            <a:xfrm>
              <a:off x="4499518" y="2169919"/>
              <a:ext cx="7298198" cy="580869"/>
            </a:xfrm>
            <a:custGeom>
              <a:avLst/>
              <a:gdLst>
                <a:gd name="csX0" fmla="*/ 96813 w 580868"/>
                <a:gd name="csY0" fmla="*/ 0 h 7298197"/>
                <a:gd name="csX1" fmla="*/ 484055 w 580868"/>
                <a:gd name="csY1" fmla="*/ 0 h 7298197"/>
                <a:gd name="csX2" fmla="*/ 580868 w 580868"/>
                <a:gd name="csY2" fmla="*/ 96813 h 7298197"/>
                <a:gd name="csX3" fmla="*/ 580868 w 580868"/>
                <a:gd name="csY3" fmla="*/ 7298197 h 7298197"/>
                <a:gd name="csX4" fmla="*/ 580868 w 580868"/>
                <a:gd name="csY4" fmla="*/ 7298197 h 7298197"/>
                <a:gd name="csX5" fmla="*/ 0 w 580868"/>
                <a:gd name="csY5" fmla="*/ 7298197 h 7298197"/>
                <a:gd name="csX6" fmla="*/ 0 w 580868"/>
                <a:gd name="csY6" fmla="*/ 7298197 h 7298197"/>
                <a:gd name="csX7" fmla="*/ 0 w 580868"/>
                <a:gd name="csY7" fmla="*/ 96813 h 7298197"/>
                <a:gd name="csX8" fmla="*/ 96813 w 580868"/>
                <a:gd name="csY8" fmla="*/ 0 h 7298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0868" h="7298197">
                  <a:moveTo>
                    <a:pt x="580868" y="1216391"/>
                  </a:moveTo>
                  <a:lnTo>
                    <a:pt x="580868" y="6081806"/>
                  </a:lnTo>
                  <a:cubicBezTo>
                    <a:pt x="580868" y="6753592"/>
                    <a:pt x="577418" y="7298191"/>
                    <a:pt x="573163" y="7298191"/>
                  </a:cubicBezTo>
                  <a:lnTo>
                    <a:pt x="0" y="7298191"/>
                  </a:lnTo>
                  <a:lnTo>
                    <a:pt x="0" y="7298191"/>
                  </a:lnTo>
                  <a:lnTo>
                    <a:pt x="0" y="6"/>
                  </a:lnTo>
                  <a:lnTo>
                    <a:pt x="0" y="6"/>
                  </a:lnTo>
                  <a:lnTo>
                    <a:pt x="573163" y="6"/>
                  </a:lnTo>
                  <a:cubicBezTo>
                    <a:pt x="577418" y="6"/>
                    <a:pt x="580868" y="544605"/>
                    <a:pt x="580868" y="1216391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8836" rIns="89316" bIns="58837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Just a single whatever, or 1, </a:t>
              </a:r>
              <a:r>
                <a:rPr lang="en-US" sz="1600" i="0" kern="1200" dirty="0"/>
                <a:t>or </a:t>
              </a:r>
              <a:r>
                <a:rPr lang="en-US" sz="1600" i="1" kern="1200" dirty="0"/>
                <a:t>something</a:t>
              </a:r>
              <a:endParaRPr lang="en-US" sz="1600" i="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6EB26DD-1ADD-1BB2-B283-FA090741CC99}"/>
                </a:ext>
              </a:extLst>
            </p:cNvPr>
            <p:cNvSpPr/>
            <p:nvPr/>
          </p:nvSpPr>
          <p:spPr>
            <a:xfrm>
              <a:off x="394283" y="2097310"/>
              <a:ext cx="4105236" cy="726085"/>
            </a:xfrm>
            <a:custGeom>
              <a:avLst/>
              <a:gdLst>
                <a:gd name="csX0" fmla="*/ 0 w 4105236"/>
                <a:gd name="csY0" fmla="*/ 121017 h 726085"/>
                <a:gd name="csX1" fmla="*/ 121017 w 4105236"/>
                <a:gd name="csY1" fmla="*/ 0 h 726085"/>
                <a:gd name="csX2" fmla="*/ 3984219 w 4105236"/>
                <a:gd name="csY2" fmla="*/ 0 h 726085"/>
                <a:gd name="csX3" fmla="*/ 4105236 w 4105236"/>
                <a:gd name="csY3" fmla="*/ 121017 h 726085"/>
                <a:gd name="csX4" fmla="*/ 4105236 w 4105236"/>
                <a:gd name="csY4" fmla="*/ 605068 h 726085"/>
                <a:gd name="csX5" fmla="*/ 3984219 w 4105236"/>
                <a:gd name="csY5" fmla="*/ 726085 h 726085"/>
                <a:gd name="csX6" fmla="*/ 121017 w 4105236"/>
                <a:gd name="csY6" fmla="*/ 726085 h 726085"/>
                <a:gd name="csX7" fmla="*/ 0 w 4105236"/>
                <a:gd name="csY7" fmla="*/ 605068 h 726085"/>
                <a:gd name="csX8" fmla="*/ 0 w 4105236"/>
                <a:gd name="csY8" fmla="*/ 121017 h 726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05236" h="726085">
                  <a:moveTo>
                    <a:pt x="0" y="121017"/>
                  </a:moveTo>
                  <a:cubicBezTo>
                    <a:pt x="0" y="54181"/>
                    <a:pt x="54181" y="0"/>
                    <a:pt x="121017" y="0"/>
                  </a:cubicBezTo>
                  <a:lnTo>
                    <a:pt x="3984219" y="0"/>
                  </a:lnTo>
                  <a:cubicBezTo>
                    <a:pt x="4051055" y="0"/>
                    <a:pt x="4105236" y="54181"/>
                    <a:pt x="4105236" y="121017"/>
                  </a:cubicBezTo>
                  <a:lnTo>
                    <a:pt x="4105236" y="605068"/>
                  </a:lnTo>
                  <a:cubicBezTo>
                    <a:pt x="4105236" y="671904"/>
                    <a:pt x="4051055" y="726085"/>
                    <a:pt x="3984219" y="726085"/>
                  </a:cubicBezTo>
                  <a:lnTo>
                    <a:pt x="121017" y="726085"/>
                  </a:lnTo>
                  <a:cubicBezTo>
                    <a:pt x="54181" y="726085"/>
                    <a:pt x="0" y="671904"/>
                    <a:pt x="0" y="605068"/>
                  </a:cubicBezTo>
                  <a:lnTo>
                    <a:pt x="0" y="12101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645" tIns="73545" rIns="111645" bIns="73545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O</a:t>
              </a:r>
              <a:r>
                <a:rPr lang="en-US" sz="2000" b="1" kern="1200" dirty="0"/>
                <a:t>   </a:t>
              </a:r>
              <a:r>
                <a:rPr lang="en-US" sz="2000" kern="1200" dirty="0"/>
                <a:t>ne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20A043D-BDC2-C196-7912-C2F161C54705}"/>
              </a:ext>
            </a:extLst>
          </p:cNvPr>
          <p:cNvGrpSpPr/>
          <p:nvPr/>
        </p:nvGrpSpPr>
        <p:grpSpPr>
          <a:xfrm>
            <a:off x="394283" y="2859700"/>
            <a:ext cx="11403433" cy="726085"/>
            <a:chOff x="394283" y="2859700"/>
            <a:chExt cx="11403433" cy="72608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A19C2A-E836-8F4E-61EC-E5FF8C073298}"/>
                </a:ext>
              </a:extLst>
            </p:cNvPr>
            <p:cNvSpPr/>
            <p:nvPr/>
          </p:nvSpPr>
          <p:spPr>
            <a:xfrm>
              <a:off x="4499518" y="2932309"/>
              <a:ext cx="7298198" cy="580869"/>
            </a:xfrm>
            <a:custGeom>
              <a:avLst/>
              <a:gdLst>
                <a:gd name="csX0" fmla="*/ 96813 w 580868"/>
                <a:gd name="csY0" fmla="*/ 0 h 7298197"/>
                <a:gd name="csX1" fmla="*/ 484055 w 580868"/>
                <a:gd name="csY1" fmla="*/ 0 h 7298197"/>
                <a:gd name="csX2" fmla="*/ 580868 w 580868"/>
                <a:gd name="csY2" fmla="*/ 96813 h 7298197"/>
                <a:gd name="csX3" fmla="*/ 580868 w 580868"/>
                <a:gd name="csY3" fmla="*/ 7298197 h 7298197"/>
                <a:gd name="csX4" fmla="*/ 580868 w 580868"/>
                <a:gd name="csY4" fmla="*/ 7298197 h 7298197"/>
                <a:gd name="csX5" fmla="*/ 0 w 580868"/>
                <a:gd name="csY5" fmla="*/ 7298197 h 7298197"/>
                <a:gd name="csX6" fmla="*/ 0 w 580868"/>
                <a:gd name="csY6" fmla="*/ 7298197 h 7298197"/>
                <a:gd name="csX7" fmla="*/ 0 w 580868"/>
                <a:gd name="csY7" fmla="*/ 96813 h 7298197"/>
                <a:gd name="csX8" fmla="*/ 96813 w 580868"/>
                <a:gd name="csY8" fmla="*/ 0 h 7298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0868" h="7298197">
                  <a:moveTo>
                    <a:pt x="580868" y="1216391"/>
                  </a:moveTo>
                  <a:lnTo>
                    <a:pt x="580868" y="6081806"/>
                  </a:lnTo>
                  <a:cubicBezTo>
                    <a:pt x="580868" y="6753592"/>
                    <a:pt x="577418" y="7298191"/>
                    <a:pt x="573163" y="7298191"/>
                  </a:cubicBezTo>
                  <a:lnTo>
                    <a:pt x="0" y="7298191"/>
                  </a:lnTo>
                  <a:lnTo>
                    <a:pt x="0" y="7298191"/>
                  </a:lnTo>
                  <a:lnTo>
                    <a:pt x="0" y="6"/>
                  </a:lnTo>
                  <a:lnTo>
                    <a:pt x="0" y="6"/>
                  </a:lnTo>
                  <a:lnTo>
                    <a:pt x="573163" y="6"/>
                  </a:lnTo>
                  <a:cubicBezTo>
                    <a:pt x="577418" y="6"/>
                    <a:pt x="580868" y="544605"/>
                    <a:pt x="580868" y="1216391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8836" rIns="89316" bIns="58837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What happens if you have more than 1. </a:t>
              </a:r>
              <a:r>
                <a:rPr lang="en-US" sz="1600" i="1" kern="1200" dirty="0"/>
                <a:t>Many</a:t>
              </a:r>
              <a:endParaRPr lang="en-US" sz="1600" kern="12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87C993-E1AF-5FC6-33EE-8EC5746DE5E5}"/>
                </a:ext>
              </a:extLst>
            </p:cNvPr>
            <p:cNvSpPr/>
            <p:nvPr/>
          </p:nvSpPr>
          <p:spPr>
            <a:xfrm>
              <a:off x="394283" y="2859700"/>
              <a:ext cx="4105236" cy="726085"/>
            </a:xfrm>
            <a:custGeom>
              <a:avLst/>
              <a:gdLst>
                <a:gd name="csX0" fmla="*/ 0 w 4105236"/>
                <a:gd name="csY0" fmla="*/ 121017 h 726085"/>
                <a:gd name="csX1" fmla="*/ 121017 w 4105236"/>
                <a:gd name="csY1" fmla="*/ 0 h 726085"/>
                <a:gd name="csX2" fmla="*/ 3984219 w 4105236"/>
                <a:gd name="csY2" fmla="*/ 0 h 726085"/>
                <a:gd name="csX3" fmla="*/ 4105236 w 4105236"/>
                <a:gd name="csY3" fmla="*/ 121017 h 726085"/>
                <a:gd name="csX4" fmla="*/ 4105236 w 4105236"/>
                <a:gd name="csY4" fmla="*/ 605068 h 726085"/>
                <a:gd name="csX5" fmla="*/ 3984219 w 4105236"/>
                <a:gd name="csY5" fmla="*/ 726085 h 726085"/>
                <a:gd name="csX6" fmla="*/ 121017 w 4105236"/>
                <a:gd name="csY6" fmla="*/ 726085 h 726085"/>
                <a:gd name="csX7" fmla="*/ 0 w 4105236"/>
                <a:gd name="csY7" fmla="*/ 605068 h 726085"/>
                <a:gd name="csX8" fmla="*/ 0 w 4105236"/>
                <a:gd name="csY8" fmla="*/ 121017 h 726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05236" h="726085">
                  <a:moveTo>
                    <a:pt x="0" y="121017"/>
                  </a:moveTo>
                  <a:cubicBezTo>
                    <a:pt x="0" y="54181"/>
                    <a:pt x="54181" y="0"/>
                    <a:pt x="121017" y="0"/>
                  </a:cubicBezTo>
                  <a:lnTo>
                    <a:pt x="3984219" y="0"/>
                  </a:lnTo>
                  <a:cubicBezTo>
                    <a:pt x="4051055" y="0"/>
                    <a:pt x="4105236" y="54181"/>
                    <a:pt x="4105236" y="121017"/>
                  </a:cubicBezTo>
                  <a:lnTo>
                    <a:pt x="4105236" y="605068"/>
                  </a:lnTo>
                  <a:cubicBezTo>
                    <a:pt x="4105236" y="671904"/>
                    <a:pt x="4051055" y="726085"/>
                    <a:pt x="3984219" y="726085"/>
                  </a:cubicBezTo>
                  <a:lnTo>
                    <a:pt x="121017" y="726085"/>
                  </a:lnTo>
                  <a:cubicBezTo>
                    <a:pt x="54181" y="726085"/>
                    <a:pt x="0" y="671904"/>
                    <a:pt x="0" y="605068"/>
                  </a:cubicBezTo>
                  <a:lnTo>
                    <a:pt x="0" y="12101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645" tIns="73545" rIns="111645" bIns="73545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M</a:t>
              </a:r>
              <a:r>
                <a:rPr lang="en-US" sz="2000" b="1" kern="1200" dirty="0"/>
                <a:t>  </a:t>
              </a:r>
              <a:r>
                <a:rPr lang="en-US" sz="2000" kern="1200" dirty="0"/>
                <a:t>any (more complex)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A3B9FE-941D-63D9-41D6-40A424665A41}"/>
              </a:ext>
            </a:extLst>
          </p:cNvPr>
          <p:cNvGrpSpPr/>
          <p:nvPr/>
        </p:nvGrpSpPr>
        <p:grpSpPr>
          <a:xfrm>
            <a:off x="394283" y="3622090"/>
            <a:ext cx="11403433" cy="726085"/>
            <a:chOff x="394283" y="3622090"/>
            <a:chExt cx="11403433" cy="726085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6D260B2-1E5F-0656-BC85-6147366BB165}"/>
                </a:ext>
              </a:extLst>
            </p:cNvPr>
            <p:cNvSpPr/>
            <p:nvPr/>
          </p:nvSpPr>
          <p:spPr>
            <a:xfrm>
              <a:off x="4499518" y="3694699"/>
              <a:ext cx="7298198" cy="580869"/>
            </a:xfrm>
            <a:custGeom>
              <a:avLst/>
              <a:gdLst>
                <a:gd name="csX0" fmla="*/ 96813 w 580868"/>
                <a:gd name="csY0" fmla="*/ 0 h 7298197"/>
                <a:gd name="csX1" fmla="*/ 484055 w 580868"/>
                <a:gd name="csY1" fmla="*/ 0 h 7298197"/>
                <a:gd name="csX2" fmla="*/ 580868 w 580868"/>
                <a:gd name="csY2" fmla="*/ 96813 h 7298197"/>
                <a:gd name="csX3" fmla="*/ 580868 w 580868"/>
                <a:gd name="csY3" fmla="*/ 7298197 h 7298197"/>
                <a:gd name="csX4" fmla="*/ 580868 w 580868"/>
                <a:gd name="csY4" fmla="*/ 7298197 h 7298197"/>
                <a:gd name="csX5" fmla="*/ 0 w 580868"/>
                <a:gd name="csY5" fmla="*/ 7298197 h 7298197"/>
                <a:gd name="csX6" fmla="*/ 0 w 580868"/>
                <a:gd name="csY6" fmla="*/ 7298197 h 7298197"/>
                <a:gd name="csX7" fmla="*/ 0 w 580868"/>
                <a:gd name="csY7" fmla="*/ 96813 h 7298197"/>
                <a:gd name="csX8" fmla="*/ 96813 w 580868"/>
                <a:gd name="csY8" fmla="*/ 0 h 7298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0868" h="7298197">
                  <a:moveTo>
                    <a:pt x="580868" y="1216391"/>
                  </a:moveTo>
                  <a:lnTo>
                    <a:pt x="580868" y="6081806"/>
                  </a:lnTo>
                  <a:cubicBezTo>
                    <a:pt x="580868" y="6753592"/>
                    <a:pt x="577418" y="7298191"/>
                    <a:pt x="573163" y="7298191"/>
                  </a:cubicBezTo>
                  <a:lnTo>
                    <a:pt x="0" y="7298191"/>
                  </a:lnTo>
                  <a:lnTo>
                    <a:pt x="0" y="7298191"/>
                  </a:lnTo>
                  <a:lnTo>
                    <a:pt x="0" y="6"/>
                  </a:lnTo>
                  <a:lnTo>
                    <a:pt x="0" y="6"/>
                  </a:lnTo>
                  <a:lnTo>
                    <a:pt x="573163" y="6"/>
                  </a:lnTo>
                  <a:cubicBezTo>
                    <a:pt x="577418" y="6"/>
                    <a:pt x="580868" y="544605"/>
                    <a:pt x="580868" y="1216391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8836" rIns="89316" bIns="58837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Testing boundaries. </a:t>
              </a:r>
              <a:r>
                <a:rPr lang="en-US" sz="1600" kern="1200" dirty="0" err="1"/>
                <a:t>Behaviour</a:t>
              </a:r>
              <a:r>
                <a:rPr lang="en-US" sz="1600" kern="1200" dirty="0"/>
                <a:t> changes at boundaries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3AF6584-6969-EA36-B099-A9A76DF9D7B8}"/>
                </a:ext>
              </a:extLst>
            </p:cNvPr>
            <p:cNvSpPr/>
            <p:nvPr/>
          </p:nvSpPr>
          <p:spPr>
            <a:xfrm>
              <a:off x="394283" y="3622090"/>
              <a:ext cx="4105236" cy="726085"/>
            </a:xfrm>
            <a:custGeom>
              <a:avLst/>
              <a:gdLst>
                <a:gd name="csX0" fmla="*/ 0 w 4105236"/>
                <a:gd name="csY0" fmla="*/ 121017 h 726085"/>
                <a:gd name="csX1" fmla="*/ 121017 w 4105236"/>
                <a:gd name="csY1" fmla="*/ 0 h 726085"/>
                <a:gd name="csX2" fmla="*/ 3984219 w 4105236"/>
                <a:gd name="csY2" fmla="*/ 0 h 726085"/>
                <a:gd name="csX3" fmla="*/ 4105236 w 4105236"/>
                <a:gd name="csY3" fmla="*/ 121017 h 726085"/>
                <a:gd name="csX4" fmla="*/ 4105236 w 4105236"/>
                <a:gd name="csY4" fmla="*/ 605068 h 726085"/>
                <a:gd name="csX5" fmla="*/ 3984219 w 4105236"/>
                <a:gd name="csY5" fmla="*/ 726085 h 726085"/>
                <a:gd name="csX6" fmla="*/ 121017 w 4105236"/>
                <a:gd name="csY6" fmla="*/ 726085 h 726085"/>
                <a:gd name="csX7" fmla="*/ 0 w 4105236"/>
                <a:gd name="csY7" fmla="*/ 605068 h 726085"/>
                <a:gd name="csX8" fmla="*/ 0 w 4105236"/>
                <a:gd name="csY8" fmla="*/ 121017 h 726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05236" h="726085">
                  <a:moveTo>
                    <a:pt x="0" y="121017"/>
                  </a:moveTo>
                  <a:cubicBezTo>
                    <a:pt x="0" y="54181"/>
                    <a:pt x="54181" y="0"/>
                    <a:pt x="121017" y="0"/>
                  </a:cubicBezTo>
                  <a:lnTo>
                    <a:pt x="3984219" y="0"/>
                  </a:lnTo>
                  <a:cubicBezTo>
                    <a:pt x="4051055" y="0"/>
                    <a:pt x="4105236" y="54181"/>
                    <a:pt x="4105236" y="121017"/>
                  </a:cubicBezTo>
                  <a:lnTo>
                    <a:pt x="4105236" y="605068"/>
                  </a:lnTo>
                  <a:cubicBezTo>
                    <a:pt x="4105236" y="671904"/>
                    <a:pt x="4051055" y="726085"/>
                    <a:pt x="3984219" y="726085"/>
                  </a:cubicBezTo>
                  <a:lnTo>
                    <a:pt x="121017" y="726085"/>
                  </a:lnTo>
                  <a:cubicBezTo>
                    <a:pt x="54181" y="726085"/>
                    <a:pt x="0" y="671904"/>
                    <a:pt x="0" y="605068"/>
                  </a:cubicBezTo>
                  <a:lnTo>
                    <a:pt x="0" y="12101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645" tIns="73545" rIns="111645" bIns="73545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B</a:t>
              </a:r>
              <a:r>
                <a:rPr lang="en-US" sz="2000" b="1" kern="1200" dirty="0"/>
                <a:t>   </a:t>
              </a:r>
              <a:r>
                <a:rPr lang="en-US" sz="2000" kern="1200" dirty="0" err="1"/>
                <a:t>oundary</a:t>
              </a:r>
              <a:r>
                <a:rPr lang="en-US" sz="2000" kern="1200" dirty="0"/>
                <a:t> </a:t>
              </a:r>
              <a:r>
                <a:rPr lang="en-US" sz="2000" kern="1200" dirty="0" err="1"/>
                <a:t>behaviours</a:t>
              </a:r>
              <a:endParaRPr lang="en-US" sz="2000" kern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55309E-361E-2A80-E40F-96E681F8D4CE}"/>
              </a:ext>
            </a:extLst>
          </p:cNvPr>
          <p:cNvGrpSpPr/>
          <p:nvPr/>
        </p:nvGrpSpPr>
        <p:grpSpPr>
          <a:xfrm>
            <a:off x="394283" y="4384480"/>
            <a:ext cx="11403433" cy="726085"/>
            <a:chOff x="394283" y="4384480"/>
            <a:chExt cx="11403433" cy="72608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5622BDA-53D7-625C-8EA8-6DEE22D53B8B}"/>
                </a:ext>
              </a:extLst>
            </p:cNvPr>
            <p:cNvSpPr/>
            <p:nvPr/>
          </p:nvSpPr>
          <p:spPr>
            <a:xfrm>
              <a:off x="4499518" y="4457089"/>
              <a:ext cx="7298198" cy="580869"/>
            </a:xfrm>
            <a:custGeom>
              <a:avLst/>
              <a:gdLst>
                <a:gd name="csX0" fmla="*/ 96813 w 580868"/>
                <a:gd name="csY0" fmla="*/ 0 h 7298197"/>
                <a:gd name="csX1" fmla="*/ 484055 w 580868"/>
                <a:gd name="csY1" fmla="*/ 0 h 7298197"/>
                <a:gd name="csX2" fmla="*/ 580868 w 580868"/>
                <a:gd name="csY2" fmla="*/ 96813 h 7298197"/>
                <a:gd name="csX3" fmla="*/ 580868 w 580868"/>
                <a:gd name="csY3" fmla="*/ 7298197 h 7298197"/>
                <a:gd name="csX4" fmla="*/ 580868 w 580868"/>
                <a:gd name="csY4" fmla="*/ 7298197 h 7298197"/>
                <a:gd name="csX5" fmla="*/ 0 w 580868"/>
                <a:gd name="csY5" fmla="*/ 7298197 h 7298197"/>
                <a:gd name="csX6" fmla="*/ 0 w 580868"/>
                <a:gd name="csY6" fmla="*/ 7298197 h 7298197"/>
                <a:gd name="csX7" fmla="*/ 0 w 580868"/>
                <a:gd name="csY7" fmla="*/ 96813 h 7298197"/>
                <a:gd name="csX8" fmla="*/ 96813 w 580868"/>
                <a:gd name="csY8" fmla="*/ 0 h 7298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0868" h="7298197">
                  <a:moveTo>
                    <a:pt x="580868" y="1216391"/>
                  </a:moveTo>
                  <a:lnTo>
                    <a:pt x="580868" y="6081806"/>
                  </a:lnTo>
                  <a:cubicBezTo>
                    <a:pt x="580868" y="6753592"/>
                    <a:pt x="577418" y="7298191"/>
                    <a:pt x="573163" y="7298191"/>
                  </a:cubicBezTo>
                  <a:lnTo>
                    <a:pt x="0" y="7298191"/>
                  </a:lnTo>
                  <a:lnTo>
                    <a:pt x="0" y="7298191"/>
                  </a:lnTo>
                  <a:lnTo>
                    <a:pt x="0" y="6"/>
                  </a:lnTo>
                  <a:lnTo>
                    <a:pt x="0" y="6"/>
                  </a:lnTo>
                  <a:lnTo>
                    <a:pt x="573163" y="6"/>
                  </a:lnTo>
                  <a:cubicBezTo>
                    <a:pt x="577418" y="6"/>
                    <a:pt x="580868" y="544605"/>
                    <a:pt x="580868" y="1216391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8836" rIns="89316" bIns="58837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Test against public methods, the </a:t>
              </a:r>
              <a:r>
                <a:rPr lang="en-US" sz="1600" i="1" kern="1200" dirty="0"/>
                <a:t>interface</a:t>
              </a:r>
              <a:r>
                <a:rPr lang="en-US" sz="1600" kern="1200" dirty="0"/>
                <a:t> of your unit of behavior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35F55F-C5E9-0EA3-ABD1-7DA6853B54CB}"/>
                </a:ext>
              </a:extLst>
            </p:cNvPr>
            <p:cNvSpPr/>
            <p:nvPr/>
          </p:nvSpPr>
          <p:spPr>
            <a:xfrm>
              <a:off x="394283" y="4384480"/>
              <a:ext cx="4105236" cy="726085"/>
            </a:xfrm>
            <a:custGeom>
              <a:avLst/>
              <a:gdLst>
                <a:gd name="csX0" fmla="*/ 0 w 4105236"/>
                <a:gd name="csY0" fmla="*/ 121017 h 726085"/>
                <a:gd name="csX1" fmla="*/ 121017 w 4105236"/>
                <a:gd name="csY1" fmla="*/ 0 h 726085"/>
                <a:gd name="csX2" fmla="*/ 3984219 w 4105236"/>
                <a:gd name="csY2" fmla="*/ 0 h 726085"/>
                <a:gd name="csX3" fmla="*/ 4105236 w 4105236"/>
                <a:gd name="csY3" fmla="*/ 121017 h 726085"/>
                <a:gd name="csX4" fmla="*/ 4105236 w 4105236"/>
                <a:gd name="csY4" fmla="*/ 605068 h 726085"/>
                <a:gd name="csX5" fmla="*/ 3984219 w 4105236"/>
                <a:gd name="csY5" fmla="*/ 726085 h 726085"/>
                <a:gd name="csX6" fmla="*/ 121017 w 4105236"/>
                <a:gd name="csY6" fmla="*/ 726085 h 726085"/>
                <a:gd name="csX7" fmla="*/ 0 w 4105236"/>
                <a:gd name="csY7" fmla="*/ 605068 h 726085"/>
                <a:gd name="csX8" fmla="*/ 0 w 4105236"/>
                <a:gd name="csY8" fmla="*/ 121017 h 726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05236" h="726085">
                  <a:moveTo>
                    <a:pt x="0" y="121017"/>
                  </a:moveTo>
                  <a:cubicBezTo>
                    <a:pt x="0" y="54181"/>
                    <a:pt x="54181" y="0"/>
                    <a:pt x="121017" y="0"/>
                  </a:cubicBezTo>
                  <a:lnTo>
                    <a:pt x="3984219" y="0"/>
                  </a:lnTo>
                  <a:cubicBezTo>
                    <a:pt x="4051055" y="0"/>
                    <a:pt x="4105236" y="54181"/>
                    <a:pt x="4105236" y="121017"/>
                  </a:cubicBezTo>
                  <a:lnTo>
                    <a:pt x="4105236" y="605068"/>
                  </a:lnTo>
                  <a:cubicBezTo>
                    <a:pt x="4105236" y="671904"/>
                    <a:pt x="4051055" y="726085"/>
                    <a:pt x="3984219" y="726085"/>
                  </a:cubicBezTo>
                  <a:lnTo>
                    <a:pt x="121017" y="726085"/>
                  </a:lnTo>
                  <a:cubicBezTo>
                    <a:pt x="54181" y="726085"/>
                    <a:pt x="0" y="671904"/>
                    <a:pt x="0" y="605068"/>
                  </a:cubicBezTo>
                  <a:lnTo>
                    <a:pt x="0" y="12101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645" tIns="73545" rIns="111645" bIns="73545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I</a:t>
              </a:r>
              <a:r>
                <a:rPr lang="en-US" sz="2000" b="1" kern="1200" dirty="0"/>
                <a:t>    </a:t>
              </a:r>
              <a:r>
                <a:rPr lang="en-US" sz="2000" kern="1200" dirty="0" err="1"/>
                <a:t>nterfaces</a:t>
              </a:r>
              <a:endParaRPr lang="en-US" sz="2000" kern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30FB908-8E4B-C74B-08AE-8EF922238DC4}"/>
              </a:ext>
            </a:extLst>
          </p:cNvPr>
          <p:cNvGrpSpPr/>
          <p:nvPr/>
        </p:nvGrpSpPr>
        <p:grpSpPr>
          <a:xfrm>
            <a:off x="394283" y="5146870"/>
            <a:ext cx="11403433" cy="726085"/>
            <a:chOff x="394283" y="5146870"/>
            <a:chExt cx="11403433" cy="726085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8180D80-282D-8B32-BB24-FC59DFA55CCE}"/>
                </a:ext>
              </a:extLst>
            </p:cNvPr>
            <p:cNvSpPr/>
            <p:nvPr/>
          </p:nvSpPr>
          <p:spPr>
            <a:xfrm>
              <a:off x="4499518" y="5219478"/>
              <a:ext cx="7298198" cy="580869"/>
            </a:xfrm>
            <a:custGeom>
              <a:avLst/>
              <a:gdLst>
                <a:gd name="csX0" fmla="*/ 96813 w 580868"/>
                <a:gd name="csY0" fmla="*/ 0 h 7298197"/>
                <a:gd name="csX1" fmla="*/ 484055 w 580868"/>
                <a:gd name="csY1" fmla="*/ 0 h 7298197"/>
                <a:gd name="csX2" fmla="*/ 580868 w 580868"/>
                <a:gd name="csY2" fmla="*/ 96813 h 7298197"/>
                <a:gd name="csX3" fmla="*/ 580868 w 580868"/>
                <a:gd name="csY3" fmla="*/ 7298197 h 7298197"/>
                <a:gd name="csX4" fmla="*/ 580868 w 580868"/>
                <a:gd name="csY4" fmla="*/ 7298197 h 7298197"/>
                <a:gd name="csX5" fmla="*/ 0 w 580868"/>
                <a:gd name="csY5" fmla="*/ 7298197 h 7298197"/>
                <a:gd name="csX6" fmla="*/ 0 w 580868"/>
                <a:gd name="csY6" fmla="*/ 7298197 h 7298197"/>
                <a:gd name="csX7" fmla="*/ 0 w 580868"/>
                <a:gd name="csY7" fmla="*/ 96813 h 7298197"/>
                <a:gd name="csX8" fmla="*/ 96813 w 580868"/>
                <a:gd name="csY8" fmla="*/ 0 h 7298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0868" h="7298197">
                  <a:moveTo>
                    <a:pt x="580868" y="1216391"/>
                  </a:moveTo>
                  <a:lnTo>
                    <a:pt x="580868" y="6081806"/>
                  </a:lnTo>
                  <a:cubicBezTo>
                    <a:pt x="580868" y="6753592"/>
                    <a:pt x="577418" y="7298191"/>
                    <a:pt x="573163" y="7298191"/>
                  </a:cubicBezTo>
                  <a:lnTo>
                    <a:pt x="0" y="7298191"/>
                  </a:lnTo>
                  <a:lnTo>
                    <a:pt x="0" y="7298191"/>
                  </a:lnTo>
                  <a:lnTo>
                    <a:pt x="0" y="6"/>
                  </a:lnTo>
                  <a:lnTo>
                    <a:pt x="0" y="6"/>
                  </a:lnTo>
                  <a:lnTo>
                    <a:pt x="573163" y="6"/>
                  </a:lnTo>
                  <a:cubicBezTo>
                    <a:pt x="577418" y="6"/>
                    <a:pt x="580868" y="544605"/>
                    <a:pt x="580868" y="1216391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8836" rIns="89316" bIns="58837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Consider failure scenarios, not only happy paths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DB3A661-F7A7-38C5-2D80-7173C9BE3BDC}"/>
                </a:ext>
              </a:extLst>
            </p:cNvPr>
            <p:cNvSpPr/>
            <p:nvPr/>
          </p:nvSpPr>
          <p:spPr>
            <a:xfrm>
              <a:off x="394283" y="5146870"/>
              <a:ext cx="4105236" cy="726085"/>
            </a:xfrm>
            <a:custGeom>
              <a:avLst/>
              <a:gdLst>
                <a:gd name="csX0" fmla="*/ 0 w 4105236"/>
                <a:gd name="csY0" fmla="*/ 121017 h 726085"/>
                <a:gd name="csX1" fmla="*/ 121017 w 4105236"/>
                <a:gd name="csY1" fmla="*/ 0 h 726085"/>
                <a:gd name="csX2" fmla="*/ 3984219 w 4105236"/>
                <a:gd name="csY2" fmla="*/ 0 h 726085"/>
                <a:gd name="csX3" fmla="*/ 4105236 w 4105236"/>
                <a:gd name="csY3" fmla="*/ 121017 h 726085"/>
                <a:gd name="csX4" fmla="*/ 4105236 w 4105236"/>
                <a:gd name="csY4" fmla="*/ 605068 h 726085"/>
                <a:gd name="csX5" fmla="*/ 3984219 w 4105236"/>
                <a:gd name="csY5" fmla="*/ 726085 h 726085"/>
                <a:gd name="csX6" fmla="*/ 121017 w 4105236"/>
                <a:gd name="csY6" fmla="*/ 726085 h 726085"/>
                <a:gd name="csX7" fmla="*/ 0 w 4105236"/>
                <a:gd name="csY7" fmla="*/ 605068 h 726085"/>
                <a:gd name="csX8" fmla="*/ 0 w 4105236"/>
                <a:gd name="csY8" fmla="*/ 121017 h 726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05236" h="726085">
                  <a:moveTo>
                    <a:pt x="0" y="121017"/>
                  </a:moveTo>
                  <a:cubicBezTo>
                    <a:pt x="0" y="54181"/>
                    <a:pt x="54181" y="0"/>
                    <a:pt x="121017" y="0"/>
                  </a:cubicBezTo>
                  <a:lnTo>
                    <a:pt x="3984219" y="0"/>
                  </a:lnTo>
                  <a:cubicBezTo>
                    <a:pt x="4051055" y="0"/>
                    <a:pt x="4105236" y="54181"/>
                    <a:pt x="4105236" y="121017"/>
                  </a:cubicBezTo>
                  <a:lnTo>
                    <a:pt x="4105236" y="605068"/>
                  </a:lnTo>
                  <a:cubicBezTo>
                    <a:pt x="4105236" y="671904"/>
                    <a:pt x="4051055" y="726085"/>
                    <a:pt x="3984219" y="726085"/>
                  </a:cubicBezTo>
                  <a:lnTo>
                    <a:pt x="121017" y="726085"/>
                  </a:lnTo>
                  <a:cubicBezTo>
                    <a:pt x="54181" y="726085"/>
                    <a:pt x="0" y="671904"/>
                    <a:pt x="0" y="605068"/>
                  </a:cubicBezTo>
                  <a:lnTo>
                    <a:pt x="0" y="12101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645" tIns="73545" rIns="111645" bIns="73545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</a:rPr>
                <a:t>E</a:t>
              </a:r>
              <a:r>
                <a:rPr lang="en-US" sz="2000" b="1" kern="1200" dirty="0"/>
                <a:t>    </a:t>
              </a:r>
              <a:r>
                <a:rPr lang="en-US" sz="2000" kern="1200" dirty="0" err="1"/>
                <a:t>xceptions</a:t>
              </a:r>
              <a:endParaRPr lang="en-US" sz="2000" kern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B60B5E-F763-3D68-FE4D-CEC292404DAB}"/>
              </a:ext>
            </a:extLst>
          </p:cNvPr>
          <p:cNvGrpSpPr/>
          <p:nvPr/>
        </p:nvGrpSpPr>
        <p:grpSpPr>
          <a:xfrm>
            <a:off x="394283" y="5909260"/>
            <a:ext cx="11403433" cy="726085"/>
            <a:chOff x="394283" y="5909260"/>
            <a:chExt cx="11403433" cy="72608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3AA3E7A-3022-0FA4-2A74-A4026F448267}"/>
                </a:ext>
              </a:extLst>
            </p:cNvPr>
            <p:cNvSpPr/>
            <p:nvPr/>
          </p:nvSpPr>
          <p:spPr>
            <a:xfrm>
              <a:off x="4499518" y="5981868"/>
              <a:ext cx="7298198" cy="580869"/>
            </a:xfrm>
            <a:custGeom>
              <a:avLst/>
              <a:gdLst>
                <a:gd name="csX0" fmla="*/ 96813 w 580868"/>
                <a:gd name="csY0" fmla="*/ 0 h 7298197"/>
                <a:gd name="csX1" fmla="*/ 484055 w 580868"/>
                <a:gd name="csY1" fmla="*/ 0 h 7298197"/>
                <a:gd name="csX2" fmla="*/ 580868 w 580868"/>
                <a:gd name="csY2" fmla="*/ 96813 h 7298197"/>
                <a:gd name="csX3" fmla="*/ 580868 w 580868"/>
                <a:gd name="csY3" fmla="*/ 7298197 h 7298197"/>
                <a:gd name="csX4" fmla="*/ 580868 w 580868"/>
                <a:gd name="csY4" fmla="*/ 7298197 h 7298197"/>
                <a:gd name="csX5" fmla="*/ 0 w 580868"/>
                <a:gd name="csY5" fmla="*/ 7298197 h 7298197"/>
                <a:gd name="csX6" fmla="*/ 0 w 580868"/>
                <a:gd name="csY6" fmla="*/ 7298197 h 7298197"/>
                <a:gd name="csX7" fmla="*/ 0 w 580868"/>
                <a:gd name="csY7" fmla="*/ 96813 h 7298197"/>
                <a:gd name="csX8" fmla="*/ 96813 w 580868"/>
                <a:gd name="csY8" fmla="*/ 0 h 7298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80868" h="7298197">
                  <a:moveTo>
                    <a:pt x="580868" y="1216391"/>
                  </a:moveTo>
                  <a:lnTo>
                    <a:pt x="580868" y="6081806"/>
                  </a:lnTo>
                  <a:cubicBezTo>
                    <a:pt x="580868" y="6753592"/>
                    <a:pt x="577418" y="7298191"/>
                    <a:pt x="573163" y="7298191"/>
                  </a:cubicBezTo>
                  <a:lnTo>
                    <a:pt x="0" y="7298191"/>
                  </a:lnTo>
                  <a:lnTo>
                    <a:pt x="0" y="7298191"/>
                  </a:lnTo>
                  <a:lnTo>
                    <a:pt x="0" y="6"/>
                  </a:lnTo>
                  <a:lnTo>
                    <a:pt x="0" y="6"/>
                  </a:lnTo>
                  <a:lnTo>
                    <a:pt x="573163" y="6"/>
                  </a:lnTo>
                  <a:cubicBezTo>
                    <a:pt x="577418" y="6"/>
                    <a:pt x="580868" y="544605"/>
                    <a:pt x="580868" y="1216391"/>
                  </a:cubicBezTo>
                  <a:close/>
                </a:path>
              </a:pathLst>
            </a:custGeom>
          </p:spPr>
          <p:style>
            <a:ln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1" tIns="58836" rIns="89316" bIns="58837" numCol="1" spcCol="1270" anchor="ctr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kern="1200" dirty="0"/>
                <a:t>Keep your tests simple. </a:t>
              </a:r>
              <a:r>
                <a:rPr lang="en-US" sz="1600" b="1" kern="1200" dirty="0"/>
                <a:t>Don’t do multiple acts</a:t>
              </a:r>
              <a:r>
                <a:rPr lang="en-US" sz="1600" kern="1200" dirty="0"/>
                <a:t>, minimize the number of asserts.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76C7C5-1AAB-5DF3-5058-99FE1F480171}"/>
                </a:ext>
              </a:extLst>
            </p:cNvPr>
            <p:cNvSpPr/>
            <p:nvPr/>
          </p:nvSpPr>
          <p:spPr>
            <a:xfrm>
              <a:off x="394283" y="5909260"/>
              <a:ext cx="4105236" cy="726085"/>
            </a:xfrm>
            <a:custGeom>
              <a:avLst/>
              <a:gdLst>
                <a:gd name="csX0" fmla="*/ 0 w 4105236"/>
                <a:gd name="csY0" fmla="*/ 121017 h 726085"/>
                <a:gd name="csX1" fmla="*/ 121017 w 4105236"/>
                <a:gd name="csY1" fmla="*/ 0 h 726085"/>
                <a:gd name="csX2" fmla="*/ 3984219 w 4105236"/>
                <a:gd name="csY2" fmla="*/ 0 h 726085"/>
                <a:gd name="csX3" fmla="*/ 4105236 w 4105236"/>
                <a:gd name="csY3" fmla="*/ 121017 h 726085"/>
                <a:gd name="csX4" fmla="*/ 4105236 w 4105236"/>
                <a:gd name="csY4" fmla="*/ 605068 h 726085"/>
                <a:gd name="csX5" fmla="*/ 3984219 w 4105236"/>
                <a:gd name="csY5" fmla="*/ 726085 h 726085"/>
                <a:gd name="csX6" fmla="*/ 121017 w 4105236"/>
                <a:gd name="csY6" fmla="*/ 726085 h 726085"/>
                <a:gd name="csX7" fmla="*/ 0 w 4105236"/>
                <a:gd name="csY7" fmla="*/ 605068 h 726085"/>
                <a:gd name="csX8" fmla="*/ 0 w 4105236"/>
                <a:gd name="csY8" fmla="*/ 121017 h 726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105236" h="726085">
                  <a:moveTo>
                    <a:pt x="0" y="121017"/>
                  </a:moveTo>
                  <a:cubicBezTo>
                    <a:pt x="0" y="54181"/>
                    <a:pt x="54181" y="0"/>
                    <a:pt x="121017" y="0"/>
                  </a:cubicBezTo>
                  <a:lnTo>
                    <a:pt x="3984219" y="0"/>
                  </a:lnTo>
                  <a:cubicBezTo>
                    <a:pt x="4051055" y="0"/>
                    <a:pt x="4105236" y="54181"/>
                    <a:pt x="4105236" y="121017"/>
                  </a:cubicBezTo>
                  <a:lnTo>
                    <a:pt x="4105236" y="605068"/>
                  </a:lnTo>
                  <a:cubicBezTo>
                    <a:pt x="4105236" y="671904"/>
                    <a:pt x="4051055" y="726085"/>
                    <a:pt x="3984219" y="726085"/>
                  </a:cubicBezTo>
                  <a:lnTo>
                    <a:pt x="121017" y="726085"/>
                  </a:lnTo>
                  <a:cubicBezTo>
                    <a:pt x="54181" y="726085"/>
                    <a:pt x="0" y="671904"/>
                    <a:pt x="0" y="605068"/>
                  </a:cubicBezTo>
                  <a:lnTo>
                    <a:pt x="0" y="121017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1645" tIns="73545" rIns="111645" bIns="73545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kern="1200" dirty="0">
                  <a:solidFill>
                    <a:schemeClr val="tx1"/>
                  </a:solidFill>
                </a:rPr>
                <a:t>S</a:t>
              </a:r>
              <a:endParaRPr lang="en-US" sz="3200" kern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A904B11-82C6-86CA-47AC-DCE1C324BC9F}"/>
                </a:ext>
              </a:extLst>
            </p:cNvPr>
            <p:cNvSpPr txBox="1"/>
            <p:nvPr/>
          </p:nvSpPr>
          <p:spPr>
            <a:xfrm>
              <a:off x="781124" y="5938739"/>
              <a:ext cx="6096000" cy="6894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 err="1">
                  <a:solidFill>
                    <a:schemeClr val="bg1"/>
                  </a:solidFill>
                </a:rPr>
                <a:t>imple</a:t>
              </a:r>
              <a:r>
                <a:rPr lang="en-US" kern="1200" dirty="0">
                  <a:solidFill>
                    <a:schemeClr val="bg1"/>
                  </a:solidFill>
                </a:rPr>
                <a:t> scenarios 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 err="1">
                  <a:solidFill>
                    <a:schemeClr val="bg1"/>
                  </a:solidFill>
                </a:rPr>
                <a:t>imple</a:t>
              </a:r>
              <a:r>
                <a:rPr lang="en-US" kern="1200" dirty="0">
                  <a:solidFill>
                    <a:schemeClr val="bg1"/>
                  </a:solidFill>
                </a:rPr>
                <a:t> solutions</a:t>
              </a:r>
              <a:endParaRPr lang="en-US" sz="20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C8B94C-5A97-D81E-AB79-F5ACFCCAD336}"/>
              </a:ext>
            </a:extLst>
          </p:cNvPr>
          <p:cNvCxnSpPr/>
          <p:nvPr/>
        </p:nvCxnSpPr>
        <p:spPr>
          <a:xfrm>
            <a:off x="781125" y="1212744"/>
            <a:ext cx="0" cy="55446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52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640E-AB8E-695D-0D5F-742FBFF6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C266DA-DCD4-6BBB-7CB8-D0A472F84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Boundary</a:t>
            </a:r>
            <a:r>
              <a:rPr lang="da-DK" dirty="0"/>
              <a:t> </a:t>
            </a:r>
            <a:r>
              <a:rPr lang="da-DK" dirty="0" err="1"/>
              <a:t>value</a:t>
            </a:r>
            <a:r>
              <a:rPr lang="da-DK" dirty="0"/>
              <a:t> </a:t>
            </a:r>
            <a:r>
              <a:rPr lang="da-DK" dirty="0" err="1"/>
              <a:t>analysis</a:t>
            </a:r>
            <a:br>
              <a:rPr lang="da-DK" dirty="0"/>
            </a:br>
            <a:r>
              <a:rPr lang="da-DK" dirty="0" err="1"/>
              <a:t>Equivalence</a:t>
            </a:r>
            <a:r>
              <a:rPr lang="da-DK" dirty="0"/>
              <a:t> </a:t>
            </a:r>
            <a:r>
              <a:rPr lang="da-DK" dirty="0" err="1"/>
              <a:t>partitioning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C713A-2447-3100-FE1A-07B46EECF2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4500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C1EFD-BB7E-8134-9A28-D9516B04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89086-C1DA-8B4F-0557-000B4C994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27429"/>
            <a:ext cx="11813310" cy="2713051"/>
          </a:xfrm>
        </p:spPr>
        <p:txBody>
          <a:bodyPr/>
          <a:lstStyle/>
          <a:p>
            <a:r>
              <a:rPr lang="da-DK" dirty="0" err="1"/>
              <a:t>Your</a:t>
            </a:r>
            <a:r>
              <a:rPr lang="da-DK" dirty="0"/>
              <a:t> system </a:t>
            </a:r>
            <a:r>
              <a:rPr lang="da-DK" dirty="0" err="1"/>
              <a:t>changes</a:t>
            </a:r>
            <a:r>
              <a:rPr lang="da-DK" dirty="0"/>
              <a:t> </a:t>
            </a:r>
            <a:r>
              <a:rPr lang="da-DK" dirty="0" err="1"/>
              <a:t>behaviour</a:t>
            </a:r>
            <a:r>
              <a:rPr lang="da-DK" dirty="0"/>
              <a:t> at ”</a:t>
            </a:r>
            <a:r>
              <a:rPr lang="da-DK" dirty="0" err="1"/>
              <a:t>boundaries</a:t>
            </a:r>
            <a:r>
              <a:rPr lang="da-DK" dirty="0"/>
              <a:t>”</a:t>
            </a:r>
          </a:p>
          <a:p>
            <a:r>
              <a:rPr lang="da-DK" dirty="0"/>
              <a:t>Valid input: [1, 100]</a:t>
            </a:r>
          </a:p>
          <a:p>
            <a:pPr lvl="1"/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happens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input is 0?</a:t>
            </a:r>
          </a:p>
          <a:p>
            <a:pPr lvl="1"/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happens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input is 1?</a:t>
            </a:r>
          </a:p>
          <a:p>
            <a:pPr lvl="1"/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happens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input is 100?</a:t>
            </a:r>
          </a:p>
          <a:p>
            <a:pPr lvl="1"/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happens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input is 101?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D5DCCB2-E4F3-2DFA-4D09-B325C61C0A2D}"/>
              </a:ext>
            </a:extLst>
          </p:cNvPr>
          <p:cNvCxnSpPr/>
          <p:nvPr/>
        </p:nvCxnSpPr>
        <p:spPr>
          <a:xfrm>
            <a:off x="1280160" y="5280660"/>
            <a:ext cx="9631680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EB0BF4-568B-6C3B-A137-5F66C54BA69F}"/>
              </a:ext>
            </a:extLst>
          </p:cNvPr>
          <p:cNvGrpSpPr/>
          <p:nvPr/>
        </p:nvGrpSpPr>
        <p:grpSpPr>
          <a:xfrm>
            <a:off x="2468880" y="4720828"/>
            <a:ext cx="308098" cy="727472"/>
            <a:chOff x="2468880" y="4720828"/>
            <a:chExt cx="308098" cy="72747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E6C6B4B-E41D-5CB9-F97C-CA369189DA36}"/>
                </a:ext>
              </a:extLst>
            </p:cNvPr>
            <p:cNvCxnSpPr/>
            <p:nvPr/>
          </p:nvCxnSpPr>
          <p:spPr>
            <a:xfrm>
              <a:off x="2621280" y="5090160"/>
              <a:ext cx="0" cy="35814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5A146F-FF25-C37B-932E-1785A5122FAB}"/>
                </a:ext>
              </a:extLst>
            </p:cNvPr>
            <p:cNvSpPr txBox="1"/>
            <p:nvPr/>
          </p:nvSpPr>
          <p:spPr>
            <a:xfrm>
              <a:off x="2468880" y="4720828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DA1257-F458-D1D3-8A6F-E1AB5DED5AE1}"/>
              </a:ext>
            </a:extLst>
          </p:cNvPr>
          <p:cNvGrpSpPr/>
          <p:nvPr/>
        </p:nvGrpSpPr>
        <p:grpSpPr>
          <a:xfrm>
            <a:off x="8858762" y="4720828"/>
            <a:ext cx="620518" cy="727472"/>
            <a:chOff x="8858762" y="4720828"/>
            <a:chExt cx="620518" cy="7274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0F2B40E-F7A3-732F-B8A8-84EC3918DD94}"/>
                </a:ext>
              </a:extLst>
            </p:cNvPr>
            <p:cNvCxnSpPr/>
            <p:nvPr/>
          </p:nvCxnSpPr>
          <p:spPr>
            <a:xfrm>
              <a:off x="9166860" y="5090160"/>
              <a:ext cx="0" cy="35814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3843B5-3A41-20F8-EEAB-9B3D8B3C8B58}"/>
                </a:ext>
              </a:extLst>
            </p:cNvPr>
            <p:cNvSpPr txBox="1"/>
            <p:nvPr/>
          </p:nvSpPr>
          <p:spPr>
            <a:xfrm>
              <a:off x="8858762" y="4720828"/>
              <a:ext cx="6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/>
                  </a:solidFill>
                </a:rPr>
                <a:t>100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525A26-8B0E-1AB5-D8B8-170BA04D44BC}"/>
              </a:ext>
            </a:extLst>
          </p:cNvPr>
          <p:cNvGrpSpPr/>
          <p:nvPr/>
        </p:nvGrpSpPr>
        <p:grpSpPr>
          <a:xfrm>
            <a:off x="1455420" y="5593080"/>
            <a:ext cx="2220160" cy="937260"/>
            <a:chOff x="1455420" y="5593080"/>
            <a:chExt cx="2220160" cy="93726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8FCEF76-FEA6-BA9E-E9F0-3BBF380B2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3A8562-85A1-BF0C-BD7C-3C9696DC7A33}"/>
                </a:ext>
              </a:extLst>
            </p:cNvPr>
            <p:cNvSpPr txBox="1"/>
            <p:nvPr/>
          </p:nvSpPr>
          <p:spPr>
            <a:xfrm>
              <a:off x="1455420" y="6161008"/>
              <a:ext cx="2220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</a:rPr>
                <a:t>Change in </a:t>
              </a:r>
              <a:r>
                <a:rPr lang="da-DK" dirty="0" err="1">
                  <a:solidFill>
                    <a:srgbClr val="FF0000"/>
                  </a:solidFill>
                </a:rPr>
                <a:t>behaviour</a:t>
              </a:r>
              <a:endParaRPr lang="da-DK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ECB8DD1-1606-0EBD-25C7-2B39E4F1C7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126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F7FD17-F23A-4455-2C5F-CE6FE9A36CEB}"/>
              </a:ext>
            </a:extLst>
          </p:cNvPr>
          <p:cNvGrpSpPr/>
          <p:nvPr/>
        </p:nvGrpSpPr>
        <p:grpSpPr>
          <a:xfrm>
            <a:off x="8049160" y="5593080"/>
            <a:ext cx="2220160" cy="937260"/>
            <a:chOff x="8049160" y="5593080"/>
            <a:chExt cx="2220160" cy="93726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079AF7E-8CD8-0AEB-0820-B539D1EAA4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926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D3146ED-BDBE-55A8-B89D-5B3FECC1F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924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B07D63-44E7-8266-2AE2-56F07599BCB0}"/>
                </a:ext>
              </a:extLst>
            </p:cNvPr>
            <p:cNvSpPr txBox="1"/>
            <p:nvPr/>
          </p:nvSpPr>
          <p:spPr>
            <a:xfrm>
              <a:off x="8049160" y="6161008"/>
              <a:ext cx="2220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</a:rPr>
                <a:t>Change in </a:t>
              </a:r>
              <a:r>
                <a:rPr lang="da-DK" dirty="0" err="1">
                  <a:solidFill>
                    <a:srgbClr val="FF0000"/>
                  </a:solidFill>
                </a:rPr>
                <a:t>behaviour</a:t>
              </a:r>
              <a:endParaRPr lang="da-DK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431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691B3-C183-35FE-D5DE-FEDA537D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BA55-CA18-2658-99DA-B2826F3C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Ranges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A2FC47-9388-3DF8-3087-EDB4DA971EF6}"/>
              </a:ext>
            </a:extLst>
          </p:cNvPr>
          <p:cNvCxnSpPr/>
          <p:nvPr/>
        </p:nvCxnSpPr>
        <p:spPr>
          <a:xfrm>
            <a:off x="1280160" y="5280660"/>
            <a:ext cx="9631680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3ED061-4DEA-E732-654A-23A849D61D95}"/>
              </a:ext>
            </a:extLst>
          </p:cNvPr>
          <p:cNvGrpSpPr/>
          <p:nvPr/>
        </p:nvGrpSpPr>
        <p:grpSpPr>
          <a:xfrm>
            <a:off x="2468880" y="4720828"/>
            <a:ext cx="308098" cy="727472"/>
            <a:chOff x="2468880" y="4720828"/>
            <a:chExt cx="308098" cy="72747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9262BA4-6440-90DE-A70E-17A6A1AF04FF}"/>
                </a:ext>
              </a:extLst>
            </p:cNvPr>
            <p:cNvCxnSpPr/>
            <p:nvPr/>
          </p:nvCxnSpPr>
          <p:spPr>
            <a:xfrm>
              <a:off x="2621280" y="5090160"/>
              <a:ext cx="0" cy="35814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712194-2D80-6475-E3E8-F53B55761353}"/>
                </a:ext>
              </a:extLst>
            </p:cNvPr>
            <p:cNvSpPr txBox="1"/>
            <p:nvPr/>
          </p:nvSpPr>
          <p:spPr>
            <a:xfrm>
              <a:off x="2468880" y="4720828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3B1DFF-F37C-514B-ED21-0A0A5FBBBC88}"/>
              </a:ext>
            </a:extLst>
          </p:cNvPr>
          <p:cNvGrpSpPr/>
          <p:nvPr/>
        </p:nvGrpSpPr>
        <p:grpSpPr>
          <a:xfrm>
            <a:off x="8858762" y="4720828"/>
            <a:ext cx="620518" cy="727472"/>
            <a:chOff x="8858762" y="4720828"/>
            <a:chExt cx="620518" cy="7274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7B52B39-56AC-ECD2-DE48-BD03E55EB6E6}"/>
                </a:ext>
              </a:extLst>
            </p:cNvPr>
            <p:cNvCxnSpPr/>
            <p:nvPr/>
          </p:nvCxnSpPr>
          <p:spPr>
            <a:xfrm>
              <a:off x="9166860" y="5090160"/>
              <a:ext cx="0" cy="35814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8B99AF-AA17-9B56-BC89-953FD84363CB}"/>
                </a:ext>
              </a:extLst>
            </p:cNvPr>
            <p:cNvSpPr txBox="1"/>
            <p:nvPr/>
          </p:nvSpPr>
          <p:spPr>
            <a:xfrm>
              <a:off x="8858762" y="4720828"/>
              <a:ext cx="6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/>
                  </a:solidFill>
                </a:rPr>
                <a:t>100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B6959A-563D-08EF-C307-0F43CD6108CA}"/>
              </a:ext>
            </a:extLst>
          </p:cNvPr>
          <p:cNvGrpSpPr/>
          <p:nvPr/>
        </p:nvGrpSpPr>
        <p:grpSpPr>
          <a:xfrm>
            <a:off x="1455420" y="5593080"/>
            <a:ext cx="2220160" cy="937260"/>
            <a:chOff x="1455420" y="5593080"/>
            <a:chExt cx="2220160" cy="93726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EA728E2-03B3-DDBC-9791-1793743576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E9C406-022D-F514-6C0D-EAC8B00621D2}"/>
                </a:ext>
              </a:extLst>
            </p:cNvPr>
            <p:cNvSpPr txBox="1"/>
            <p:nvPr/>
          </p:nvSpPr>
          <p:spPr>
            <a:xfrm>
              <a:off x="1455420" y="6161008"/>
              <a:ext cx="2220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</a:rPr>
                <a:t>Change in </a:t>
              </a:r>
              <a:r>
                <a:rPr lang="da-DK" dirty="0" err="1">
                  <a:solidFill>
                    <a:srgbClr val="FF0000"/>
                  </a:solidFill>
                </a:rPr>
                <a:t>behaviour</a:t>
              </a:r>
              <a:endParaRPr lang="da-DK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9EC05B5-B79F-2E35-448B-DD267D4E7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126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9917FF-49AF-0218-9FAB-2688A4B7546B}"/>
              </a:ext>
            </a:extLst>
          </p:cNvPr>
          <p:cNvGrpSpPr/>
          <p:nvPr/>
        </p:nvGrpSpPr>
        <p:grpSpPr>
          <a:xfrm>
            <a:off x="8049160" y="5593080"/>
            <a:ext cx="2220160" cy="937260"/>
            <a:chOff x="8049160" y="5593080"/>
            <a:chExt cx="2220160" cy="93726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517979D-1B15-16CD-E479-DABA3DFEB3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926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2DDF048-270F-A49B-5194-73CC8B4319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924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12A902-EACB-B8DC-9AF2-AD4F4E65F774}"/>
                </a:ext>
              </a:extLst>
            </p:cNvPr>
            <p:cNvSpPr txBox="1"/>
            <p:nvPr/>
          </p:nvSpPr>
          <p:spPr>
            <a:xfrm>
              <a:off x="8049160" y="6161008"/>
              <a:ext cx="2220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</a:rPr>
                <a:t>Change in </a:t>
              </a:r>
              <a:r>
                <a:rPr lang="da-DK" dirty="0" err="1">
                  <a:solidFill>
                    <a:srgbClr val="FF0000"/>
                  </a:solidFill>
                </a:rPr>
                <a:t>behaviour</a:t>
              </a:r>
              <a:endParaRPr lang="da-DK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Left Brace 12">
            <a:extLst>
              <a:ext uri="{FF2B5EF4-FFF2-40B4-BE49-F238E27FC236}">
                <a16:creationId xmlns:a16="http://schemas.microsoft.com/office/drawing/2014/main" id="{81356EC0-83F6-4178-D52B-2461E5666F24}"/>
              </a:ext>
            </a:extLst>
          </p:cNvPr>
          <p:cNvSpPr/>
          <p:nvPr/>
        </p:nvSpPr>
        <p:spPr>
          <a:xfrm rot="5400000">
            <a:off x="5585460" y="1042154"/>
            <a:ext cx="609600" cy="6537960"/>
          </a:xfrm>
          <a:prstGeom prst="leftBrac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40713-3BDD-D31E-E9F7-75CFBEFA4836}"/>
              </a:ext>
            </a:extLst>
          </p:cNvPr>
          <p:cNvSpPr txBox="1"/>
          <p:nvPr/>
        </p:nvSpPr>
        <p:spPr>
          <a:xfrm>
            <a:off x="3390900" y="2067342"/>
            <a:ext cx="5410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Do I </a:t>
            </a:r>
            <a:r>
              <a:rPr lang="da-DK" sz="4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need</a:t>
            </a:r>
            <a:r>
              <a:rPr lang="da-DK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test cases to cover </a:t>
            </a:r>
            <a:r>
              <a:rPr lang="da-DK" sz="40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all</a:t>
            </a:r>
            <a:r>
              <a:rPr lang="da-DK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input </a:t>
            </a:r>
            <a:r>
              <a:rPr lang="da-DK" sz="4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between</a:t>
            </a:r>
            <a:r>
              <a:rPr lang="da-DK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2 and 99?</a:t>
            </a:r>
          </a:p>
        </p:txBody>
      </p:sp>
    </p:spTree>
    <p:extLst>
      <p:ext uri="{BB962C8B-B14F-4D97-AF65-F5344CB8AC3E}">
        <p14:creationId xmlns:p14="http://schemas.microsoft.com/office/powerpoint/2010/main" val="340119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4F07-0AF6-59F3-144C-E786D7A2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5B49-A7D4-64D7-6790-C1926EFC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92F97-211C-6037-5ECC-93D51C2DF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Select a </a:t>
            </a:r>
            <a:r>
              <a:rPr lang="da-DK" dirty="0" err="1"/>
              <a:t>few</a:t>
            </a:r>
            <a:r>
              <a:rPr lang="da-DK" dirty="0"/>
              <a:t> </a:t>
            </a:r>
            <a:r>
              <a:rPr lang="da-DK" dirty="0" err="1"/>
              <a:t>representatives</a:t>
            </a:r>
            <a:r>
              <a:rPr lang="da-DK" dirty="0"/>
              <a:t> from </a:t>
            </a:r>
            <a:r>
              <a:rPr lang="da-DK" dirty="0" err="1"/>
              <a:t>each</a:t>
            </a:r>
            <a:r>
              <a:rPr lang="da-DK" dirty="0"/>
              <a:t> ”partition”</a:t>
            </a:r>
          </a:p>
          <a:p>
            <a:r>
              <a:rPr lang="da-DK" dirty="0" err="1"/>
              <a:t>Behaviour</a:t>
            </a:r>
            <a:r>
              <a:rPr lang="da-DK" dirty="0"/>
              <a:t> </a:t>
            </a:r>
            <a:r>
              <a:rPr lang="da-DK" i="1" dirty="0" err="1"/>
              <a:t>within</a:t>
            </a:r>
            <a:r>
              <a:rPr lang="da-DK" i="1" dirty="0"/>
              <a:t> </a:t>
            </a:r>
            <a:r>
              <a:rPr lang="da-DK" dirty="0"/>
              <a:t>a partition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the same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2929E5-DF83-DD9D-F7EC-91113E3CD4FA}"/>
              </a:ext>
            </a:extLst>
          </p:cNvPr>
          <p:cNvCxnSpPr/>
          <p:nvPr/>
        </p:nvCxnSpPr>
        <p:spPr>
          <a:xfrm>
            <a:off x="1280160" y="5280660"/>
            <a:ext cx="9631680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77015A-9EAF-96EC-0DB1-87890C2C760C}"/>
              </a:ext>
            </a:extLst>
          </p:cNvPr>
          <p:cNvGrpSpPr/>
          <p:nvPr/>
        </p:nvGrpSpPr>
        <p:grpSpPr>
          <a:xfrm>
            <a:off x="2468880" y="4720828"/>
            <a:ext cx="308098" cy="727472"/>
            <a:chOff x="2468880" y="4720828"/>
            <a:chExt cx="308098" cy="72747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28BC9E0-811A-940C-E854-95A626B50456}"/>
                </a:ext>
              </a:extLst>
            </p:cNvPr>
            <p:cNvCxnSpPr/>
            <p:nvPr/>
          </p:nvCxnSpPr>
          <p:spPr>
            <a:xfrm>
              <a:off x="2621280" y="5090160"/>
              <a:ext cx="0" cy="35814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889EBC-C3A7-6594-7F15-A860B84A5FC6}"/>
                </a:ext>
              </a:extLst>
            </p:cNvPr>
            <p:cNvSpPr txBox="1"/>
            <p:nvPr/>
          </p:nvSpPr>
          <p:spPr>
            <a:xfrm>
              <a:off x="2468880" y="4720828"/>
              <a:ext cx="308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D8F805-EDCC-6256-C82F-E5FD9A8C1CC0}"/>
              </a:ext>
            </a:extLst>
          </p:cNvPr>
          <p:cNvGrpSpPr/>
          <p:nvPr/>
        </p:nvGrpSpPr>
        <p:grpSpPr>
          <a:xfrm>
            <a:off x="8858762" y="4720828"/>
            <a:ext cx="620518" cy="727472"/>
            <a:chOff x="8858762" y="4720828"/>
            <a:chExt cx="620518" cy="72747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83DD3EB-F307-1FF0-06FB-2CCE13616930}"/>
                </a:ext>
              </a:extLst>
            </p:cNvPr>
            <p:cNvCxnSpPr/>
            <p:nvPr/>
          </p:nvCxnSpPr>
          <p:spPr>
            <a:xfrm>
              <a:off x="9166860" y="5090160"/>
              <a:ext cx="0" cy="35814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3FD0AA4-329A-0A84-E42A-00FF360A5015}"/>
                </a:ext>
              </a:extLst>
            </p:cNvPr>
            <p:cNvSpPr txBox="1"/>
            <p:nvPr/>
          </p:nvSpPr>
          <p:spPr>
            <a:xfrm>
              <a:off x="8858762" y="4720828"/>
              <a:ext cx="6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/>
                  </a:solidFill>
                </a:rPr>
                <a:t>100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FFFDFB-08BC-3500-161E-9DD9F1B86A35}"/>
              </a:ext>
            </a:extLst>
          </p:cNvPr>
          <p:cNvGrpSpPr/>
          <p:nvPr/>
        </p:nvGrpSpPr>
        <p:grpSpPr>
          <a:xfrm>
            <a:off x="1455420" y="5593080"/>
            <a:ext cx="2220160" cy="937260"/>
            <a:chOff x="1455420" y="5593080"/>
            <a:chExt cx="2220160" cy="93726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D6752DB-A06D-F239-061B-D883CE1C0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128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F48ADA-EA44-78FF-6EB6-504E2CDCD5AC}"/>
                </a:ext>
              </a:extLst>
            </p:cNvPr>
            <p:cNvSpPr txBox="1"/>
            <p:nvPr/>
          </p:nvSpPr>
          <p:spPr>
            <a:xfrm>
              <a:off x="1455420" y="6161008"/>
              <a:ext cx="2220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</a:rPr>
                <a:t>Change in </a:t>
              </a:r>
              <a:r>
                <a:rPr lang="da-DK" dirty="0" err="1">
                  <a:solidFill>
                    <a:srgbClr val="FF0000"/>
                  </a:solidFill>
                </a:rPr>
                <a:t>behaviour</a:t>
              </a:r>
              <a:endParaRPr lang="da-DK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03CDCE2-1F7F-9EAD-0E5B-AA4980D649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126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2E1608D-7642-F0D0-006C-EB1D58B1ED5B}"/>
              </a:ext>
            </a:extLst>
          </p:cNvPr>
          <p:cNvGrpSpPr/>
          <p:nvPr/>
        </p:nvGrpSpPr>
        <p:grpSpPr>
          <a:xfrm>
            <a:off x="8049160" y="5593080"/>
            <a:ext cx="2220160" cy="937260"/>
            <a:chOff x="8049160" y="5593080"/>
            <a:chExt cx="2220160" cy="93726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FD90439-E44B-059B-803B-A208201BB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926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774B8F3-83AB-9733-4A30-80C43E59B7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9240" y="5593080"/>
              <a:ext cx="0" cy="35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1D5834-78C5-C83B-EF4F-209A29827F74}"/>
                </a:ext>
              </a:extLst>
            </p:cNvPr>
            <p:cNvSpPr txBox="1"/>
            <p:nvPr/>
          </p:nvSpPr>
          <p:spPr>
            <a:xfrm>
              <a:off x="8049160" y="6161008"/>
              <a:ext cx="2220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rgbClr val="FF0000"/>
                  </a:solidFill>
                </a:rPr>
                <a:t>Change in </a:t>
              </a:r>
              <a:r>
                <a:rPr lang="da-DK" dirty="0" err="1">
                  <a:solidFill>
                    <a:srgbClr val="FF0000"/>
                  </a:solidFill>
                </a:rPr>
                <a:t>behaviour</a:t>
              </a:r>
              <a:endParaRPr lang="da-DK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Left Brace 12">
            <a:extLst>
              <a:ext uri="{FF2B5EF4-FFF2-40B4-BE49-F238E27FC236}">
                <a16:creationId xmlns:a16="http://schemas.microsoft.com/office/drawing/2014/main" id="{A5A2225B-EC34-875B-E865-73E3DB059499}"/>
              </a:ext>
            </a:extLst>
          </p:cNvPr>
          <p:cNvSpPr/>
          <p:nvPr/>
        </p:nvSpPr>
        <p:spPr>
          <a:xfrm rot="5400000">
            <a:off x="5585460" y="1042154"/>
            <a:ext cx="609600" cy="6537960"/>
          </a:xfrm>
          <a:prstGeom prst="leftBrace">
            <a:avLst>
              <a:gd name="adj1" fmla="val 44583"/>
              <a:gd name="adj2" fmla="val 50000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BE616900-16FE-61DD-6D12-7059D3C29C50}"/>
              </a:ext>
            </a:extLst>
          </p:cNvPr>
          <p:cNvSpPr/>
          <p:nvPr/>
        </p:nvSpPr>
        <p:spPr>
          <a:xfrm rot="5400000">
            <a:off x="-952500" y="1042154"/>
            <a:ext cx="609600" cy="6537960"/>
          </a:xfrm>
          <a:prstGeom prst="leftBrace">
            <a:avLst>
              <a:gd name="adj1" fmla="val 44583"/>
              <a:gd name="adj2" fmla="val 170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FF0000"/>
              </a:solidFill>
            </a:endParaRP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58283855-F9BC-A01B-6741-4CB727F4BC9F}"/>
              </a:ext>
            </a:extLst>
          </p:cNvPr>
          <p:cNvSpPr/>
          <p:nvPr/>
        </p:nvSpPr>
        <p:spPr>
          <a:xfrm rot="16200000" flipH="1">
            <a:off x="12131040" y="1042154"/>
            <a:ext cx="609600" cy="6537960"/>
          </a:xfrm>
          <a:prstGeom prst="leftBrace">
            <a:avLst>
              <a:gd name="adj1" fmla="val 44583"/>
              <a:gd name="adj2" fmla="val 17016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DF64B3-8380-CC27-78AE-3D58492B3A12}"/>
              </a:ext>
            </a:extLst>
          </p:cNvPr>
          <p:cNvCxnSpPr>
            <a:cxnSpLocks/>
          </p:cNvCxnSpPr>
          <p:nvPr/>
        </p:nvCxnSpPr>
        <p:spPr>
          <a:xfrm>
            <a:off x="1539240" y="3009900"/>
            <a:ext cx="0" cy="2194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3CC4DE-817A-C27C-1253-424B86440F0B}"/>
              </a:ext>
            </a:extLst>
          </p:cNvPr>
          <p:cNvCxnSpPr>
            <a:cxnSpLocks/>
          </p:cNvCxnSpPr>
          <p:nvPr/>
        </p:nvCxnSpPr>
        <p:spPr>
          <a:xfrm>
            <a:off x="4130040" y="3009900"/>
            <a:ext cx="0" cy="2194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EE6AED-AC73-929A-D6A8-7D67EA80EE0E}"/>
              </a:ext>
            </a:extLst>
          </p:cNvPr>
          <p:cNvCxnSpPr>
            <a:cxnSpLocks/>
          </p:cNvCxnSpPr>
          <p:nvPr/>
        </p:nvCxnSpPr>
        <p:spPr>
          <a:xfrm>
            <a:off x="6377940" y="3009900"/>
            <a:ext cx="0" cy="2194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1DDA5C9-E60D-2A27-ADB4-D1A1DBA75A58}"/>
              </a:ext>
            </a:extLst>
          </p:cNvPr>
          <p:cNvCxnSpPr>
            <a:cxnSpLocks/>
          </p:cNvCxnSpPr>
          <p:nvPr/>
        </p:nvCxnSpPr>
        <p:spPr>
          <a:xfrm>
            <a:off x="7909560" y="3009900"/>
            <a:ext cx="0" cy="2194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EB92B3-891F-196B-135E-07DC1ACED205}"/>
              </a:ext>
            </a:extLst>
          </p:cNvPr>
          <p:cNvCxnSpPr>
            <a:cxnSpLocks/>
          </p:cNvCxnSpPr>
          <p:nvPr/>
        </p:nvCxnSpPr>
        <p:spPr>
          <a:xfrm>
            <a:off x="10195560" y="3009900"/>
            <a:ext cx="0" cy="2194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3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035F-6D37-435A-A9FB-454A37CB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7BEDF-B469-5949-7922-471F56CF3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Read more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in learning </a:t>
            </a:r>
            <a:r>
              <a:rPr lang="da-DK" dirty="0" err="1"/>
              <a:t>paths</a:t>
            </a:r>
            <a:r>
              <a:rPr lang="da-DK" dirty="0"/>
              <a:t>:</a:t>
            </a:r>
          </a:p>
          <a:p>
            <a:r>
              <a:rPr lang="da-DK" dirty="0" err="1"/>
              <a:t>Boundary</a:t>
            </a:r>
            <a:r>
              <a:rPr lang="da-DK" dirty="0"/>
              <a:t> Value Analysis</a:t>
            </a:r>
          </a:p>
          <a:p>
            <a:r>
              <a:rPr lang="da-DK" dirty="0" err="1"/>
              <a:t>Equivalence</a:t>
            </a:r>
            <a:r>
              <a:rPr lang="da-DK" dirty="0"/>
              <a:t> </a:t>
            </a:r>
            <a:r>
              <a:rPr lang="da-DK" dirty="0" err="1"/>
              <a:t>Partitioning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85297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9712-F2B2-24CC-CF1E-1ECAE503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6910-4021-E0BB-6F32-6DCEF4DC982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6DA09-3B3E-5A99-83D3-A50ACE388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V-model</a:t>
            </a:r>
          </a:p>
          <a:p>
            <a:r>
              <a:rPr lang="en-US" dirty="0"/>
              <a:t>What is a unit test</a:t>
            </a:r>
          </a:p>
          <a:p>
            <a:r>
              <a:rPr lang="en-US" dirty="0"/>
              <a:t>What is JUnit6</a:t>
            </a:r>
          </a:p>
          <a:p>
            <a:r>
              <a:rPr lang="en-US" dirty="0"/>
              <a:t>What is a good unit test?</a:t>
            </a:r>
          </a:p>
          <a:p>
            <a:pPr lvl="1"/>
            <a:r>
              <a:rPr lang="en-US" dirty="0"/>
              <a:t>F.I.R.S.T.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AAA</a:t>
            </a:r>
          </a:p>
          <a:p>
            <a:pPr lvl="1"/>
            <a:r>
              <a:rPr lang="en-US" dirty="0"/>
              <a:t>Black/white box testing</a:t>
            </a:r>
          </a:p>
          <a:p>
            <a:r>
              <a:rPr lang="en-US" dirty="0"/>
              <a:t>Testing strategies</a:t>
            </a:r>
          </a:p>
          <a:p>
            <a:pPr lvl="1"/>
            <a:r>
              <a:rPr lang="en-US" dirty="0"/>
              <a:t>ZOMBIES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Equivalence partitioning</a:t>
            </a:r>
          </a:p>
          <a:p>
            <a:r>
              <a:rPr lang="en-US" dirty="0"/>
              <a:t>How to test logic</a:t>
            </a:r>
          </a:p>
          <a:p>
            <a:pPr lvl="1"/>
            <a:r>
              <a:rPr lang="en-US" dirty="0"/>
              <a:t>Service classes</a:t>
            </a:r>
          </a:p>
          <a:p>
            <a:pPr lvl="1"/>
            <a:r>
              <a:rPr lang="en-US" dirty="0"/>
              <a:t>Mocking dependencies</a:t>
            </a:r>
          </a:p>
          <a:p>
            <a:r>
              <a:rPr lang="en-US" dirty="0"/>
              <a:t>Assignment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5424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2EAAA-D967-FC1F-9299-B38B8A2A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644127-2EB8-E0BD-2EE0-0B7F84ACF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Services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F049118-CAA3-4841-8A67-0E2C6F69E1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5652240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8E53-9036-4410-0F28-66A4F0EFA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Testing</a:t>
            </a:r>
            <a:r>
              <a:rPr lang="da-DK" dirty="0"/>
              <a:t> the </a:t>
            </a:r>
            <a:r>
              <a:rPr lang="da-DK" dirty="0" err="1"/>
              <a:t>logic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2A9E-4ABD-D75A-0037-2514F904A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Your</a:t>
            </a:r>
            <a:r>
              <a:rPr lang="da-DK" dirty="0"/>
              <a:t> service </a:t>
            </a:r>
            <a:r>
              <a:rPr lang="da-DK" dirty="0" err="1"/>
              <a:t>classes</a:t>
            </a:r>
            <a:r>
              <a:rPr lang="da-DK" dirty="0"/>
              <a:t> </a:t>
            </a:r>
            <a:r>
              <a:rPr lang="da-DK" dirty="0" err="1"/>
              <a:t>contains</a:t>
            </a:r>
            <a:r>
              <a:rPr lang="da-DK" dirty="0"/>
              <a:t>, or </a:t>
            </a:r>
            <a:r>
              <a:rPr lang="da-DK" dirty="0" err="1"/>
              <a:t>executes</a:t>
            </a:r>
            <a:r>
              <a:rPr lang="da-DK" dirty="0"/>
              <a:t>, the </a:t>
            </a:r>
            <a:r>
              <a:rPr lang="da-DK" dirty="0" err="1"/>
              <a:t>logic</a:t>
            </a:r>
            <a:r>
              <a:rPr lang="da-DK" dirty="0"/>
              <a:t> of the system</a:t>
            </a:r>
          </a:p>
          <a:p>
            <a:r>
              <a:rPr lang="da-DK" dirty="0"/>
              <a:t>It </a:t>
            </a:r>
            <a:r>
              <a:rPr lang="da-DK" dirty="0" err="1"/>
              <a:t>makes</a:t>
            </a:r>
            <a:r>
              <a:rPr lang="da-DK" dirty="0"/>
              <a:t> sense to </a:t>
            </a:r>
            <a:r>
              <a:rPr lang="da-DK" dirty="0" err="1"/>
              <a:t>keep</a:t>
            </a:r>
            <a:r>
              <a:rPr lang="da-DK" dirty="0"/>
              <a:t> </a:t>
            </a:r>
            <a:r>
              <a:rPr lang="da-DK" dirty="0" err="1"/>
              <a:t>these</a:t>
            </a:r>
            <a:r>
              <a:rPr lang="da-DK" dirty="0"/>
              <a:t> under tests,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confident</a:t>
            </a:r>
            <a:r>
              <a:rPr lang="da-DK" dirty="0"/>
              <a:t> the ”</a:t>
            </a:r>
            <a:r>
              <a:rPr lang="da-DK" dirty="0" err="1"/>
              <a:t>brain</a:t>
            </a:r>
            <a:r>
              <a:rPr lang="da-DK" dirty="0"/>
              <a:t>” of the system </a:t>
            </a:r>
            <a:r>
              <a:rPr lang="da-DK" b="1" i="1" dirty="0" err="1"/>
              <a:t>works</a:t>
            </a:r>
            <a:r>
              <a:rPr lang="da-DK" b="1" i="1" dirty="0"/>
              <a:t>!</a:t>
            </a:r>
            <a:endParaRPr lang="da-DK" i="1" dirty="0"/>
          </a:p>
        </p:txBody>
      </p:sp>
    </p:spTree>
    <p:extLst>
      <p:ext uri="{BB962C8B-B14F-4D97-AF65-F5344CB8AC3E}">
        <p14:creationId xmlns:p14="http://schemas.microsoft.com/office/powerpoint/2010/main" val="2714384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13F863-CF94-7A1D-4BB4-38654C6A607F}"/>
              </a:ext>
            </a:extLst>
          </p:cNvPr>
          <p:cNvSpPr/>
          <p:nvPr/>
        </p:nvSpPr>
        <p:spPr>
          <a:xfrm>
            <a:off x="4884420" y="232409"/>
            <a:ext cx="1927860" cy="7162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Unit test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817E4-AF21-F837-2DFD-A6E0EA0F110B}"/>
              </a:ext>
            </a:extLst>
          </p:cNvPr>
          <p:cNvSpPr/>
          <p:nvPr/>
        </p:nvSpPr>
        <p:spPr>
          <a:xfrm>
            <a:off x="7917180" y="259077"/>
            <a:ext cx="1760220" cy="12230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Service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427FEA-D437-ACF2-A22C-E089FB4A7E22}"/>
              </a:ext>
            </a:extLst>
          </p:cNvPr>
          <p:cNvSpPr/>
          <p:nvPr/>
        </p:nvSpPr>
        <p:spPr>
          <a:xfrm>
            <a:off x="8141970" y="2484119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&lt;&lt;DAO&gt;&gt;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C2CD3-20D9-BD42-3890-52BA24D6D730}"/>
              </a:ext>
            </a:extLst>
          </p:cNvPr>
          <p:cNvSpPr/>
          <p:nvPr/>
        </p:nvSpPr>
        <p:spPr>
          <a:xfrm>
            <a:off x="10607040" y="483869"/>
            <a:ext cx="1295400" cy="67854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Entity</a:t>
            </a:r>
            <a:endParaRPr lang="da-DK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BF5D7841-3A86-500A-D1BE-B39D443445DB}"/>
              </a:ext>
            </a:extLst>
          </p:cNvPr>
          <p:cNvSpPr/>
          <p:nvPr/>
        </p:nvSpPr>
        <p:spPr>
          <a:xfrm rot="16200000">
            <a:off x="8414384" y="4730118"/>
            <a:ext cx="861060" cy="1405889"/>
          </a:xfrm>
          <a:prstGeom prst="foldedCorner">
            <a:avLst>
              <a:gd name="adj" fmla="val 325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2832AE-DA61-D6B9-F777-DE816C235172}"/>
              </a:ext>
            </a:extLst>
          </p:cNvPr>
          <p:cNvSpPr/>
          <p:nvPr/>
        </p:nvSpPr>
        <p:spPr>
          <a:xfrm>
            <a:off x="7726681" y="3928111"/>
            <a:ext cx="217931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</a:t>
            </a:r>
            <a:r>
              <a:rPr lang="da-DK" dirty="0" err="1"/>
              <a:t>UoW</a:t>
            </a:r>
            <a:r>
              <a:rPr lang="da-DK" dirty="0"/>
              <a:t>&gt;&gt;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8E2046C-61A5-D1BA-9455-CA4E1A9B3FE3}"/>
              </a:ext>
            </a:extLst>
          </p:cNvPr>
          <p:cNvGrpSpPr/>
          <p:nvPr/>
        </p:nvGrpSpPr>
        <p:grpSpPr>
          <a:xfrm>
            <a:off x="6812280" y="323211"/>
            <a:ext cx="1021080" cy="194310"/>
            <a:chOff x="6812280" y="323211"/>
            <a:chExt cx="1021080" cy="19431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D43B788-7815-9042-659D-7543C65A59B6}"/>
                </a:ext>
              </a:extLst>
            </p:cNvPr>
            <p:cNvCxnSpPr>
              <a:cxnSpLocks/>
            </p:cNvCxnSpPr>
            <p:nvPr/>
          </p:nvCxnSpPr>
          <p:spPr>
            <a:xfrm>
              <a:off x="6812280" y="422909"/>
              <a:ext cx="102108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5EBA3D9-EB56-94A5-CC88-3B8A1CE170EF}"/>
                </a:ext>
              </a:extLst>
            </p:cNvPr>
            <p:cNvSpPr/>
            <p:nvPr/>
          </p:nvSpPr>
          <p:spPr>
            <a:xfrm>
              <a:off x="7225665" y="323211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  <a:endParaRPr lang="da-DK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6FAE638-8EB4-63C7-F18A-7ECDBD8EBA11}"/>
              </a:ext>
            </a:extLst>
          </p:cNvPr>
          <p:cNvGrpSpPr/>
          <p:nvPr/>
        </p:nvGrpSpPr>
        <p:grpSpPr>
          <a:xfrm>
            <a:off x="7812406" y="1558289"/>
            <a:ext cx="194310" cy="2369822"/>
            <a:chOff x="7812406" y="1558289"/>
            <a:chExt cx="194310" cy="236982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965D385-2056-0311-EABC-0865E66863CD}"/>
                </a:ext>
              </a:extLst>
            </p:cNvPr>
            <p:cNvCxnSpPr>
              <a:cxnSpLocks/>
            </p:cNvCxnSpPr>
            <p:nvPr/>
          </p:nvCxnSpPr>
          <p:spPr>
            <a:xfrm>
              <a:off x="7917180" y="1558289"/>
              <a:ext cx="0" cy="2369822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A8A719-6806-76BE-7125-60B9B937FCD5}"/>
                </a:ext>
              </a:extLst>
            </p:cNvPr>
            <p:cNvSpPr/>
            <p:nvPr/>
          </p:nvSpPr>
          <p:spPr>
            <a:xfrm>
              <a:off x="7812406" y="1742436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  <a:endParaRPr lang="da-DK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08F6E66-0C37-A72B-B6EA-741FB6074B65}"/>
              </a:ext>
            </a:extLst>
          </p:cNvPr>
          <p:cNvGrpSpPr/>
          <p:nvPr/>
        </p:nvGrpSpPr>
        <p:grpSpPr>
          <a:xfrm>
            <a:off x="8119587" y="1558289"/>
            <a:ext cx="194310" cy="868680"/>
            <a:chOff x="8119587" y="1558289"/>
            <a:chExt cx="194310" cy="86868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70B3942-B1F7-987F-402F-09E8C03361BB}"/>
                </a:ext>
              </a:extLst>
            </p:cNvPr>
            <p:cNvCxnSpPr>
              <a:cxnSpLocks/>
            </p:cNvCxnSpPr>
            <p:nvPr/>
          </p:nvCxnSpPr>
          <p:spPr>
            <a:xfrm>
              <a:off x="8225790" y="155828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3CC36E7-313E-9960-C690-172BDE683D52}"/>
                </a:ext>
              </a:extLst>
            </p:cNvPr>
            <p:cNvSpPr/>
            <p:nvPr/>
          </p:nvSpPr>
          <p:spPr>
            <a:xfrm>
              <a:off x="8119587" y="1742436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  <a:endParaRPr lang="da-DK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182A3E2-2CB1-A7AA-F719-13E2FB05A856}"/>
              </a:ext>
            </a:extLst>
          </p:cNvPr>
          <p:cNvGrpSpPr/>
          <p:nvPr/>
        </p:nvGrpSpPr>
        <p:grpSpPr>
          <a:xfrm>
            <a:off x="8182930" y="3059431"/>
            <a:ext cx="194310" cy="868680"/>
            <a:chOff x="8182930" y="3059431"/>
            <a:chExt cx="194310" cy="868680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C032D19-F0E3-FB07-7BAC-AFADB956B75C}"/>
                </a:ext>
              </a:extLst>
            </p:cNvPr>
            <p:cNvCxnSpPr>
              <a:cxnSpLocks/>
            </p:cNvCxnSpPr>
            <p:nvPr/>
          </p:nvCxnSpPr>
          <p:spPr>
            <a:xfrm>
              <a:off x="8290563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C411CC4-FFEC-10D9-CDD3-D0ADB0D23BCA}"/>
                </a:ext>
              </a:extLst>
            </p:cNvPr>
            <p:cNvSpPr/>
            <p:nvPr/>
          </p:nvSpPr>
          <p:spPr>
            <a:xfrm>
              <a:off x="8182930" y="3230881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  <a:endParaRPr lang="da-DK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922065C-9556-A943-2E6D-B476747AF597}"/>
              </a:ext>
            </a:extLst>
          </p:cNvPr>
          <p:cNvGrpSpPr/>
          <p:nvPr/>
        </p:nvGrpSpPr>
        <p:grpSpPr>
          <a:xfrm>
            <a:off x="8238649" y="4488178"/>
            <a:ext cx="194310" cy="502918"/>
            <a:chOff x="8238649" y="4488178"/>
            <a:chExt cx="194310" cy="50291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0ABF5AF-686C-386F-99AC-0938E4DCA6F1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4488178"/>
              <a:ext cx="0" cy="502918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D1AC96E-F254-2D2D-2304-4A73DE9E5659}"/>
                </a:ext>
              </a:extLst>
            </p:cNvPr>
            <p:cNvSpPr/>
            <p:nvPr/>
          </p:nvSpPr>
          <p:spPr>
            <a:xfrm>
              <a:off x="8238649" y="4551044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  <a:endParaRPr lang="da-DK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707A459-D19A-D9CC-369B-793B2709536E}"/>
              </a:ext>
            </a:extLst>
          </p:cNvPr>
          <p:cNvGrpSpPr/>
          <p:nvPr/>
        </p:nvGrpSpPr>
        <p:grpSpPr>
          <a:xfrm>
            <a:off x="8410575" y="4488178"/>
            <a:ext cx="194310" cy="502918"/>
            <a:chOff x="8410575" y="4488178"/>
            <a:chExt cx="194310" cy="50291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C7165F0-C037-AA06-217F-E8C95B6686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07730" y="4488178"/>
              <a:ext cx="0" cy="502918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A9CFB65-9207-6CCE-01F8-D6B4E4C96A84}"/>
                </a:ext>
              </a:extLst>
            </p:cNvPr>
            <p:cNvSpPr/>
            <p:nvPr/>
          </p:nvSpPr>
          <p:spPr>
            <a:xfrm>
              <a:off x="8410575" y="4756790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6</a:t>
              </a:r>
              <a:endParaRPr lang="da-DK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F60CD57-48E4-FA46-CE7F-CDC52A770D44}"/>
              </a:ext>
            </a:extLst>
          </p:cNvPr>
          <p:cNvGrpSpPr/>
          <p:nvPr/>
        </p:nvGrpSpPr>
        <p:grpSpPr>
          <a:xfrm>
            <a:off x="8466774" y="3059431"/>
            <a:ext cx="194310" cy="868680"/>
            <a:chOff x="8466774" y="3059431"/>
            <a:chExt cx="194310" cy="868680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D4C20B9-23A9-60AD-FC67-C6A85310D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7263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3531317-DCC8-35BC-CD37-36F451DB25DE}"/>
                </a:ext>
              </a:extLst>
            </p:cNvPr>
            <p:cNvSpPr/>
            <p:nvPr/>
          </p:nvSpPr>
          <p:spPr>
            <a:xfrm>
              <a:off x="8466774" y="3565592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7</a:t>
              </a:r>
              <a:endParaRPr lang="da-DK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0409B41-16EB-E9A7-C877-864B0E91335A}"/>
              </a:ext>
            </a:extLst>
          </p:cNvPr>
          <p:cNvGrpSpPr/>
          <p:nvPr/>
        </p:nvGrpSpPr>
        <p:grpSpPr>
          <a:xfrm>
            <a:off x="8382001" y="1558289"/>
            <a:ext cx="194310" cy="868680"/>
            <a:chOff x="8382001" y="1558289"/>
            <a:chExt cx="194310" cy="86868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C4D62E5-89CF-51E6-6188-C8D8DB815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2490" y="155828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8A0E1AE-A285-BADD-D1A1-75B6F3D3F2D3}"/>
                </a:ext>
              </a:extLst>
            </p:cNvPr>
            <p:cNvSpPr/>
            <p:nvPr/>
          </p:nvSpPr>
          <p:spPr>
            <a:xfrm>
              <a:off x="8382001" y="2078356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8</a:t>
              </a:r>
              <a:endParaRPr lang="da-DK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8F3B0F9-F904-7F8C-43BF-01F195721329}"/>
              </a:ext>
            </a:extLst>
          </p:cNvPr>
          <p:cNvGrpSpPr/>
          <p:nvPr/>
        </p:nvGrpSpPr>
        <p:grpSpPr>
          <a:xfrm>
            <a:off x="9677400" y="590549"/>
            <a:ext cx="868680" cy="194310"/>
            <a:chOff x="9677400" y="590549"/>
            <a:chExt cx="868680" cy="19431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8CA5F8B-9CCD-5053-CDB1-A3E6C28650A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111740" y="24764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B12C74C-A009-75ED-B27B-881CFA3DDCD3}"/>
                </a:ext>
              </a:extLst>
            </p:cNvPr>
            <p:cNvSpPr/>
            <p:nvPr/>
          </p:nvSpPr>
          <p:spPr>
            <a:xfrm>
              <a:off x="9969819" y="590549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</a:t>
              </a:r>
              <a:endParaRPr lang="da-DK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007E97-6B0E-F195-C5C6-0A095EBC2A85}"/>
              </a:ext>
            </a:extLst>
          </p:cNvPr>
          <p:cNvGrpSpPr/>
          <p:nvPr/>
        </p:nvGrpSpPr>
        <p:grpSpPr>
          <a:xfrm>
            <a:off x="8790844" y="1558289"/>
            <a:ext cx="348172" cy="868680"/>
            <a:chOff x="8790844" y="1558289"/>
            <a:chExt cx="348172" cy="86868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B5CA47-BDB0-D439-7BFD-F4A009492A30}"/>
                </a:ext>
              </a:extLst>
            </p:cNvPr>
            <p:cNvCxnSpPr>
              <a:cxnSpLocks/>
            </p:cNvCxnSpPr>
            <p:nvPr/>
          </p:nvCxnSpPr>
          <p:spPr>
            <a:xfrm>
              <a:off x="8964930" y="155828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BB88F3B-5912-2F83-3EA0-E2F2F9B0C67C}"/>
                </a:ext>
              </a:extLst>
            </p:cNvPr>
            <p:cNvGrpSpPr/>
            <p:nvPr/>
          </p:nvGrpSpPr>
          <p:grpSpPr>
            <a:xfrm>
              <a:off x="8790844" y="1603936"/>
              <a:ext cx="348172" cy="276999"/>
              <a:chOff x="9883363" y="810189"/>
              <a:chExt cx="348172" cy="276999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7E99DCF-100A-ED6A-0DD4-FBEC8A98D845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EC22A33-0760-1FC6-952D-F31DEC113890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10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8A1AFCA-8313-E768-CD32-859892ACB333}"/>
              </a:ext>
            </a:extLst>
          </p:cNvPr>
          <p:cNvGrpSpPr/>
          <p:nvPr/>
        </p:nvGrpSpPr>
        <p:grpSpPr>
          <a:xfrm>
            <a:off x="8699620" y="3059431"/>
            <a:ext cx="348172" cy="868680"/>
            <a:chOff x="8699620" y="3059431"/>
            <a:chExt cx="348172" cy="86868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BBAB5AD-4A4E-CEEF-FF15-8F71E2707434}"/>
                </a:ext>
              </a:extLst>
            </p:cNvPr>
            <p:cNvCxnSpPr>
              <a:cxnSpLocks/>
            </p:cNvCxnSpPr>
            <p:nvPr/>
          </p:nvCxnSpPr>
          <p:spPr>
            <a:xfrm>
              <a:off x="8874449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E6882C8-087D-6791-0C96-4301C7E42AD4}"/>
                </a:ext>
              </a:extLst>
            </p:cNvPr>
            <p:cNvGrpSpPr/>
            <p:nvPr/>
          </p:nvGrpSpPr>
          <p:grpSpPr>
            <a:xfrm>
              <a:off x="8699620" y="3159628"/>
              <a:ext cx="348172" cy="276999"/>
              <a:chOff x="9883363" y="810189"/>
              <a:chExt cx="348172" cy="276999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8E8F6BA-65C2-7537-1FD3-2294413C889E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53BD460-74CA-07EA-D8AD-E7AD6087FBE6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11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1B2313C-3168-35E4-492B-092F297D02A6}"/>
              </a:ext>
            </a:extLst>
          </p:cNvPr>
          <p:cNvGrpSpPr/>
          <p:nvPr/>
        </p:nvGrpSpPr>
        <p:grpSpPr>
          <a:xfrm>
            <a:off x="8960169" y="3059431"/>
            <a:ext cx="348172" cy="868680"/>
            <a:chOff x="8960169" y="3059431"/>
            <a:chExt cx="348172" cy="868680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D094091-047F-3A31-E539-D7D7A4128B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1149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BF26F3B-C799-6215-1FC1-FE3141CD6ACA}"/>
                </a:ext>
              </a:extLst>
            </p:cNvPr>
            <p:cNvGrpSpPr/>
            <p:nvPr/>
          </p:nvGrpSpPr>
          <p:grpSpPr>
            <a:xfrm>
              <a:off x="8960169" y="3513961"/>
              <a:ext cx="348172" cy="276999"/>
              <a:chOff x="9883363" y="810189"/>
              <a:chExt cx="348172" cy="2769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C6655F3-79E5-871C-990A-D220CAEBAB93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2BD41C0-8E9B-8677-7EC0-0A41E72BDE0F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12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B92C7B9-3D04-62FA-0C77-E7CE74963367}"/>
              </a:ext>
            </a:extLst>
          </p:cNvPr>
          <p:cNvGrpSpPr/>
          <p:nvPr/>
        </p:nvGrpSpPr>
        <p:grpSpPr>
          <a:xfrm>
            <a:off x="9373773" y="1558289"/>
            <a:ext cx="348172" cy="2369822"/>
            <a:chOff x="9373773" y="1558289"/>
            <a:chExt cx="348172" cy="2369822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0635D06-8E18-5C1C-85B6-FB35F543FE90}"/>
                </a:ext>
              </a:extLst>
            </p:cNvPr>
            <p:cNvCxnSpPr>
              <a:cxnSpLocks/>
            </p:cNvCxnSpPr>
            <p:nvPr/>
          </p:nvCxnSpPr>
          <p:spPr>
            <a:xfrm>
              <a:off x="9547860" y="1558289"/>
              <a:ext cx="0" cy="2369822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0CEB2A8-9FAE-084E-79CB-0643A4C9DCA5}"/>
                </a:ext>
              </a:extLst>
            </p:cNvPr>
            <p:cNvGrpSpPr/>
            <p:nvPr/>
          </p:nvGrpSpPr>
          <p:grpSpPr>
            <a:xfrm>
              <a:off x="9373773" y="1629338"/>
              <a:ext cx="348172" cy="276999"/>
              <a:chOff x="9883363" y="810189"/>
              <a:chExt cx="348172" cy="27699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076509A-E039-A21F-12C2-6BD8E05E6646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58197A4-E73D-1138-7560-02D17BC07E81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13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7CDEAE5-E396-DE9D-8388-C474A4A2E5DC}"/>
              </a:ext>
            </a:extLst>
          </p:cNvPr>
          <p:cNvGrpSpPr/>
          <p:nvPr/>
        </p:nvGrpSpPr>
        <p:grpSpPr>
          <a:xfrm>
            <a:off x="8890421" y="4487977"/>
            <a:ext cx="348172" cy="503119"/>
            <a:chOff x="8890421" y="4487977"/>
            <a:chExt cx="348172" cy="50311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5A8EC95-23C2-CE39-5AF3-FCED477A8E04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00" y="4488178"/>
              <a:ext cx="0" cy="502918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1CDBFB0-FDC5-7989-8ABD-279DF4C3A76F}"/>
                </a:ext>
              </a:extLst>
            </p:cNvPr>
            <p:cNvGrpSpPr/>
            <p:nvPr/>
          </p:nvGrpSpPr>
          <p:grpSpPr>
            <a:xfrm>
              <a:off x="8890421" y="4487977"/>
              <a:ext cx="348172" cy="276999"/>
              <a:chOff x="9883363" y="810189"/>
              <a:chExt cx="348172" cy="276999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8BA1F32-D591-5CBD-66C3-B0F2086A962F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3514AB0-8444-A6F8-18E4-9ED07D338F46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14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1" name="Content Placeholder 60">
            <a:extLst>
              <a:ext uri="{FF2B5EF4-FFF2-40B4-BE49-F238E27FC236}">
                <a16:creationId xmlns:a16="http://schemas.microsoft.com/office/drawing/2014/main" id="{DD63B031-A722-63B9-5253-F0B5BE5A3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5706629" cy="5325649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Call use case method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Start transaction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Retrieve entity from DAO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Get list from </a:t>
            </a:r>
            <a:r>
              <a:rPr lang="en-GB" dirty="0" err="1"/>
              <a:t>UoW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Access file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Get data from file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Return list to DAO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Return entity to service class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Update </a:t>
            </a:r>
            <a:r>
              <a:rPr lang="da-DK" dirty="0" err="1"/>
              <a:t>entity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entity to DAO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Request list of entities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Call commit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Write data</a:t>
            </a:r>
          </a:p>
        </p:txBody>
      </p:sp>
    </p:spTree>
    <p:extLst>
      <p:ext uri="{BB962C8B-B14F-4D97-AF65-F5344CB8AC3E}">
        <p14:creationId xmlns:p14="http://schemas.microsoft.com/office/powerpoint/2010/main" val="294707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BAF5-45BF-CB7D-F6FB-E1330E18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52017C-7A63-A651-B35C-F7EA21044F08}"/>
              </a:ext>
            </a:extLst>
          </p:cNvPr>
          <p:cNvSpPr/>
          <p:nvPr/>
        </p:nvSpPr>
        <p:spPr>
          <a:xfrm>
            <a:off x="4884420" y="232409"/>
            <a:ext cx="1927860" cy="7162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Unit test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1EE3CB-DBE7-93C6-EA05-2A13BFA5E328}"/>
              </a:ext>
            </a:extLst>
          </p:cNvPr>
          <p:cNvSpPr/>
          <p:nvPr/>
        </p:nvSpPr>
        <p:spPr>
          <a:xfrm>
            <a:off x="7917180" y="259077"/>
            <a:ext cx="1760220" cy="12230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Service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BC0884-A08D-FAC3-1DBA-68664545937E}"/>
              </a:ext>
            </a:extLst>
          </p:cNvPr>
          <p:cNvSpPr/>
          <p:nvPr/>
        </p:nvSpPr>
        <p:spPr>
          <a:xfrm>
            <a:off x="8141970" y="2484119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&lt;&lt;DAO&gt;&gt;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EB6D0-0ABD-A0F9-E5FF-E15FF8625745}"/>
              </a:ext>
            </a:extLst>
          </p:cNvPr>
          <p:cNvSpPr/>
          <p:nvPr/>
        </p:nvSpPr>
        <p:spPr>
          <a:xfrm>
            <a:off x="10607040" y="483869"/>
            <a:ext cx="1295400" cy="67854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Entity</a:t>
            </a:r>
            <a:endParaRPr lang="da-DK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8DDEB97E-9165-768A-67F9-2B213E1687BA}"/>
              </a:ext>
            </a:extLst>
          </p:cNvPr>
          <p:cNvSpPr/>
          <p:nvPr/>
        </p:nvSpPr>
        <p:spPr>
          <a:xfrm rot="16200000">
            <a:off x="8414384" y="4730118"/>
            <a:ext cx="861060" cy="1405889"/>
          </a:xfrm>
          <a:prstGeom prst="foldedCorner">
            <a:avLst>
              <a:gd name="adj" fmla="val 325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30E6CF-D67E-B85F-8501-6C61E60DE399}"/>
              </a:ext>
            </a:extLst>
          </p:cNvPr>
          <p:cNvSpPr/>
          <p:nvPr/>
        </p:nvSpPr>
        <p:spPr>
          <a:xfrm>
            <a:off x="7726681" y="3928111"/>
            <a:ext cx="217931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</a:t>
            </a:r>
            <a:r>
              <a:rPr lang="da-DK" dirty="0" err="1"/>
              <a:t>UoW</a:t>
            </a:r>
            <a:r>
              <a:rPr lang="da-DK" dirty="0"/>
              <a:t>&gt;&gt;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74DE03E-FD58-4FFF-B9DA-B873B682043D}"/>
              </a:ext>
            </a:extLst>
          </p:cNvPr>
          <p:cNvGrpSpPr/>
          <p:nvPr/>
        </p:nvGrpSpPr>
        <p:grpSpPr>
          <a:xfrm>
            <a:off x="6812280" y="323211"/>
            <a:ext cx="1021080" cy="194310"/>
            <a:chOff x="6812280" y="323211"/>
            <a:chExt cx="1021080" cy="19431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F3C16D9-AA11-FC61-AC28-8EF7BE65F686}"/>
                </a:ext>
              </a:extLst>
            </p:cNvPr>
            <p:cNvCxnSpPr>
              <a:cxnSpLocks/>
            </p:cNvCxnSpPr>
            <p:nvPr/>
          </p:nvCxnSpPr>
          <p:spPr>
            <a:xfrm>
              <a:off x="6812280" y="422909"/>
              <a:ext cx="102108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F0C7A5A-8BE8-A3E5-01D0-11F2C4D11862}"/>
                </a:ext>
              </a:extLst>
            </p:cNvPr>
            <p:cNvSpPr/>
            <p:nvPr/>
          </p:nvSpPr>
          <p:spPr>
            <a:xfrm>
              <a:off x="7225665" y="323211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1</a:t>
              </a:r>
              <a:endParaRPr lang="da-DK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34FDDF-6FBB-C880-A8DA-05BAA7F68E17}"/>
              </a:ext>
            </a:extLst>
          </p:cNvPr>
          <p:cNvGrpSpPr/>
          <p:nvPr/>
        </p:nvGrpSpPr>
        <p:grpSpPr>
          <a:xfrm>
            <a:off x="7812406" y="1558289"/>
            <a:ext cx="194310" cy="2369822"/>
            <a:chOff x="7812406" y="1558289"/>
            <a:chExt cx="194310" cy="236982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99AFA43-B503-89DF-CB56-34908C96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917180" y="1558289"/>
              <a:ext cx="0" cy="2369822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0E29B1C-3DF7-9F9A-A75C-F5C0517D55CC}"/>
                </a:ext>
              </a:extLst>
            </p:cNvPr>
            <p:cNvSpPr/>
            <p:nvPr/>
          </p:nvSpPr>
          <p:spPr>
            <a:xfrm>
              <a:off x="7812406" y="1742436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2</a:t>
              </a:r>
              <a:endParaRPr lang="da-DK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F498AB7-8ED1-050B-0BFC-973F0E088D51}"/>
              </a:ext>
            </a:extLst>
          </p:cNvPr>
          <p:cNvGrpSpPr/>
          <p:nvPr/>
        </p:nvGrpSpPr>
        <p:grpSpPr>
          <a:xfrm>
            <a:off x="8119587" y="1558289"/>
            <a:ext cx="194310" cy="868680"/>
            <a:chOff x="8119587" y="1558289"/>
            <a:chExt cx="194310" cy="86868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002ED28-2F31-7EB0-73CF-6651AEAC4217}"/>
                </a:ext>
              </a:extLst>
            </p:cNvPr>
            <p:cNvCxnSpPr>
              <a:cxnSpLocks/>
            </p:cNvCxnSpPr>
            <p:nvPr/>
          </p:nvCxnSpPr>
          <p:spPr>
            <a:xfrm>
              <a:off x="8225790" y="155828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83F52F5-D73A-6574-DF7B-F6034985F060}"/>
                </a:ext>
              </a:extLst>
            </p:cNvPr>
            <p:cNvSpPr/>
            <p:nvPr/>
          </p:nvSpPr>
          <p:spPr>
            <a:xfrm>
              <a:off x="8119587" y="1742436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3</a:t>
              </a:r>
              <a:endParaRPr lang="da-DK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680ACFE-AAE2-E757-2D52-ABED08A2CB7D}"/>
              </a:ext>
            </a:extLst>
          </p:cNvPr>
          <p:cNvGrpSpPr/>
          <p:nvPr/>
        </p:nvGrpSpPr>
        <p:grpSpPr>
          <a:xfrm>
            <a:off x="8182930" y="3059431"/>
            <a:ext cx="194310" cy="868680"/>
            <a:chOff x="8182930" y="3059431"/>
            <a:chExt cx="194310" cy="868680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2D9E9F5-BF6B-CFD0-A6A1-65B8CD708C12}"/>
                </a:ext>
              </a:extLst>
            </p:cNvPr>
            <p:cNvCxnSpPr>
              <a:cxnSpLocks/>
            </p:cNvCxnSpPr>
            <p:nvPr/>
          </p:nvCxnSpPr>
          <p:spPr>
            <a:xfrm>
              <a:off x="8290563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B59E40B-A6DB-52F7-70B0-1E5781353A58}"/>
                </a:ext>
              </a:extLst>
            </p:cNvPr>
            <p:cNvSpPr/>
            <p:nvPr/>
          </p:nvSpPr>
          <p:spPr>
            <a:xfrm>
              <a:off x="8182930" y="3230881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4</a:t>
              </a:r>
              <a:endParaRPr lang="da-DK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CCA2D36-D2D2-0084-FDC7-6B6E1C6353C5}"/>
              </a:ext>
            </a:extLst>
          </p:cNvPr>
          <p:cNvGrpSpPr/>
          <p:nvPr/>
        </p:nvGrpSpPr>
        <p:grpSpPr>
          <a:xfrm>
            <a:off x="8238649" y="4488178"/>
            <a:ext cx="194310" cy="502918"/>
            <a:chOff x="8238649" y="4488178"/>
            <a:chExt cx="194310" cy="502918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05B48BD-3909-6429-2596-72A65C85933E}"/>
                </a:ext>
              </a:extLst>
            </p:cNvPr>
            <p:cNvCxnSpPr>
              <a:cxnSpLocks/>
            </p:cNvCxnSpPr>
            <p:nvPr/>
          </p:nvCxnSpPr>
          <p:spPr>
            <a:xfrm>
              <a:off x="8343900" y="4488178"/>
              <a:ext cx="0" cy="502918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3D684-FC20-AFC6-7E5E-3382FFA0FE47}"/>
                </a:ext>
              </a:extLst>
            </p:cNvPr>
            <p:cNvSpPr/>
            <p:nvPr/>
          </p:nvSpPr>
          <p:spPr>
            <a:xfrm>
              <a:off x="8238649" y="4551044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5</a:t>
              </a:r>
              <a:endParaRPr lang="da-DK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67E272D-721A-4A90-E4C3-05C875DDB8DE}"/>
              </a:ext>
            </a:extLst>
          </p:cNvPr>
          <p:cNvGrpSpPr/>
          <p:nvPr/>
        </p:nvGrpSpPr>
        <p:grpSpPr>
          <a:xfrm>
            <a:off x="8410575" y="4488178"/>
            <a:ext cx="194310" cy="502918"/>
            <a:chOff x="8410575" y="4488178"/>
            <a:chExt cx="194310" cy="50291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82754C8-2DC4-56D2-A35F-79DA883FC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07730" y="4488178"/>
              <a:ext cx="0" cy="502918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2F5B011-3044-1F62-53D9-19235C61EE68}"/>
                </a:ext>
              </a:extLst>
            </p:cNvPr>
            <p:cNvSpPr/>
            <p:nvPr/>
          </p:nvSpPr>
          <p:spPr>
            <a:xfrm>
              <a:off x="8410575" y="4756790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6</a:t>
              </a:r>
              <a:endParaRPr lang="da-DK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A08C802-12E0-BF7E-9D56-17B58DC5347A}"/>
              </a:ext>
            </a:extLst>
          </p:cNvPr>
          <p:cNvGrpSpPr/>
          <p:nvPr/>
        </p:nvGrpSpPr>
        <p:grpSpPr>
          <a:xfrm>
            <a:off x="8466774" y="3059431"/>
            <a:ext cx="194310" cy="868680"/>
            <a:chOff x="8466774" y="3059431"/>
            <a:chExt cx="194310" cy="868680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F73E37F-E93C-4E93-357F-BD4C90295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7263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6E7B690-ED88-36B1-33B2-85671502E9A4}"/>
                </a:ext>
              </a:extLst>
            </p:cNvPr>
            <p:cNvSpPr/>
            <p:nvPr/>
          </p:nvSpPr>
          <p:spPr>
            <a:xfrm>
              <a:off x="8466774" y="3565592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7</a:t>
              </a:r>
              <a:endParaRPr lang="da-DK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AD8A18E-1F64-697D-C5B1-79D13B7B793D}"/>
              </a:ext>
            </a:extLst>
          </p:cNvPr>
          <p:cNvGrpSpPr/>
          <p:nvPr/>
        </p:nvGrpSpPr>
        <p:grpSpPr>
          <a:xfrm>
            <a:off x="8382001" y="1558289"/>
            <a:ext cx="194310" cy="868680"/>
            <a:chOff x="8382001" y="1558289"/>
            <a:chExt cx="194310" cy="86868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9CB9E80-E0AB-C72F-27BE-77BAD680C1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2490" y="155828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CC42691-4FF6-3821-189C-7664590C6B74}"/>
                </a:ext>
              </a:extLst>
            </p:cNvPr>
            <p:cNvSpPr/>
            <p:nvPr/>
          </p:nvSpPr>
          <p:spPr>
            <a:xfrm>
              <a:off x="8382001" y="2078356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8</a:t>
              </a:r>
              <a:endParaRPr lang="da-DK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BA5DF69-ED45-2954-3A03-F3C57301F6F9}"/>
              </a:ext>
            </a:extLst>
          </p:cNvPr>
          <p:cNvGrpSpPr/>
          <p:nvPr/>
        </p:nvGrpSpPr>
        <p:grpSpPr>
          <a:xfrm>
            <a:off x="9677400" y="590549"/>
            <a:ext cx="868680" cy="194310"/>
            <a:chOff x="9677400" y="590549"/>
            <a:chExt cx="868680" cy="194310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92AB040-6F1D-6738-7A63-C1BD7B22198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0111740" y="24764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52D7454-3610-A5E6-8F76-4FF86D439AA0}"/>
                </a:ext>
              </a:extLst>
            </p:cNvPr>
            <p:cNvSpPr/>
            <p:nvPr/>
          </p:nvSpPr>
          <p:spPr>
            <a:xfrm>
              <a:off x="9969819" y="590549"/>
              <a:ext cx="194310" cy="1943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9</a:t>
              </a:r>
              <a:endParaRPr lang="da-DK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A7FE248-E42C-FA74-42F9-D4E91F963335}"/>
              </a:ext>
            </a:extLst>
          </p:cNvPr>
          <p:cNvGrpSpPr/>
          <p:nvPr/>
        </p:nvGrpSpPr>
        <p:grpSpPr>
          <a:xfrm>
            <a:off x="8790844" y="1558289"/>
            <a:ext cx="348172" cy="868680"/>
            <a:chOff x="8790844" y="1558289"/>
            <a:chExt cx="348172" cy="86868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3B6257E-6DEF-D679-691F-468E2CE8221B}"/>
                </a:ext>
              </a:extLst>
            </p:cNvPr>
            <p:cNvCxnSpPr>
              <a:cxnSpLocks/>
            </p:cNvCxnSpPr>
            <p:nvPr/>
          </p:nvCxnSpPr>
          <p:spPr>
            <a:xfrm>
              <a:off x="8964930" y="1558289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8B60AA5-2FC7-39E1-2E5A-EB53D49C1FDF}"/>
                </a:ext>
              </a:extLst>
            </p:cNvPr>
            <p:cNvGrpSpPr/>
            <p:nvPr/>
          </p:nvGrpSpPr>
          <p:grpSpPr>
            <a:xfrm>
              <a:off x="8790844" y="1603936"/>
              <a:ext cx="348172" cy="276999"/>
              <a:chOff x="9883363" y="810189"/>
              <a:chExt cx="348172" cy="276999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F9B9168-716F-2121-6FE1-018B566B4CC9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6260BA1-E663-BD4C-69A5-2356BD1E08FA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10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4F22420-9D57-4097-B372-1D19AFA1008D}"/>
              </a:ext>
            </a:extLst>
          </p:cNvPr>
          <p:cNvGrpSpPr/>
          <p:nvPr/>
        </p:nvGrpSpPr>
        <p:grpSpPr>
          <a:xfrm>
            <a:off x="8699620" y="3059431"/>
            <a:ext cx="348172" cy="868680"/>
            <a:chOff x="8699620" y="3059431"/>
            <a:chExt cx="348172" cy="86868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0E981C2C-D5AA-EA4D-CA2D-35E105EE23FF}"/>
                </a:ext>
              </a:extLst>
            </p:cNvPr>
            <p:cNvCxnSpPr>
              <a:cxnSpLocks/>
            </p:cNvCxnSpPr>
            <p:nvPr/>
          </p:nvCxnSpPr>
          <p:spPr>
            <a:xfrm>
              <a:off x="8874449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79F7F02-04A8-A922-947F-2800485B8573}"/>
                </a:ext>
              </a:extLst>
            </p:cNvPr>
            <p:cNvGrpSpPr/>
            <p:nvPr/>
          </p:nvGrpSpPr>
          <p:grpSpPr>
            <a:xfrm>
              <a:off x="8699620" y="3159628"/>
              <a:ext cx="348172" cy="276999"/>
              <a:chOff x="9883363" y="810189"/>
              <a:chExt cx="348172" cy="276999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49F354F-008E-D13C-102C-9CA95F23B41C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E706CCA-D049-9593-EFCC-179F0FEB5293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11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462BAA3-141B-009A-F784-2C4B3C4A1AE2}"/>
              </a:ext>
            </a:extLst>
          </p:cNvPr>
          <p:cNvGrpSpPr/>
          <p:nvPr/>
        </p:nvGrpSpPr>
        <p:grpSpPr>
          <a:xfrm>
            <a:off x="8960169" y="3059431"/>
            <a:ext cx="348172" cy="868680"/>
            <a:chOff x="8960169" y="3059431"/>
            <a:chExt cx="348172" cy="868680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B3FE6CB-0F2F-A265-37EA-E0C2B5D7DC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1149" y="3059431"/>
              <a:ext cx="0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A5320B4-D995-01F1-5A09-CA2C59635D68}"/>
                </a:ext>
              </a:extLst>
            </p:cNvPr>
            <p:cNvGrpSpPr/>
            <p:nvPr/>
          </p:nvGrpSpPr>
          <p:grpSpPr>
            <a:xfrm>
              <a:off x="8960169" y="3513961"/>
              <a:ext cx="348172" cy="276999"/>
              <a:chOff x="9883363" y="810189"/>
              <a:chExt cx="348172" cy="2769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44BEC18-1738-E099-5689-48CAD4AE698E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D84EFBE-8575-9633-0415-203D2A9DE202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12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3AA5C53-AF4E-0588-01F8-C3C5A6037474}"/>
              </a:ext>
            </a:extLst>
          </p:cNvPr>
          <p:cNvGrpSpPr/>
          <p:nvPr/>
        </p:nvGrpSpPr>
        <p:grpSpPr>
          <a:xfrm>
            <a:off x="9373773" y="1558289"/>
            <a:ext cx="348172" cy="2369822"/>
            <a:chOff x="9373773" y="1558289"/>
            <a:chExt cx="348172" cy="2369822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00C0BC4-18CE-C64D-A386-1E68948D8D7F}"/>
                </a:ext>
              </a:extLst>
            </p:cNvPr>
            <p:cNvCxnSpPr>
              <a:cxnSpLocks/>
            </p:cNvCxnSpPr>
            <p:nvPr/>
          </p:nvCxnSpPr>
          <p:spPr>
            <a:xfrm>
              <a:off x="9547860" y="1558289"/>
              <a:ext cx="0" cy="2369822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97BDB91-0916-0581-9DD0-A15AED7071D3}"/>
                </a:ext>
              </a:extLst>
            </p:cNvPr>
            <p:cNvGrpSpPr/>
            <p:nvPr/>
          </p:nvGrpSpPr>
          <p:grpSpPr>
            <a:xfrm>
              <a:off x="9373773" y="1629338"/>
              <a:ext cx="348172" cy="276999"/>
              <a:chOff x="9883363" y="810189"/>
              <a:chExt cx="348172" cy="27699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0F7086E4-135D-8C3B-FF52-C4C0F3EA79E0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7AEC38E-5D83-BDD9-7318-208FCE69DD0C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13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F192105-1476-60AC-2481-ACD1C53B4916}"/>
              </a:ext>
            </a:extLst>
          </p:cNvPr>
          <p:cNvGrpSpPr/>
          <p:nvPr/>
        </p:nvGrpSpPr>
        <p:grpSpPr>
          <a:xfrm>
            <a:off x="8890421" y="4487977"/>
            <a:ext cx="348172" cy="503119"/>
            <a:chOff x="8890421" y="4487977"/>
            <a:chExt cx="348172" cy="50311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789B899-B845-E116-77AF-21F0340A9C67}"/>
                </a:ext>
              </a:extLst>
            </p:cNvPr>
            <p:cNvCxnSpPr>
              <a:cxnSpLocks/>
            </p:cNvCxnSpPr>
            <p:nvPr/>
          </p:nvCxnSpPr>
          <p:spPr>
            <a:xfrm>
              <a:off x="9067800" y="4488178"/>
              <a:ext cx="0" cy="502918"/>
            </a:xfrm>
            <a:prstGeom prst="straightConnector1">
              <a:avLst/>
            </a:prstGeom>
            <a:ln w="38100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E5327DF-B0A7-8405-172A-90A031A814A2}"/>
                </a:ext>
              </a:extLst>
            </p:cNvPr>
            <p:cNvGrpSpPr/>
            <p:nvPr/>
          </p:nvGrpSpPr>
          <p:grpSpPr>
            <a:xfrm>
              <a:off x="8890421" y="4487977"/>
              <a:ext cx="348172" cy="276999"/>
              <a:chOff x="9883363" y="810189"/>
              <a:chExt cx="348172" cy="276999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B4F373E-6833-D11E-B7CB-704332609E11}"/>
                  </a:ext>
                </a:extLst>
              </p:cNvPr>
              <p:cNvSpPr/>
              <p:nvPr/>
            </p:nvSpPr>
            <p:spPr>
              <a:xfrm>
                <a:off x="9960294" y="851534"/>
                <a:ext cx="194310" cy="19431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 sz="400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11DF11A-4EE2-6C68-C20B-2BDBFDB01B43}"/>
                  </a:ext>
                </a:extLst>
              </p:cNvPr>
              <p:cNvSpPr txBox="1"/>
              <p:nvPr/>
            </p:nvSpPr>
            <p:spPr>
              <a:xfrm>
                <a:off x="9883363" y="810189"/>
                <a:ext cx="3481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>
                    <a:solidFill>
                      <a:schemeClr val="bg1"/>
                    </a:solidFill>
                  </a:rPr>
                  <a:t>14</a:t>
                </a:r>
                <a:endParaRPr lang="da-DK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1" name="Content Placeholder 60">
            <a:extLst>
              <a:ext uri="{FF2B5EF4-FFF2-40B4-BE49-F238E27FC236}">
                <a16:creationId xmlns:a16="http://schemas.microsoft.com/office/drawing/2014/main" id="{CBD9C32A-7684-1C4F-9A38-20F3F1E70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5706629" cy="5325649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Call use case method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Start transaction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Retrieve entity from DAO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Get list from </a:t>
            </a:r>
            <a:r>
              <a:rPr lang="en-GB" dirty="0" err="1"/>
              <a:t>UoW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Access file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Get data from file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Return list to DAO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Return entity to service class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Update </a:t>
            </a:r>
            <a:r>
              <a:rPr lang="da-DK" dirty="0" err="1"/>
              <a:t>entity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entity to DAO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Request list of entities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list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Call commit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Write data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BF29B4-0236-4057-0B7C-98CB139ECDC1}"/>
              </a:ext>
            </a:extLst>
          </p:cNvPr>
          <p:cNvSpPr/>
          <p:nvPr/>
        </p:nvSpPr>
        <p:spPr>
          <a:xfrm>
            <a:off x="2499801" y="2605053"/>
            <a:ext cx="4820170" cy="2447171"/>
          </a:xfrm>
          <a:prstGeom prst="roundRect">
            <a:avLst>
              <a:gd name="adj" fmla="val 50000"/>
            </a:avLst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Is this a unit test?</a:t>
            </a:r>
            <a:endParaRPr lang="da-DK" sz="6000" dirty="0"/>
          </a:p>
        </p:txBody>
      </p:sp>
    </p:spTree>
    <p:extLst>
      <p:ext uri="{BB962C8B-B14F-4D97-AF65-F5344CB8AC3E}">
        <p14:creationId xmlns:p14="http://schemas.microsoft.com/office/powerpoint/2010/main" val="23768698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4A23-4839-4CCD-FF55-E4948E2A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C4813-5078-6377-F37B-8E14F145A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 unit test</a:t>
            </a:r>
          </a:p>
          <a:p>
            <a:r>
              <a:rPr lang="en-US" dirty="0"/>
              <a:t>We access the outside world (file)</a:t>
            </a:r>
          </a:p>
          <a:p>
            <a:endParaRPr lang="en-US" dirty="0"/>
          </a:p>
          <a:p>
            <a:pPr marL="0" indent="0">
              <a:buNone/>
            </a:pPr>
            <a:r>
              <a:rPr lang="da-DK" b="1" dirty="0"/>
              <a:t>Solution?</a:t>
            </a:r>
          </a:p>
          <a:p>
            <a:r>
              <a:rPr lang="da-DK" dirty="0" err="1"/>
              <a:t>Isolate</a:t>
            </a:r>
            <a:r>
              <a:rPr lang="da-DK" dirty="0"/>
              <a:t> the </a:t>
            </a:r>
            <a:r>
              <a:rPr lang="da-DK" dirty="0" err="1"/>
              <a:t>logic</a:t>
            </a:r>
            <a:r>
              <a:rPr lang="da-DK" dirty="0"/>
              <a:t>, i.e. service and </a:t>
            </a:r>
            <a:r>
              <a:rPr lang="da-DK" dirty="0" err="1"/>
              <a:t>entity</a:t>
            </a:r>
            <a:endParaRPr lang="da-DK" dirty="0"/>
          </a:p>
          <a:p>
            <a:r>
              <a:rPr lang="da-DK" dirty="0"/>
              <a:t>”Fake” the </a:t>
            </a:r>
            <a:r>
              <a:rPr lang="da-DK" dirty="0" err="1"/>
              <a:t>UoW</a:t>
            </a:r>
            <a:r>
              <a:rPr lang="da-DK" dirty="0"/>
              <a:t> and DAO</a:t>
            </a:r>
          </a:p>
        </p:txBody>
      </p:sp>
    </p:spTree>
    <p:extLst>
      <p:ext uri="{BB962C8B-B14F-4D97-AF65-F5344CB8AC3E}">
        <p14:creationId xmlns:p14="http://schemas.microsoft.com/office/powerpoint/2010/main" val="834629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2B2A0-EF6C-30C6-C668-62848B8C8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356446-41C2-B2EC-1198-180EF0833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mocking</a:t>
            </a:r>
            <a:r>
              <a:rPr lang="da-DK" dirty="0"/>
              <a:t>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4282B1-9FA1-AC83-7541-4880C801B6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21248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0EF06-2B19-4EA6-D8C2-500C4296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B298-1B66-4EFB-10AE-0075E68FB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AKA: fake, stub, spy, test double, dummy</a:t>
            </a:r>
          </a:p>
          <a:p>
            <a:endParaRPr lang="en-US" dirty="0"/>
          </a:p>
          <a:p>
            <a:r>
              <a:rPr lang="en-US" dirty="0"/>
              <a:t>Replace a real class with a much simpler “test double”</a:t>
            </a:r>
          </a:p>
          <a:p>
            <a:endParaRPr lang="en-US" dirty="0"/>
          </a:p>
          <a:p>
            <a:r>
              <a:rPr lang="da-DK" dirty="0"/>
              <a:t>To test the </a:t>
            </a:r>
            <a:r>
              <a:rPr lang="da-DK" dirty="0" err="1"/>
              <a:t>logic</a:t>
            </a:r>
            <a:r>
              <a:rPr lang="da-DK" dirty="0"/>
              <a:t> in isolation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really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Transactions (Unit of Work</a:t>
            </a:r>
          </a:p>
          <a:p>
            <a:pPr lvl="1"/>
            <a:r>
              <a:rPr lang="da-DK" dirty="0"/>
              <a:t>File </a:t>
            </a:r>
            <a:r>
              <a:rPr lang="da-DK" dirty="0" err="1"/>
              <a:t>access</a:t>
            </a:r>
            <a:endParaRPr lang="da-DK" dirty="0"/>
          </a:p>
          <a:p>
            <a:pPr lvl="1"/>
            <a:r>
              <a:rPr lang="da-DK" dirty="0" err="1"/>
              <a:t>Logic</a:t>
            </a:r>
            <a:r>
              <a:rPr lang="da-DK" dirty="0"/>
              <a:t> to find </a:t>
            </a:r>
            <a:r>
              <a:rPr lang="da-DK" dirty="0" err="1"/>
              <a:t>entity</a:t>
            </a:r>
            <a:r>
              <a:rPr lang="da-DK" dirty="0"/>
              <a:t> in database</a:t>
            </a:r>
          </a:p>
          <a:p>
            <a:pPr lvl="1"/>
            <a:r>
              <a:rPr lang="da-DK" dirty="0"/>
              <a:t>…</a:t>
            </a:r>
          </a:p>
          <a:p>
            <a:pPr lvl="1"/>
            <a:endParaRPr lang="da-DK" dirty="0"/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replace</a:t>
            </a:r>
            <a:r>
              <a:rPr lang="da-DK" dirty="0"/>
              <a:t> the </a:t>
            </a:r>
            <a:r>
              <a:rPr lang="da-DK" dirty="0" err="1"/>
              <a:t>dependencies</a:t>
            </a:r>
            <a:r>
              <a:rPr lang="da-DK" dirty="0"/>
              <a:t> with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simpler</a:t>
            </a:r>
            <a:r>
              <a:rPr lang="da-DK" dirty="0"/>
              <a:t> </a:t>
            </a:r>
            <a:r>
              <a:rPr lang="da-DK" dirty="0" err="1"/>
              <a:t>classes</a:t>
            </a:r>
            <a:r>
              <a:rPr lang="da-DK" dirty="0"/>
              <a:t>, </a:t>
            </a:r>
            <a:r>
              <a:rPr lang="da-DK" dirty="0" err="1"/>
              <a:t>which</a:t>
            </a:r>
            <a:r>
              <a:rPr lang="da-DK" dirty="0"/>
              <a:t> has simple, </a:t>
            </a:r>
            <a:r>
              <a:rPr lang="da-DK" dirty="0" err="1"/>
              <a:t>predictable</a:t>
            </a:r>
            <a:r>
              <a:rPr lang="da-DK" dirty="0"/>
              <a:t> </a:t>
            </a:r>
            <a:r>
              <a:rPr lang="da-DK" dirty="0" err="1"/>
              <a:t>behaviour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98746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1CBBAD-732F-4AA3-334C-06A53DB018B6}"/>
              </a:ext>
            </a:extLst>
          </p:cNvPr>
          <p:cNvSpPr/>
          <p:nvPr/>
        </p:nvSpPr>
        <p:spPr>
          <a:xfrm>
            <a:off x="1562319" y="567908"/>
            <a:ext cx="1927860" cy="7162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Unit test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3ED41-6A7A-5770-A7C3-F9CF4CF640FE}"/>
              </a:ext>
            </a:extLst>
          </p:cNvPr>
          <p:cNvSpPr/>
          <p:nvPr/>
        </p:nvSpPr>
        <p:spPr>
          <a:xfrm>
            <a:off x="4595079" y="594576"/>
            <a:ext cx="1760220" cy="12230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Service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9FD6B-1455-B9BE-33B8-7907508CBB72}"/>
              </a:ext>
            </a:extLst>
          </p:cNvPr>
          <p:cNvSpPr/>
          <p:nvPr/>
        </p:nvSpPr>
        <p:spPr>
          <a:xfrm>
            <a:off x="6027641" y="2672728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&lt;&lt;DAO&gt;&gt;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4C99A-1FCC-05E7-6DE9-FF5A0BD5455C}"/>
              </a:ext>
            </a:extLst>
          </p:cNvPr>
          <p:cNvSpPr/>
          <p:nvPr/>
        </p:nvSpPr>
        <p:spPr>
          <a:xfrm>
            <a:off x="7284939" y="819368"/>
            <a:ext cx="1295400" cy="67854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Entity</a:t>
            </a:r>
            <a:endParaRPr lang="da-DK" dirty="0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12B52980-768A-CB52-5704-AA3B13233036}"/>
              </a:ext>
            </a:extLst>
          </p:cNvPr>
          <p:cNvSpPr/>
          <p:nvPr/>
        </p:nvSpPr>
        <p:spPr>
          <a:xfrm rot="16200000">
            <a:off x="4164550" y="5067727"/>
            <a:ext cx="861060" cy="1405889"/>
          </a:xfrm>
          <a:prstGeom prst="foldedCorner">
            <a:avLst>
              <a:gd name="adj" fmla="val 325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2D6F1-F555-41F0-74AE-4F0631BECAE6}"/>
              </a:ext>
            </a:extLst>
          </p:cNvPr>
          <p:cNvSpPr/>
          <p:nvPr/>
        </p:nvSpPr>
        <p:spPr>
          <a:xfrm>
            <a:off x="3892134" y="2672727"/>
            <a:ext cx="1405890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</a:t>
            </a:r>
            <a:r>
              <a:rPr lang="da-DK" dirty="0" err="1"/>
              <a:t>UoW</a:t>
            </a:r>
            <a:r>
              <a:rPr lang="da-DK" dirty="0"/>
              <a:t>&gt;&gt;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D43AAE-E2C9-B67A-02D0-F9CEBE38D7F6}"/>
              </a:ext>
            </a:extLst>
          </p:cNvPr>
          <p:cNvCxnSpPr>
            <a:cxnSpLocks/>
          </p:cNvCxnSpPr>
          <p:nvPr/>
        </p:nvCxnSpPr>
        <p:spPr>
          <a:xfrm>
            <a:off x="4787484" y="1865525"/>
            <a:ext cx="0" cy="759263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D7483CA-67B3-E80A-2D2E-281E0DF16592}"/>
              </a:ext>
            </a:extLst>
          </p:cNvPr>
          <p:cNvCxnSpPr>
            <a:cxnSpLocks/>
          </p:cNvCxnSpPr>
          <p:nvPr/>
        </p:nvCxnSpPr>
        <p:spPr>
          <a:xfrm rot="5400000" flipV="1">
            <a:off x="6789639" y="583148"/>
            <a:ext cx="0" cy="86868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5A8F9EAD-1013-55AD-AB68-61650BD0EC4A}"/>
              </a:ext>
            </a:extLst>
          </p:cNvPr>
          <p:cNvSpPr/>
          <p:nvPr/>
        </p:nvSpPr>
        <p:spPr>
          <a:xfrm>
            <a:off x="3892134" y="3954041"/>
            <a:ext cx="1405890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FileUoW</a:t>
            </a:r>
            <a:endParaRPr lang="da-DK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C66BFA-99A8-BFBE-57B2-C2CD6D4935FC}"/>
              </a:ext>
            </a:extLst>
          </p:cNvPr>
          <p:cNvSpPr/>
          <p:nvPr/>
        </p:nvSpPr>
        <p:spPr>
          <a:xfrm>
            <a:off x="6027641" y="3954040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FileDAO</a:t>
            </a:r>
            <a:endParaRPr lang="da-DK" dirty="0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F7FB9D7B-2156-5552-3E4D-5847AC08B5DC}"/>
              </a:ext>
            </a:extLst>
          </p:cNvPr>
          <p:cNvSpPr/>
          <p:nvPr/>
        </p:nvSpPr>
        <p:spPr>
          <a:xfrm>
            <a:off x="4447064" y="3236695"/>
            <a:ext cx="296029" cy="270071"/>
          </a:xfrm>
          <a:prstGeom prst="triangl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B77F0C5-4C41-E0F2-0DB7-8CED0C9ECFB5}"/>
              </a:ext>
            </a:extLst>
          </p:cNvPr>
          <p:cNvCxnSpPr>
            <a:stCxn id="62" idx="0"/>
            <a:endCxn id="64" idx="3"/>
          </p:cNvCxnSpPr>
          <p:nvPr/>
        </p:nvCxnSpPr>
        <p:spPr>
          <a:xfrm flipV="1">
            <a:off x="4595079" y="3506766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D481BE1A-5CD0-9753-5448-7F40C0E0E3A2}"/>
              </a:ext>
            </a:extLst>
          </p:cNvPr>
          <p:cNvSpPr/>
          <p:nvPr/>
        </p:nvSpPr>
        <p:spPr>
          <a:xfrm>
            <a:off x="6434557" y="3236695"/>
            <a:ext cx="296029" cy="270071"/>
          </a:xfrm>
          <a:prstGeom prst="triangl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434AC0C-7CB7-2D71-A3FB-93B5D84F84BA}"/>
              </a:ext>
            </a:extLst>
          </p:cNvPr>
          <p:cNvCxnSpPr>
            <a:endCxn id="68" idx="3"/>
          </p:cNvCxnSpPr>
          <p:nvPr/>
        </p:nvCxnSpPr>
        <p:spPr>
          <a:xfrm flipV="1">
            <a:off x="6582572" y="3506766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B91BF46-35EC-3BCF-4991-B6F448349963}"/>
              </a:ext>
            </a:extLst>
          </p:cNvPr>
          <p:cNvCxnSpPr>
            <a:cxnSpLocks/>
          </p:cNvCxnSpPr>
          <p:nvPr/>
        </p:nvCxnSpPr>
        <p:spPr>
          <a:xfrm>
            <a:off x="6096000" y="1865525"/>
            <a:ext cx="0" cy="759263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B7F9EB2-83E1-2511-8A26-828F30BA67A2}"/>
              </a:ext>
            </a:extLst>
          </p:cNvPr>
          <p:cNvCxnSpPr>
            <a:cxnSpLocks/>
            <a:stCxn id="63" idx="1"/>
            <a:endCxn id="62" idx="3"/>
          </p:cNvCxnSpPr>
          <p:nvPr/>
        </p:nvCxnSpPr>
        <p:spPr>
          <a:xfrm flipH="1">
            <a:off x="5298024" y="4239791"/>
            <a:ext cx="729617" cy="1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14EF353-94FB-D624-CD1C-77475FF71AAE}"/>
              </a:ext>
            </a:extLst>
          </p:cNvPr>
          <p:cNvCxnSpPr>
            <a:cxnSpLocks/>
          </p:cNvCxnSpPr>
          <p:nvPr/>
        </p:nvCxnSpPr>
        <p:spPr>
          <a:xfrm>
            <a:off x="4562283" y="4525541"/>
            <a:ext cx="0" cy="759263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26BC7EBA-1CD1-5DA5-22EB-0476249863C6}"/>
              </a:ext>
            </a:extLst>
          </p:cNvPr>
          <p:cNvSpPr/>
          <p:nvPr/>
        </p:nvSpPr>
        <p:spPr>
          <a:xfrm>
            <a:off x="3401042" y="3691537"/>
            <a:ext cx="4195880" cy="268952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49E019-9583-0120-7656-4A9026B7F5E9}"/>
              </a:ext>
            </a:extLst>
          </p:cNvPr>
          <p:cNvSpPr txBox="1"/>
          <p:nvPr/>
        </p:nvSpPr>
        <p:spPr>
          <a:xfrm>
            <a:off x="8088014" y="4239790"/>
            <a:ext cx="4261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breaks “unit test”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Complicates things because data is persisted in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Makes the test slower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is an integration test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BFF910C-1377-FE49-D9A4-728F868BB16C}"/>
              </a:ext>
            </a:extLst>
          </p:cNvPr>
          <p:cNvSpPr/>
          <p:nvPr/>
        </p:nvSpPr>
        <p:spPr>
          <a:xfrm>
            <a:off x="3383938" y="7195664"/>
            <a:ext cx="4195880" cy="2689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F2C905C-4EEE-1D5B-06E4-6D693B2E14B1}"/>
              </a:ext>
            </a:extLst>
          </p:cNvPr>
          <p:cNvSpPr/>
          <p:nvPr/>
        </p:nvSpPr>
        <p:spPr>
          <a:xfrm>
            <a:off x="3875030" y="7458168"/>
            <a:ext cx="1405890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MockUoW</a:t>
            </a:r>
            <a:endParaRPr lang="da-DK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0A9B27-9F42-9868-1438-583BA3279556}"/>
              </a:ext>
            </a:extLst>
          </p:cNvPr>
          <p:cNvSpPr/>
          <p:nvPr/>
        </p:nvSpPr>
        <p:spPr>
          <a:xfrm>
            <a:off x="6010537" y="7458167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MockDAO</a:t>
            </a:r>
            <a:endParaRPr lang="da-DK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7FD9E61-7A67-70C6-5142-7126E3F72A86}"/>
              </a:ext>
            </a:extLst>
          </p:cNvPr>
          <p:cNvCxnSpPr>
            <a:stCxn id="83" idx="0"/>
          </p:cNvCxnSpPr>
          <p:nvPr/>
        </p:nvCxnSpPr>
        <p:spPr>
          <a:xfrm flipV="1">
            <a:off x="4577975" y="7010893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370DB7B-1DC4-8F7F-C9B6-F45446165485}"/>
              </a:ext>
            </a:extLst>
          </p:cNvPr>
          <p:cNvCxnSpPr/>
          <p:nvPr/>
        </p:nvCxnSpPr>
        <p:spPr>
          <a:xfrm flipV="1">
            <a:off x="6565468" y="7010893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64912C0-AAE4-27A7-C2C5-BA17464F1554}"/>
              </a:ext>
            </a:extLst>
          </p:cNvPr>
          <p:cNvCxnSpPr>
            <a:cxnSpLocks/>
          </p:cNvCxnSpPr>
          <p:nvPr/>
        </p:nvCxnSpPr>
        <p:spPr>
          <a:xfrm>
            <a:off x="3551139" y="1000846"/>
            <a:ext cx="1021080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21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BF61A-5953-29EA-B61D-5C86DF39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38D71A-9FA1-E4CD-7B60-3FDA0F5B0B3A}"/>
              </a:ext>
            </a:extLst>
          </p:cNvPr>
          <p:cNvSpPr/>
          <p:nvPr/>
        </p:nvSpPr>
        <p:spPr>
          <a:xfrm>
            <a:off x="1562319" y="567908"/>
            <a:ext cx="1927860" cy="7162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Unit test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A602A-249B-563D-495E-4397C2E7A918}"/>
              </a:ext>
            </a:extLst>
          </p:cNvPr>
          <p:cNvSpPr/>
          <p:nvPr/>
        </p:nvSpPr>
        <p:spPr>
          <a:xfrm>
            <a:off x="4595079" y="594576"/>
            <a:ext cx="1760220" cy="12230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Service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F8C82-7C18-178A-0B25-F882F5BDDFAD}"/>
              </a:ext>
            </a:extLst>
          </p:cNvPr>
          <p:cNvSpPr/>
          <p:nvPr/>
        </p:nvSpPr>
        <p:spPr>
          <a:xfrm>
            <a:off x="6027641" y="2672728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&lt;&lt;DAO&gt;&gt;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03D928-D214-F8DA-619C-1872FCF719E6}"/>
              </a:ext>
            </a:extLst>
          </p:cNvPr>
          <p:cNvSpPr/>
          <p:nvPr/>
        </p:nvSpPr>
        <p:spPr>
          <a:xfrm>
            <a:off x="7284939" y="819368"/>
            <a:ext cx="1295400" cy="67854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Entity</a:t>
            </a:r>
            <a:endParaRPr lang="da-DK" dirty="0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EC645E3B-A2FB-A3F5-4DCC-60F75F42721C}"/>
              </a:ext>
            </a:extLst>
          </p:cNvPr>
          <p:cNvSpPr/>
          <p:nvPr/>
        </p:nvSpPr>
        <p:spPr>
          <a:xfrm rot="16200000">
            <a:off x="4164550" y="5067727"/>
            <a:ext cx="861060" cy="1405889"/>
          </a:xfrm>
          <a:prstGeom prst="foldedCorner">
            <a:avLst>
              <a:gd name="adj" fmla="val 325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CB4EB5-769B-55AA-A30D-DFF4789565AB}"/>
              </a:ext>
            </a:extLst>
          </p:cNvPr>
          <p:cNvSpPr/>
          <p:nvPr/>
        </p:nvSpPr>
        <p:spPr>
          <a:xfrm>
            <a:off x="3892134" y="2672727"/>
            <a:ext cx="1405890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&lt;&lt;</a:t>
            </a:r>
            <a:r>
              <a:rPr lang="da-DK" dirty="0" err="1"/>
              <a:t>UoW</a:t>
            </a:r>
            <a:r>
              <a:rPr lang="da-DK" dirty="0"/>
              <a:t>&gt;&gt;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C55269-3B09-1BB0-D8D1-F2413206C83A}"/>
              </a:ext>
            </a:extLst>
          </p:cNvPr>
          <p:cNvCxnSpPr>
            <a:cxnSpLocks/>
          </p:cNvCxnSpPr>
          <p:nvPr/>
        </p:nvCxnSpPr>
        <p:spPr>
          <a:xfrm>
            <a:off x="4787484" y="1865525"/>
            <a:ext cx="0" cy="759263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998AB3-14CC-C46F-E16A-E5776DB13409}"/>
              </a:ext>
            </a:extLst>
          </p:cNvPr>
          <p:cNvCxnSpPr>
            <a:cxnSpLocks/>
          </p:cNvCxnSpPr>
          <p:nvPr/>
        </p:nvCxnSpPr>
        <p:spPr>
          <a:xfrm rot="5400000" flipV="1">
            <a:off x="6789639" y="583148"/>
            <a:ext cx="0" cy="86868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6025590-EAE7-9513-7B77-A360D15546A2}"/>
              </a:ext>
            </a:extLst>
          </p:cNvPr>
          <p:cNvSpPr/>
          <p:nvPr/>
        </p:nvSpPr>
        <p:spPr>
          <a:xfrm>
            <a:off x="3892134" y="3954041"/>
            <a:ext cx="1405890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FileUoW</a:t>
            </a:r>
            <a:endParaRPr lang="da-DK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158D6C-9751-0EF4-3529-5D6CB3596D61}"/>
              </a:ext>
            </a:extLst>
          </p:cNvPr>
          <p:cNvSpPr/>
          <p:nvPr/>
        </p:nvSpPr>
        <p:spPr>
          <a:xfrm>
            <a:off x="6027641" y="3954040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FileDAO</a:t>
            </a:r>
            <a:endParaRPr lang="da-DK" dirty="0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5DF7AB5F-55AA-DBAC-6810-364E98C9E90D}"/>
              </a:ext>
            </a:extLst>
          </p:cNvPr>
          <p:cNvSpPr/>
          <p:nvPr/>
        </p:nvSpPr>
        <p:spPr>
          <a:xfrm>
            <a:off x="4447064" y="3236695"/>
            <a:ext cx="296029" cy="270071"/>
          </a:xfrm>
          <a:prstGeom prst="triangl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2A11813-4FCE-AA73-560D-317A63DF80F1}"/>
              </a:ext>
            </a:extLst>
          </p:cNvPr>
          <p:cNvCxnSpPr>
            <a:stCxn id="62" idx="0"/>
            <a:endCxn id="64" idx="3"/>
          </p:cNvCxnSpPr>
          <p:nvPr/>
        </p:nvCxnSpPr>
        <p:spPr>
          <a:xfrm flipV="1">
            <a:off x="4595079" y="3506766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2F80C5FA-455A-B87A-7673-C41483C94D8E}"/>
              </a:ext>
            </a:extLst>
          </p:cNvPr>
          <p:cNvSpPr/>
          <p:nvPr/>
        </p:nvSpPr>
        <p:spPr>
          <a:xfrm>
            <a:off x="6434557" y="3236695"/>
            <a:ext cx="296029" cy="270071"/>
          </a:xfrm>
          <a:prstGeom prst="triangl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E4F5E03-97FE-C8CD-E547-393DCE766260}"/>
              </a:ext>
            </a:extLst>
          </p:cNvPr>
          <p:cNvCxnSpPr>
            <a:endCxn id="68" idx="3"/>
          </p:cNvCxnSpPr>
          <p:nvPr/>
        </p:nvCxnSpPr>
        <p:spPr>
          <a:xfrm flipV="1">
            <a:off x="6582572" y="3506766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937DCC8-147D-7EFE-4817-839131997176}"/>
              </a:ext>
            </a:extLst>
          </p:cNvPr>
          <p:cNvCxnSpPr>
            <a:cxnSpLocks/>
          </p:cNvCxnSpPr>
          <p:nvPr/>
        </p:nvCxnSpPr>
        <p:spPr>
          <a:xfrm>
            <a:off x="6096000" y="1865525"/>
            <a:ext cx="0" cy="759263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5D07DD8-794D-6841-DF57-70967347D33A}"/>
              </a:ext>
            </a:extLst>
          </p:cNvPr>
          <p:cNvCxnSpPr>
            <a:cxnSpLocks/>
            <a:stCxn id="63" idx="1"/>
            <a:endCxn id="62" idx="3"/>
          </p:cNvCxnSpPr>
          <p:nvPr/>
        </p:nvCxnSpPr>
        <p:spPr>
          <a:xfrm flipH="1">
            <a:off x="5298024" y="4239791"/>
            <a:ext cx="729617" cy="1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3EFD275-0D15-33A4-9448-E487D24872D0}"/>
              </a:ext>
            </a:extLst>
          </p:cNvPr>
          <p:cNvCxnSpPr>
            <a:cxnSpLocks/>
          </p:cNvCxnSpPr>
          <p:nvPr/>
        </p:nvCxnSpPr>
        <p:spPr>
          <a:xfrm>
            <a:off x="4562283" y="4525541"/>
            <a:ext cx="0" cy="759263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D3A754A-94D6-A24A-F5A4-0E6E4E336BD5}"/>
              </a:ext>
            </a:extLst>
          </p:cNvPr>
          <p:cNvSpPr/>
          <p:nvPr/>
        </p:nvSpPr>
        <p:spPr>
          <a:xfrm>
            <a:off x="3401042" y="3691537"/>
            <a:ext cx="4195880" cy="268952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A4AD3-60AE-B477-9C28-BA9832445C2F}"/>
              </a:ext>
            </a:extLst>
          </p:cNvPr>
          <p:cNvSpPr txBox="1"/>
          <p:nvPr/>
        </p:nvSpPr>
        <p:spPr>
          <a:xfrm>
            <a:off x="8088014" y="4239790"/>
            <a:ext cx="4261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Replace with mocks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Keep them as simple as possible!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A91DB3-B664-DF1B-37A3-82D18C85C89E}"/>
              </a:ext>
            </a:extLst>
          </p:cNvPr>
          <p:cNvSpPr/>
          <p:nvPr/>
        </p:nvSpPr>
        <p:spPr>
          <a:xfrm>
            <a:off x="3352800" y="3642360"/>
            <a:ext cx="4267200" cy="278129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C53159-6A0D-9AF6-C5C4-8384E361A9D3}"/>
              </a:ext>
            </a:extLst>
          </p:cNvPr>
          <p:cNvSpPr/>
          <p:nvPr/>
        </p:nvSpPr>
        <p:spPr>
          <a:xfrm>
            <a:off x="3890270" y="3954041"/>
            <a:ext cx="1405890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MockUoW</a:t>
            </a:r>
            <a:endParaRPr lang="da-DK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122493-D4DA-0F14-EBDA-51C878211188}"/>
              </a:ext>
            </a:extLst>
          </p:cNvPr>
          <p:cNvSpPr/>
          <p:nvPr/>
        </p:nvSpPr>
        <p:spPr>
          <a:xfrm>
            <a:off x="6025777" y="3954040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MockDAO</a:t>
            </a:r>
            <a:endParaRPr lang="da-DK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44D80F-8886-B8B5-18BA-2F46A580C06F}"/>
              </a:ext>
            </a:extLst>
          </p:cNvPr>
          <p:cNvCxnSpPr>
            <a:stCxn id="3" idx="0"/>
          </p:cNvCxnSpPr>
          <p:nvPr/>
        </p:nvCxnSpPr>
        <p:spPr>
          <a:xfrm flipV="1">
            <a:off x="4593215" y="3506766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E072FF-FA88-BFDA-BF7F-632CDADE7B70}"/>
              </a:ext>
            </a:extLst>
          </p:cNvPr>
          <p:cNvCxnSpPr/>
          <p:nvPr/>
        </p:nvCxnSpPr>
        <p:spPr>
          <a:xfrm flipV="1">
            <a:off x="6580708" y="3506766"/>
            <a:ext cx="0" cy="447275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47EF21-1E3C-FF58-AAA4-294D84C725D2}"/>
              </a:ext>
            </a:extLst>
          </p:cNvPr>
          <p:cNvCxnSpPr>
            <a:cxnSpLocks/>
          </p:cNvCxnSpPr>
          <p:nvPr/>
        </p:nvCxnSpPr>
        <p:spPr>
          <a:xfrm>
            <a:off x="3551139" y="1000846"/>
            <a:ext cx="1021080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066D11-2023-5466-9FBA-48A571BC68A5}"/>
              </a:ext>
            </a:extLst>
          </p:cNvPr>
          <p:cNvCxnSpPr>
            <a:cxnSpLocks/>
          </p:cNvCxnSpPr>
          <p:nvPr/>
        </p:nvCxnSpPr>
        <p:spPr>
          <a:xfrm flipH="1">
            <a:off x="5295228" y="4261088"/>
            <a:ext cx="729617" cy="1"/>
          </a:xfrm>
          <a:prstGeom prst="straightConnector1">
            <a:avLst/>
          </a:prstGeom>
          <a:ln w="3810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740213D-9C09-EE94-92FC-CFF88DB76832}"/>
              </a:ext>
            </a:extLst>
          </p:cNvPr>
          <p:cNvSpPr txBox="1"/>
          <p:nvPr/>
        </p:nvSpPr>
        <p:spPr>
          <a:xfrm>
            <a:off x="5600980" y="3921667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?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505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11D78-8392-91BC-6729-4133988EB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919F3F-E0C8-850D-DF20-AC32A6E8985A}"/>
              </a:ext>
            </a:extLst>
          </p:cNvPr>
          <p:cNvSpPr/>
          <p:nvPr/>
        </p:nvSpPr>
        <p:spPr>
          <a:xfrm>
            <a:off x="3196591" y="377949"/>
            <a:ext cx="1405890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MockUoW</a:t>
            </a:r>
            <a:endParaRPr lang="da-DK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05A7B-855D-8E2E-0FA5-9E70E80FE121}"/>
              </a:ext>
            </a:extLst>
          </p:cNvPr>
          <p:cNvSpPr/>
          <p:nvPr/>
        </p:nvSpPr>
        <p:spPr>
          <a:xfrm>
            <a:off x="7799072" y="377948"/>
            <a:ext cx="1196338" cy="57150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MockDAO</a:t>
            </a:r>
            <a:endParaRPr lang="da-DK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57D8986-8F6C-7019-F2FF-C551C2866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5906655" cy="5325649"/>
          </a:xfrm>
        </p:spPr>
        <p:txBody>
          <a:bodyPr/>
          <a:lstStyle/>
          <a:p>
            <a:r>
              <a:rPr lang="en-US" dirty="0"/>
              <a:t>begin()</a:t>
            </a:r>
          </a:p>
          <a:p>
            <a:pPr lvl="1"/>
            <a:r>
              <a:rPr lang="en-US" dirty="0"/>
              <a:t>Does it do anything?</a:t>
            </a:r>
          </a:p>
          <a:p>
            <a:r>
              <a:rPr lang="en-US" dirty="0"/>
              <a:t>commit()</a:t>
            </a:r>
          </a:p>
          <a:p>
            <a:pPr lvl="1"/>
            <a:r>
              <a:rPr lang="en-US" dirty="0"/>
              <a:t>Does it do anything?</a:t>
            </a:r>
          </a:p>
          <a:p>
            <a:r>
              <a:rPr lang="en-US" dirty="0"/>
              <a:t>rollback()</a:t>
            </a:r>
          </a:p>
          <a:p>
            <a:pPr lvl="1"/>
            <a:r>
              <a:rPr lang="en-US" dirty="0"/>
              <a:t>Does it do anything?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All three are about persisting data to storage. That is not interesting for a unit test focusing on logic</a:t>
            </a:r>
            <a:endParaRPr lang="da-DK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D0FA98DD-2ED1-B600-82F5-5BE37C4355F3}"/>
              </a:ext>
            </a:extLst>
          </p:cNvPr>
          <p:cNvSpPr txBox="1">
            <a:spLocks/>
          </p:cNvSpPr>
          <p:nvPr/>
        </p:nvSpPr>
        <p:spPr>
          <a:xfrm>
            <a:off x="6096000" y="1119809"/>
            <a:ext cx="5906655" cy="532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dirty="0"/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EA811B8C-091E-17B4-4634-5E8F790D2AFD}"/>
              </a:ext>
            </a:extLst>
          </p:cNvPr>
          <p:cNvSpPr txBox="1">
            <a:spLocks/>
          </p:cNvSpPr>
          <p:nvPr/>
        </p:nvSpPr>
        <p:spPr>
          <a:xfrm>
            <a:off x="6285345" y="1119809"/>
            <a:ext cx="5906655" cy="532564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Keep it simple</a:t>
            </a:r>
          </a:p>
          <a:p>
            <a:r>
              <a:rPr lang="en-US" dirty="0"/>
              <a:t>Could just keep a list/map in the DAO</a:t>
            </a:r>
          </a:p>
          <a:p>
            <a:r>
              <a:rPr lang="en-US" dirty="0" err="1"/>
              <a:t>getById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Find the entity in the collection</a:t>
            </a:r>
          </a:p>
          <a:p>
            <a:r>
              <a:rPr lang="en-US" dirty="0"/>
              <a:t>create()</a:t>
            </a:r>
          </a:p>
          <a:p>
            <a:pPr lvl="1"/>
            <a:r>
              <a:rPr lang="en-US" dirty="0"/>
              <a:t>Put in collection</a:t>
            </a:r>
          </a:p>
          <a:p>
            <a:r>
              <a:rPr lang="en-US" dirty="0"/>
              <a:t>update()</a:t>
            </a:r>
          </a:p>
          <a:p>
            <a:pPr lvl="1"/>
            <a:r>
              <a:rPr lang="en-US" dirty="0"/>
              <a:t>Replace in collection</a:t>
            </a:r>
          </a:p>
          <a:p>
            <a:r>
              <a:rPr lang="en-US" dirty="0"/>
              <a:t>delete()</a:t>
            </a:r>
          </a:p>
          <a:p>
            <a:pPr lvl="1"/>
            <a:r>
              <a:rPr lang="en-US" dirty="0"/>
              <a:t>Delete from collection</a:t>
            </a:r>
          </a:p>
          <a:p>
            <a:r>
              <a:rPr lang="en-US" dirty="0"/>
              <a:t>No need to complicate things by interacting with the </a:t>
            </a:r>
            <a:r>
              <a:rPr lang="en-US" dirty="0" err="1"/>
              <a:t>uow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i="1" dirty="0"/>
              <a:t>or</a:t>
            </a:r>
          </a:p>
          <a:p>
            <a:r>
              <a:rPr lang="en-US" dirty="0"/>
              <a:t>Move collections to </a:t>
            </a:r>
            <a:r>
              <a:rPr lang="en-US" dirty="0" err="1"/>
              <a:t>UoW</a:t>
            </a:r>
            <a:r>
              <a:rPr lang="en-US" dirty="0"/>
              <a:t>, and keep same structure as “real” setup</a:t>
            </a:r>
          </a:p>
          <a:p>
            <a:r>
              <a:rPr lang="en-US" dirty="0"/>
              <a:t>Maybe you only need to mock </a:t>
            </a:r>
            <a:r>
              <a:rPr lang="en-US" dirty="0" err="1"/>
              <a:t>UoW</a:t>
            </a:r>
            <a:r>
              <a:rPr lang="en-US" dirty="0"/>
              <a:t>?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37434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129F-29F5-20CC-71AE-6E236DDD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dependency mocked away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5B4AB-3936-2491-B4F7-154F36A5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42669"/>
            <a:ext cx="11813310" cy="53256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Test run </a:t>
            </a:r>
            <a:r>
              <a:rPr lang="en-US" u="sng" dirty="0"/>
              <a:t>in memory only</a:t>
            </a:r>
          </a:p>
          <a:p>
            <a:r>
              <a:rPr lang="en-US" dirty="0"/>
              <a:t>Tests can be isolated from each other</a:t>
            </a:r>
          </a:p>
          <a:p>
            <a:r>
              <a:rPr lang="en-US" dirty="0"/>
              <a:t>No shared file causing conflicts between tests</a:t>
            </a:r>
          </a:p>
          <a:p>
            <a:r>
              <a:rPr lang="en-US" dirty="0"/>
              <a:t>Faster, because no disk access</a:t>
            </a:r>
          </a:p>
          <a:p>
            <a:r>
              <a:rPr lang="en-US" dirty="0"/>
              <a:t>No need for thread synchronization</a:t>
            </a:r>
          </a:p>
          <a:p>
            <a:r>
              <a:rPr lang="en-US" dirty="0"/>
              <a:t>Easier to setup test data, instead of having to update a file with data first</a:t>
            </a:r>
          </a:p>
          <a:p>
            <a:r>
              <a:rPr lang="en-US" dirty="0"/>
              <a:t>Our test results are not muddied by irrelevant details and technicalities</a:t>
            </a:r>
          </a:p>
          <a:p>
            <a:endParaRPr lang="en-US" dirty="0"/>
          </a:p>
          <a:p>
            <a:r>
              <a:rPr lang="en-US" dirty="0"/>
              <a:t>Logging is not relevant from the persistence layer, when unit testing</a:t>
            </a:r>
          </a:p>
          <a:p>
            <a:r>
              <a:rPr lang="en-US" dirty="0"/>
              <a:t>Not really from logic layer either, when testing</a:t>
            </a:r>
          </a:p>
          <a:p>
            <a:r>
              <a:rPr lang="en-US" dirty="0"/>
              <a:t>How do you turn that off?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9701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FBCD-BCAA-2523-BC37-34EBB945B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flow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40DAC-5E66-CA2C-1BF1-933F4D064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SETUP</a:t>
            </a:r>
          </a:p>
          <a:p>
            <a:r>
              <a:rPr lang="en-US" dirty="0"/>
              <a:t>Create UOW and DAO</a:t>
            </a:r>
          </a:p>
          <a:p>
            <a:r>
              <a:rPr lang="en-US" dirty="0"/>
              <a:t>Add relevant entities in relevant state</a:t>
            </a:r>
          </a:p>
          <a:p>
            <a:r>
              <a:rPr lang="en-US" dirty="0"/>
              <a:t>Setup Logger?</a:t>
            </a:r>
          </a:p>
          <a:p>
            <a:r>
              <a:rPr lang="en-US" dirty="0"/>
              <a:t>Create service class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ACT</a:t>
            </a:r>
          </a:p>
          <a:p>
            <a:r>
              <a:rPr lang="da-DK" dirty="0"/>
              <a:t>Call </a:t>
            </a:r>
            <a:r>
              <a:rPr lang="da-DK" dirty="0" err="1"/>
              <a:t>method</a:t>
            </a:r>
            <a:r>
              <a:rPr lang="da-DK" dirty="0"/>
              <a:t> on service</a:t>
            </a:r>
          </a:p>
          <a:p>
            <a:pPr marL="0" indent="0">
              <a:buNone/>
            </a:pPr>
            <a:r>
              <a:rPr lang="da-DK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ASSSERT</a:t>
            </a:r>
          </a:p>
          <a:p>
            <a:r>
              <a:rPr lang="da-DK" dirty="0" err="1"/>
              <a:t>Verify</a:t>
            </a:r>
            <a:r>
              <a:rPr lang="da-DK" dirty="0"/>
              <a:t>, perhaps by </a:t>
            </a:r>
            <a:r>
              <a:rPr lang="da-DK" dirty="0" err="1"/>
              <a:t>getting</a:t>
            </a:r>
            <a:r>
              <a:rPr lang="da-DK" dirty="0"/>
              <a:t> </a:t>
            </a:r>
            <a:r>
              <a:rPr lang="da-DK" dirty="0" err="1"/>
              <a:t>entity</a:t>
            </a:r>
            <a:r>
              <a:rPr lang="da-DK" dirty="0"/>
              <a:t> from DAO and </a:t>
            </a:r>
            <a:r>
              <a:rPr lang="da-DK" dirty="0" err="1"/>
              <a:t>verifying</a:t>
            </a:r>
            <a:r>
              <a:rPr lang="da-DK" dirty="0"/>
              <a:t> </a:t>
            </a:r>
          </a:p>
          <a:p>
            <a:pPr lvl="1"/>
            <a:r>
              <a:rPr lang="da-DK" dirty="0" err="1"/>
              <a:t>Stuff</a:t>
            </a:r>
            <a:r>
              <a:rPr lang="da-DK" dirty="0"/>
              <a:t> </a:t>
            </a:r>
            <a:r>
              <a:rPr lang="da-DK" dirty="0" err="1"/>
              <a:t>changed</a:t>
            </a:r>
            <a:endParaRPr lang="da-DK" dirty="0"/>
          </a:p>
          <a:p>
            <a:pPr lvl="1"/>
            <a:r>
              <a:rPr lang="da-DK" dirty="0" err="1"/>
              <a:t>Stuff</a:t>
            </a:r>
            <a:r>
              <a:rPr lang="da-DK" dirty="0"/>
              <a:t> did not </a:t>
            </a:r>
            <a:r>
              <a:rPr lang="da-DK" dirty="0" err="1"/>
              <a:t>change</a:t>
            </a:r>
            <a:endParaRPr lang="da-DK" dirty="0"/>
          </a:p>
          <a:p>
            <a:pPr lvl="1"/>
            <a:r>
              <a:rPr lang="da-DK" dirty="0"/>
              <a:t>An </a:t>
            </a:r>
            <a:r>
              <a:rPr lang="da-DK" dirty="0" err="1"/>
              <a:t>exception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thrown</a:t>
            </a:r>
            <a:endParaRPr lang="da-DK" dirty="0"/>
          </a:p>
          <a:p>
            <a:pPr lvl="1"/>
            <a:r>
              <a:rPr lang="da-DK" dirty="0"/>
              <a:t>…</a:t>
            </a:r>
          </a:p>
          <a:p>
            <a:pPr lvl="1"/>
            <a:endParaRPr lang="da-DK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14E389-223E-368D-8AC1-0FC06D197AFF}"/>
              </a:ext>
            </a:extLst>
          </p:cNvPr>
          <p:cNvSpPr/>
          <p:nvPr/>
        </p:nvSpPr>
        <p:spPr>
          <a:xfrm rot="691956">
            <a:off x="8145780" y="1087488"/>
            <a:ext cx="3543300" cy="14630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Did anyone implement </a:t>
            </a:r>
            <a:r>
              <a:rPr lang="en-US"/>
              <a:t>the “buy stock” </a:t>
            </a:r>
            <a:r>
              <a:rPr lang="en-US" dirty="0"/>
              <a:t>use by using the </a:t>
            </a:r>
            <a:r>
              <a:rPr lang="en-US" dirty="0" err="1"/>
              <a:t>StockMarket</a:t>
            </a:r>
            <a:r>
              <a:rPr lang="en-US" dirty="0"/>
              <a:t> singleton??</a:t>
            </a:r>
            <a:endParaRPr lang="da-DK" dirty="0"/>
          </a:p>
        </p:txBody>
      </p:sp>
      <p:pic>
        <p:nvPicPr>
          <p:cNvPr id="1028" name="Picture 4" descr="Good luck clipart Vectors - Download Free High-Quality Vectors from Freepik  | Freepik">
            <a:extLst>
              <a:ext uri="{FF2B5EF4-FFF2-40B4-BE49-F238E27FC236}">
                <a16:creationId xmlns:a16="http://schemas.microsoft.com/office/drawing/2014/main" id="{DC969035-A32F-FDB6-8FF9-1602C17FD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6" b="21816"/>
          <a:stretch>
            <a:fillRect/>
          </a:stretch>
        </p:blipFill>
        <p:spPr bwMode="auto">
          <a:xfrm rot="461817">
            <a:off x="7205368" y="2614097"/>
            <a:ext cx="4703824" cy="265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64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03C7-01F9-DE49-6B14-DBF697E6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DCCD-B9DF-FBD5-1C78-D9FBBECCDE4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96DA-C611-F4CC-F829-6693B0477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V-model</a:t>
            </a:r>
          </a:p>
          <a:p>
            <a:r>
              <a:rPr lang="en-US" dirty="0"/>
              <a:t>What is a unit test</a:t>
            </a:r>
          </a:p>
          <a:p>
            <a:r>
              <a:rPr lang="en-US" dirty="0"/>
              <a:t>What is JUnit6</a:t>
            </a:r>
          </a:p>
          <a:p>
            <a:r>
              <a:rPr lang="en-US" dirty="0"/>
              <a:t>What is a good unit test?</a:t>
            </a:r>
          </a:p>
          <a:p>
            <a:pPr lvl="1"/>
            <a:r>
              <a:rPr lang="en-US" dirty="0"/>
              <a:t>F.I.R.S.T.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AAA</a:t>
            </a:r>
          </a:p>
          <a:p>
            <a:pPr lvl="1"/>
            <a:r>
              <a:rPr lang="en-US" dirty="0"/>
              <a:t>Black/white box testing</a:t>
            </a:r>
          </a:p>
          <a:p>
            <a:r>
              <a:rPr lang="en-US" dirty="0"/>
              <a:t>Testing strategies</a:t>
            </a:r>
          </a:p>
          <a:p>
            <a:pPr lvl="1"/>
            <a:r>
              <a:rPr lang="en-US" dirty="0"/>
              <a:t>ZOMBIES</a:t>
            </a:r>
          </a:p>
          <a:p>
            <a:pPr lvl="1"/>
            <a:r>
              <a:rPr lang="en-US" dirty="0"/>
              <a:t>Boundary Value Analysis</a:t>
            </a:r>
          </a:p>
          <a:p>
            <a:pPr lvl="1"/>
            <a:r>
              <a:rPr lang="en-US" dirty="0"/>
              <a:t>Equivalence partitioning</a:t>
            </a:r>
          </a:p>
          <a:p>
            <a:r>
              <a:rPr lang="en-US" dirty="0"/>
              <a:t>How to test logic</a:t>
            </a:r>
          </a:p>
          <a:p>
            <a:pPr lvl="1"/>
            <a:r>
              <a:rPr lang="en-US" dirty="0"/>
              <a:t>Service classes</a:t>
            </a:r>
          </a:p>
          <a:p>
            <a:pPr lvl="1"/>
            <a:r>
              <a:rPr lang="en-US" dirty="0"/>
              <a:t>Mocking dependencies</a:t>
            </a:r>
          </a:p>
          <a:p>
            <a:r>
              <a:rPr lang="en-US" dirty="0"/>
              <a:t>Assignment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56291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AA80-0BF6-2D60-E29E-4583B538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8894C-0804-E153-7BDF-E61AF6E13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various service use case methods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4109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DE51700-1F66-45D6-A810-4649A0C5E7AE}" vid="{01BB361F-B1D9-43E5-9560-86843EEC1C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MyOwnCustomTemplate</Template>
  <TotalTime>2923</TotalTime>
  <Words>2219</Words>
  <Application>Microsoft Office PowerPoint</Application>
  <PresentationFormat>Widescreen</PresentationFormat>
  <Paragraphs>502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Aptos</vt:lpstr>
      <vt:lpstr>Aptos Display</vt:lpstr>
      <vt:lpstr>Arial</vt:lpstr>
      <vt:lpstr>Calibri</vt:lpstr>
      <vt:lpstr>Google Sans Text</vt:lpstr>
      <vt:lpstr>JetBrains Mono</vt:lpstr>
      <vt:lpstr>Segoe Print</vt:lpstr>
      <vt:lpstr>Wingdings</vt:lpstr>
      <vt:lpstr>Office Theme</vt:lpstr>
      <vt:lpstr>Unit Testing</vt:lpstr>
      <vt:lpstr>Today’s goal</vt:lpstr>
      <vt:lpstr>Agenda</vt:lpstr>
      <vt:lpstr>Testing overview</vt:lpstr>
      <vt:lpstr>Testing V-Model</vt:lpstr>
      <vt:lpstr>Testing V-Model</vt:lpstr>
      <vt:lpstr>Testing V-Model</vt:lpstr>
      <vt:lpstr>Agenda</vt:lpstr>
      <vt:lpstr>What is a unit test?</vt:lpstr>
      <vt:lpstr>What is a unit test?</vt:lpstr>
      <vt:lpstr>What is a unit?</vt:lpstr>
      <vt:lpstr>What is a unit test</vt:lpstr>
      <vt:lpstr>What is a unit test</vt:lpstr>
      <vt:lpstr>PowerPoint Presentation</vt:lpstr>
      <vt:lpstr>Agenda</vt:lpstr>
      <vt:lpstr>Automated?</vt:lpstr>
      <vt:lpstr>What is JUnit?</vt:lpstr>
      <vt:lpstr>What is JUnit</vt:lpstr>
      <vt:lpstr>Agenda</vt:lpstr>
      <vt:lpstr>What is a good unit test?</vt:lpstr>
      <vt:lpstr>What is a good unit test</vt:lpstr>
      <vt:lpstr>F.I.R.S.T. </vt:lpstr>
      <vt:lpstr>PowerPoint Presentation</vt:lpstr>
      <vt:lpstr>Naming conventions</vt:lpstr>
      <vt:lpstr>Naming conventions</vt:lpstr>
      <vt:lpstr>PowerPoint Presentation</vt:lpstr>
      <vt:lpstr>AAA pattern</vt:lpstr>
      <vt:lpstr>Black box vs White box</vt:lpstr>
      <vt:lpstr>Black box vs White box</vt:lpstr>
      <vt:lpstr>Agenda</vt:lpstr>
      <vt:lpstr>Testing strategies</vt:lpstr>
      <vt:lpstr>Testing strategies</vt:lpstr>
      <vt:lpstr>PowerPoint Presentation</vt:lpstr>
      <vt:lpstr>ZOMBIES</vt:lpstr>
      <vt:lpstr>Boundary value analysis Equivalence partitioning</vt:lpstr>
      <vt:lpstr>Ranges</vt:lpstr>
      <vt:lpstr>Ranges</vt:lpstr>
      <vt:lpstr>Ranges</vt:lpstr>
      <vt:lpstr>PowerPoint Presentation</vt:lpstr>
      <vt:lpstr>Agenda</vt:lpstr>
      <vt:lpstr>Testing Services</vt:lpstr>
      <vt:lpstr>Testing the logic</vt:lpstr>
      <vt:lpstr>PowerPoint Presentation</vt:lpstr>
      <vt:lpstr>PowerPoint Presentation</vt:lpstr>
      <vt:lpstr>PowerPoint Presentation</vt:lpstr>
      <vt:lpstr>What is mocking?</vt:lpstr>
      <vt:lpstr>Mocking</vt:lpstr>
      <vt:lpstr>PowerPoint Presentation</vt:lpstr>
      <vt:lpstr>PowerPoint Presentation</vt:lpstr>
      <vt:lpstr>PowerPoint Presentation</vt:lpstr>
      <vt:lpstr>File dependency mocked away</vt:lpstr>
      <vt:lpstr>Test flow</vt:lpstr>
      <vt:lpstr>Agenda</vt:lpstr>
      <vt:lpstr>Assignment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Troels Mortensen (TRMO) | VIA</dc:creator>
  <cp:lastModifiedBy>Troels Mortensen (TRMO) | VIA</cp:lastModifiedBy>
  <cp:revision>1</cp:revision>
  <dcterms:created xsi:type="dcterms:W3CDTF">2026-03-09T13:08:48Z</dcterms:created>
  <dcterms:modified xsi:type="dcterms:W3CDTF">2026-03-20T08:21:13Z</dcterms:modified>
</cp:coreProperties>
</file>